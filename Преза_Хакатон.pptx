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0"/>
  </p:notesMasterIdLst>
  <p:sldIdLst>
    <p:sldId id="344" r:id="rId2"/>
    <p:sldId id="263" r:id="rId3"/>
    <p:sldId id="350" r:id="rId4"/>
    <p:sldId id="347" r:id="rId5"/>
    <p:sldId id="257" r:id="rId6"/>
    <p:sldId id="348" r:id="rId7"/>
    <p:sldId id="353" r:id="rId8"/>
    <p:sldId id="352" r:id="rId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Patrick Hand" panose="020F0502020204030204" pitchFamily="2" charset="0"/>
      <p:regular r:id="rId15"/>
    </p:embeddedFont>
    <p:embeddedFont>
      <p:font typeface="Roboto Condensed Light" panose="02000000000000000000" pitchFamily="2" charset="0"/>
      <p:regular r:id="rId16"/>
    </p:embeddedFont>
    <p:embeddedFont>
      <p:font typeface="Roboto Slab" panose="020F0502020204030204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DC0721-4D60-40D3-8A4B-3F06316F9A34}">
  <a:tblStyle styleId="{B4DC0721-4D60-40D3-8A4B-3F06316F9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10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ef060ea93d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ef060ea93d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51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13e6a5b8d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13e6a5b8d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13e6a5b8d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13e6a5b8d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0186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515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1243350" y="2715855"/>
            <a:ext cx="48813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title" idx="2" hasCustomPrompt="1"/>
          </p:nvPr>
        </p:nvSpPr>
        <p:spPr>
          <a:xfrm>
            <a:off x="1243350" y="1214750"/>
            <a:ext cx="1668900" cy="14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" name="Google Shape;50;p3"/>
          <p:cNvSpPr txBox="1">
            <a:spLocks noGrp="1"/>
          </p:cNvSpPr>
          <p:nvPr>
            <p:ph type="subTitle" idx="1"/>
          </p:nvPr>
        </p:nvSpPr>
        <p:spPr>
          <a:xfrm>
            <a:off x="1243350" y="3562699"/>
            <a:ext cx="48813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1" name="Google Shape;51;p3"/>
          <p:cNvGrpSpPr/>
          <p:nvPr/>
        </p:nvGrpSpPr>
        <p:grpSpPr>
          <a:xfrm>
            <a:off x="570122" y="469676"/>
            <a:ext cx="8003745" cy="4204130"/>
            <a:chOff x="94950" y="947875"/>
            <a:chExt cx="6864275" cy="3605600"/>
          </a:xfrm>
        </p:grpSpPr>
        <p:sp>
          <p:nvSpPr>
            <p:cNvPr id="52" name="Google Shape;52;p3"/>
            <p:cNvSpPr/>
            <p:nvPr/>
          </p:nvSpPr>
          <p:spPr>
            <a:xfrm>
              <a:off x="1411175" y="1910475"/>
              <a:ext cx="2221425" cy="1549625"/>
            </a:xfrm>
            <a:custGeom>
              <a:avLst/>
              <a:gdLst/>
              <a:ahLst/>
              <a:cxnLst/>
              <a:rect l="l" t="t" r="r" b="b"/>
              <a:pathLst>
                <a:path w="88857" h="61985" extrusionOk="0">
                  <a:moveTo>
                    <a:pt x="85928" y="1"/>
                  </a:moveTo>
                  <a:cubicBezTo>
                    <a:pt x="70521" y="7085"/>
                    <a:pt x="57067" y="17396"/>
                    <a:pt x="45613" y="28647"/>
                  </a:cubicBezTo>
                  <a:cubicBezTo>
                    <a:pt x="26516" y="35958"/>
                    <a:pt x="5335" y="44911"/>
                    <a:pt x="1" y="49805"/>
                  </a:cubicBezTo>
                  <a:lnTo>
                    <a:pt x="7513" y="61985"/>
                  </a:lnTo>
                  <a:cubicBezTo>
                    <a:pt x="7966" y="61699"/>
                    <a:pt x="8394" y="61437"/>
                    <a:pt x="8847" y="61151"/>
                  </a:cubicBezTo>
                  <a:cubicBezTo>
                    <a:pt x="32088" y="37601"/>
                    <a:pt x="59115" y="17110"/>
                    <a:pt x="88857" y="3525"/>
                  </a:cubicBezTo>
                  <a:lnTo>
                    <a:pt x="85928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99300" y="3439250"/>
              <a:ext cx="33050" cy="28600"/>
            </a:xfrm>
            <a:custGeom>
              <a:avLst/>
              <a:gdLst/>
              <a:ahLst/>
              <a:cxnLst/>
              <a:rect l="l" t="t" r="r" b="b"/>
              <a:pathLst>
                <a:path w="1322" h="1144" extrusionOk="0">
                  <a:moveTo>
                    <a:pt x="1322" y="0"/>
                  </a:moveTo>
                  <a:lnTo>
                    <a:pt x="1322" y="0"/>
                  </a:lnTo>
                  <a:cubicBezTo>
                    <a:pt x="869" y="286"/>
                    <a:pt x="441" y="548"/>
                    <a:pt x="0" y="834"/>
                  </a:cubicBezTo>
                  <a:lnTo>
                    <a:pt x="191" y="1143"/>
                  </a:lnTo>
                  <a:cubicBezTo>
                    <a:pt x="560" y="762"/>
                    <a:pt x="929" y="369"/>
                    <a:pt x="1322" y="0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648525" y="1794400"/>
              <a:ext cx="1654100" cy="775725"/>
            </a:xfrm>
            <a:custGeom>
              <a:avLst/>
              <a:gdLst/>
              <a:ahLst/>
              <a:cxnLst/>
              <a:rect l="l" t="t" r="r" b="b"/>
              <a:pathLst>
                <a:path w="66164" h="31029" extrusionOk="0">
                  <a:moveTo>
                    <a:pt x="65342" y="0"/>
                  </a:moveTo>
                  <a:cubicBezTo>
                    <a:pt x="56317" y="2525"/>
                    <a:pt x="47709" y="6120"/>
                    <a:pt x="39613" y="10406"/>
                  </a:cubicBezTo>
                  <a:cubicBezTo>
                    <a:pt x="40256" y="9906"/>
                    <a:pt x="40613" y="9656"/>
                    <a:pt x="40613" y="9656"/>
                  </a:cubicBezTo>
                  <a:lnTo>
                    <a:pt x="39363" y="8156"/>
                  </a:lnTo>
                  <a:cubicBezTo>
                    <a:pt x="25623" y="14431"/>
                    <a:pt x="12467" y="22194"/>
                    <a:pt x="1" y="31028"/>
                  </a:cubicBezTo>
                  <a:cubicBezTo>
                    <a:pt x="21015" y="19193"/>
                    <a:pt x="43340" y="9597"/>
                    <a:pt x="66164" y="1346"/>
                  </a:cubicBezTo>
                  <a:lnTo>
                    <a:pt x="65342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632325" y="1828325"/>
              <a:ext cx="2724775" cy="1610950"/>
            </a:xfrm>
            <a:custGeom>
              <a:avLst/>
              <a:gdLst/>
              <a:ahLst/>
              <a:cxnLst/>
              <a:rect l="l" t="t" r="r" b="b"/>
              <a:pathLst>
                <a:path w="108991" h="64438" extrusionOk="0">
                  <a:moveTo>
                    <a:pt x="106812" y="1"/>
                  </a:moveTo>
                  <a:cubicBezTo>
                    <a:pt x="83988" y="8252"/>
                    <a:pt x="61663" y="17836"/>
                    <a:pt x="40637" y="29683"/>
                  </a:cubicBezTo>
                  <a:cubicBezTo>
                    <a:pt x="26111" y="39982"/>
                    <a:pt x="12514" y="51769"/>
                    <a:pt x="1" y="64437"/>
                  </a:cubicBezTo>
                  <a:cubicBezTo>
                    <a:pt x="35089" y="42244"/>
                    <a:pt x="71331" y="21170"/>
                    <a:pt x="108991" y="3644"/>
                  </a:cubicBezTo>
                  <a:lnTo>
                    <a:pt x="106812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94950" y="2049775"/>
              <a:ext cx="2221125" cy="1549625"/>
            </a:xfrm>
            <a:custGeom>
              <a:avLst/>
              <a:gdLst/>
              <a:ahLst/>
              <a:cxnLst/>
              <a:rect l="l" t="t" r="r" b="b"/>
              <a:pathLst>
                <a:path w="88845" h="61985" extrusionOk="0">
                  <a:moveTo>
                    <a:pt x="85916" y="1"/>
                  </a:moveTo>
                  <a:cubicBezTo>
                    <a:pt x="70509" y="7097"/>
                    <a:pt x="57055" y="17408"/>
                    <a:pt x="45613" y="28659"/>
                  </a:cubicBezTo>
                  <a:cubicBezTo>
                    <a:pt x="26503" y="35970"/>
                    <a:pt x="5334" y="44911"/>
                    <a:pt x="0" y="49805"/>
                  </a:cubicBezTo>
                  <a:lnTo>
                    <a:pt x="2024" y="53079"/>
                  </a:lnTo>
                  <a:lnTo>
                    <a:pt x="7513" y="61985"/>
                  </a:lnTo>
                  <a:cubicBezTo>
                    <a:pt x="7965" y="61699"/>
                    <a:pt x="8394" y="61425"/>
                    <a:pt x="8835" y="61151"/>
                  </a:cubicBezTo>
                  <a:cubicBezTo>
                    <a:pt x="32087" y="37601"/>
                    <a:pt x="59115" y="17122"/>
                    <a:pt x="88845" y="3525"/>
                  </a:cubicBezTo>
                  <a:lnTo>
                    <a:pt x="85916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15800" y="1967625"/>
              <a:ext cx="2724775" cy="1610950"/>
            </a:xfrm>
            <a:custGeom>
              <a:avLst/>
              <a:gdLst/>
              <a:ahLst/>
              <a:cxnLst/>
              <a:rect l="l" t="t" r="r" b="b"/>
              <a:pathLst>
                <a:path w="108991" h="64438" extrusionOk="0">
                  <a:moveTo>
                    <a:pt x="106823" y="1"/>
                  </a:moveTo>
                  <a:cubicBezTo>
                    <a:pt x="83987" y="8252"/>
                    <a:pt x="61663" y="17848"/>
                    <a:pt x="40648" y="29683"/>
                  </a:cubicBezTo>
                  <a:cubicBezTo>
                    <a:pt x="26123" y="39982"/>
                    <a:pt x="12526" y="51769"/>
                    <a:pt x="1" y="64437"/>
                  </a:cubicBezTo>
                  <a:cubicBezTo>
                    <a:pt x="35100" y="42244"/>
                    <a:pt x="71343" y="21170"/>
                    <a:pt x="108990" y="3656"/>
                  </a:cubicBezTo>
                  <a:lnTo>
                    <a:pt x="106823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667825" y="2779350"/>
              <a:ext cx="2235125" cy="1525500"/>
            </a:xfrm>
            <a:custGeom>
              <a:avLst/>
              <a:gdLst/>
              <a:ahLst/>
              <a:cxnLst/>
              <a:rect l="l" t="t" r="r" b="b"/>
              <a:pathLst>
                <a:path w="89405" h="61020" extrusionOk="0">
                  <a:moveTo>
                    <a:pt x="82047" y="0"/>
                  </a:moveTo>
                  <a:cubicBezTo>
                    <a:pt x="81594" y="262"/>
                    <a:pt x="81154" y="548"/>
                    <a:pt x="80713" y="810"/>
                  </a:cubicBezTo>
                  <a:cubicBezTo>
                    <a:pt x="57187" y="24075"/>
                    <a:pt x="29909" y="44232"/>
                    <a:pt x="1" y="57471"/>
                  </a:cubicBezTo>
                  <a:lnTo>
                    <a:pt x="2882" y="61020"/>
                  </a:lnTo>
                  <a:cubicBezTo>
                    <a:pt x="18360" y="54126"/>
                    <a:pt x="31945" y="43970"/>
                    <a:pt x="43530" y="32861"/>
                  </a:cubicBezTo>
                  <a:cubicBezTo>
                    <a:pt x="62723" y="25789"/>
                    <a:pt x="84011" y="17086"/>
                    <a:pt x="89405" y="12264"/>
                  </a:cubicBezTo>
                  <a:lnTo>
                    <a:pt x="82047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942450" y="2799275"/>
              <a:ext cx="2742925" cy="1578500"/>
            </a:xfrm>
            <a:custGeom>
              <a:avLst/>
              <a:gdLst/>
              <a:ahLst/>
              <a:cxnLst/>
              <a:rect l="l" t="t" r="r" b="b"/>
              <a:pathLst>
                <a:path w="109717" h="63140" extrusionOk="0">
                  <a:moveTo>
                    <a:pt x="109716" y="1"/>
                  </a:moveTo>
                  <a:lnTo>
                    <a:pt x="109716" y="1"/>
                  </a:lnTo>
                  <a:cubicBezTo>
                    <a:pt x="74355" y="21765"/>
                    <a:pt x="37862" y="42387"/>
                    <a:pt x="0" y="59461"/>
                  </a:cubicBezTo>
                  <a:lnTo>
                    <a:pt x="2132" y="63140"/>
                  </a:lnTo>
                  <a:cubicBezTo>
                    <a:pt x="25051" y="55174"/>
                    <a:pt x="47494" y="45840"/>
                    <a:pt x="68652" y="34267"/>
                  </a:cubicBezTo>
                  <a:cubicBezTo>
                    <a:pt x="83320" y="24147"/>
                    <a:pt x="97048" y="12514"/>
                    <a:pt x="109716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2881600" y="4133075"/>
              <a:ext cx="111050" cy="72650"/>
            </a:xfrm>
            <a:custGeom>
              <a:avLst/>
              <a:gdLst/>
              <a:ahLst/>
              <a:cxnLst/>
              <a:rect l="l" t="t" r="r" b="b"/>
              <a:pathLst>
                <a:path w="4442" h="2906" extrusionOk="0">
                  <a:moveTo>
                    <a:pt x="4441" y="1"/>
                  </a:moveTo>
                  <a:lnTo>
                    <a:pt x="4441" y="1"/>
                  </a:lnTo>
                  <a:cubicBezTo>
                    <a:pt x="2953" y="858"/>
                    <a:pt x="1465" y="1727"/>
                    <a:pt x="0" y="2608"/>
                  </a:cubicBezTo>
                  <a:cubicBezTo>
                    <a:pt x="239" y="2799"/>
                    <a:pt x="381" y="2906"/>
                    <a:pt x="381" y="2906"/>
                  </a:cubicBezTo>
                  <a:cubicBezTo>
                    <a:pt x="381" y="2906"/>
                    <a:pt x="1715" y="1834"/>
                    <a:pt x="4441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78275" y="3776025"/>
              <a:ext cx="845975" cy="229975"/>
            </a:xfrm>
            <a:custGeom>
              <a:avLst/>
              <a:gdLst/>
              <a:ahLst/>
              <a:cxnLst/>
              <a:rect l="l" t="t" r="r" b="b"/>
              <a:pathLst>
                <a:path w="33839" h="9199" extrusionOk="0">
                  <a:moveTo>
                    <a:pt x="7163" y="1"/>
                  </a:moveTo>
                  <a:cubicBezTo>
                    <a:pt x="4779" y="1"/>
                    <a:pt x="2391" y="39"/>
                    <a:pt x="1" y="114"/>
                  </a:cubicBezTo>
                  <a:cubicBezTo>
                    <a:pt x="3132" y="412"/>
                    <a:pt x="6085" y="948"/>
                    <a:pt x="8668" y="1805"/>
                  </a:cubicBezTo>
                  <a:cubicBezTo>
                    <a:pt x="28206" y="8246"/>
                    <a:pt x="29445" y="9199"/>
                    <a:pt x="29445" y="9199"/>
                  </a:cubicBezTo>
                  <a:lnTo>
                    <a:pt x="33838" y="1686"/>
                  </a:lnTo>
                  <a:cubicBezTo>
                    <a:pt x="25002" y="539"/>
                    <a:pt x="16106" y="1"/>
                    <a:pt x="7163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537325" y="3593350"/>
              <a:ext cx="2253875" cy="435975"/>
            </a:xfrm>
            <a:custGeom>
              <a:avLst/>
              <a:gdLst/>
              <a:ahLst/>
              <a:cxnLst/>
              <a:rect l="l" t="t" r="r" b="b"/>
              <a:pathLst>
                <a:path w="90155" h="17439" extrusionOk="0">
                  <a:moveTo>
                    <a:pt x="68336" y="1"/>
                  </a:moveTo>
                  <a:cubicBezTo>
                    <a:pt x="44789" y="1"/>
                    <a:pt x="21041" y="4673"/>
                    <a:pt x="1" y="14315"/>
                  </a:cubicBezTo>
                  <a:cubicBezTo>
                    <a:pt x="441" y="15958"/>
                    <a:pt x="727" y="17125"/>
                    <a:pt x="727" y="17399"/>
                  </a:cubicBezTo>
                  <a:cubicBezTo>
                    <a:pt x="727" y="17426"/>
                    <a:pt x="761" y="17439"/>
                    <a:pt x="828" y="17439"/>
                  </a:cubicBezTo>
                  <a:cubicBezTo>
                    <a:pt x="1849" y="17439"/>
                    <a:pt x="10547" y="14322"/>
                    <a:pt x="21837" y="9862"/>
                  </a:cubicBezTo>
                  <a:cubicBezTo>
                    <a:pt x="29549" y="8401"/>
                    <a:pt x="38717" y="7141"/>
                    <a:pt x="47165" y="7141"/>
                  </a:cubicBezTo>
                  <a:cubicBezTo>
                    <a:pt x="49386" y="7141"/>
                    <a:pt x="51557" y="7228"/>
                    <a:pt x="53639" y="7421"/>
                  </a:cubicBezTo>
                  <a:cubicBezTo>
                    <a:pt x="56026" y="7346"/>
                    <a:pt x="58410" y="7308"/>
                    <a:pt x="60791" y="7308"/>
                  </a:cubicBezTo>
                  <a:cubicBezTo>
                    <a:pt x="69737" y="7308"/>
                    <a:pt x="78634" y="7848"/>
                    <a:pt x="87464" y="9005"/>
                  </a:cubicBezTo>
                  <a:lnTo>
                    <a:pt x="90155" y="4409"/>
                  </a:lnTo>
                  <a:cubicBezTo>
                    <a:pt x="85250" y="2540"/>
                    <a:pt x="80261" y="1135"/>
                    <a:pt x="75236" y="135"/>
                  </a:cubicBezTo>
                  <a:cubicBezTo>
                    <a:pt x="72940" y="46"/>
                    <a:pt x="70639" y="1"/>
                    <a:pt x="68336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3515000" y="3550600"/>
              <a:ext cx="1903250" cy="400925"/>
            </a:xfrm>
            <a:custGeom>
              <a:avLst/>
              <a:gdLst/>
              <a:ahLst/>
              <a:cxnLst/>
              <a:rect l="l" t="t" r="r" b="b"/>
              <a:pathLst>
                <a:path w="76130" h="16037" extrusionOk="0">
                  <a:moveTo>
                    <a:pt x="56278" y="1"/>
                  </a:moveTo>
                  <a:cubicBezTo>
                    <a:pt x="54671" y="1"/>
                    <a:pt x="53035" y="25"/>
                    <a:pt x="51376" y="82"/>
                  </a:cubicBezTo>
                  <a:cubicBezTo>
                    <a:pt x="34077" y="892"/>
                    <a:pt x="16634" y="5655"/>
                    <a:pt x="1" y="12846"/>
                  </a:cubicBezTo>
                  <a:cubicBezTo>
                    <a:pt x="322" y="14013"/>
                    <a:pt x="644" y="15108"/>
                    <a:pt x="894" y="16037"/>
                  </a:cubicBezTo>
                  <a:cubicBezTo>
                    <a:pt x="21935" y="6384"/>
                    <a:pt x="45682" y="1711"/>
                    <a:pt x="69230" y="1711"/>
                  </a:cubicBezTo>
                  <a:cubicBezTo>
                    <a:pt x="71533" y="1711"/>
                    <a:pt x="73833" y="1756"/>
                    <a:pt x="76129" y="1845"/>
                  </a:cubicBezTo>
                  <a:cubicBezTo>
                    <a:pt x="71224" y="880"/>
                    <a:pt x="66271" y="297"/>
                    <a:pt x="61282" y="71"/>
                  </a:cubicBezTo>
                  <a:cubicBezTo>
                    <a:pt x="59653" y="28"/>
                    <a:pt x="57982" y="1"/>
                    <a:pt x="56278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047050" y="3552650"/>
              <a:ext cx="777800" cy="150925"/>
            </a:xfrm>
            <a:custGeom>
              <a:avLst/>
              <a:gdLst/>
              <a:ahLst/>
              <a:cxnLst/>
              <a:rect l="l" t="t" r="r" b="b"/>
              <a:pathLst>
                <a:path w="31112" h="6037" extrusionOk="0">
                  <a:moveTo>
                    <a:pt x="0" y="0"/>
                  </a:moveTo>
                  <a:cubicBezTo>
                    <a:pt x="10109" y="441"/>
                    <a:pt x="20098" y="2358"/>
                    <a:pt x="29766" y="6037"/>
                  </a:cubicBezTo>
                  <a:lnTo>
                    <a:pt x="31111" y="3751"/>
                  </a:lnTo>
                  <a:cubicBezTo>
                    <a:pt x="31111" y="3751"/>
                    <a:pt x="17943" y="524"/>
                    <a:pt x="0" y="0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765050" y="2167650"/>
              <a:ext cx="1397500" cy="707275"/>
            </a:xfrm>
            <a:custGeom>
              <a:avLst/>
              <a:gdLst/>
              <a:ahLst/>
              <a:cxnLst/>
              <a:rect l="l" t="t" r="r" b="b"/>
              <a:pathLst>
                <a:path w="55900" h="28291" extrusionOk="0">
                  <a:moveTo>
                    <a:pt x="55900" y="1"/>
                  </a:moveTo>
                  <a:cubicBezTo>
                    <a:pt x="36576" y="7835"/>
                    <a:pt x="17943" y="17360"/>
                    <a:pt x="0" y="28290"/>
                  </a:cubicBezTo>
                  <a:cubicBezTo>
                    <a:pt x="5322" y="25909"/>
                    <a:pt x="10537" y="24087"/>
                    <a:pt x="15490" y="23099"/>
                  </a:cubicBezTo>
                  <a:cubicBezTo>
                    <a:pt x="49111" y="16411"/>
                    <a:pt x="54771" y="16082"/>
                    <a:pt x="55560" y="16082"/>
                  </a:cubicBezTo>
                  <a:cubicBezTo>
                    <a:pt x="55646" y="16082"/>
                    <a:pt x="55674" y="16086"/>
                    <a:pt x="55674" y="16086"/>
                  </a:cubicBezTo>
                  <a:lnTo>
                    <a:pt x="55900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490950" y="1993825"/>
              <a:ext cx="3402525" cy="2559650"/>
            </a:xfrm>
            <a:custGeom>
              <a:avLst/>
              <a:gdLst/>
              <a:ahLst/>
              <a:cxnLst/>
              <a:rect l="l" t="t" r="r" b="b"/>
              <a:pathLst>
                <a:path w="136101" h="102386" extrusionOk="0">
                  <a:moveTo>
                    <a:pt x="136101" y="1"/>
                  </a:moveTo>
                  <a:lnTo>
                    <a:pt x="136101" y="1"/>
                  </a:lnTo>
                  <a:cubicBezTo>
                    <a:pt x="126504" y="1453"/>
                    <a:pt x="117206" y="3739"/>
                    <a:pt x="108181" y="6716"/>
                  </a:cubicBezTo>
                  <a:cubicBezTo>
                    <a:pt x="65794" y="28587"/>
                    <a:pt x="27540" y="59972"/>
                    <a:pt x="0" y="98060"/>
                  </a:cubicBezTo>
                  <a:cubicBezTo>
                    <a:pt x="2215" y="100311"/>
                    <a:pt x="3739" y="101918"/>
                    <a:pt x="3989" y="102358"/>
                  </a:cubicBezTo>
                  <a:cubicBezTo>
                    <a:pt x="4000" y="102377"/>
                    <a:pt x="4017" y="102386"/>
                    <a:pt x="4042" y="102386"/>
                  </a:cubicBezTo>
                  <a:cubicBezTo>
                    <a:pt x="5001" y="102386"/>
                    <a:pt x="16455" y="89146"/>
                    <a:pt x="31088" y="71033"/>
                  </a:cubicBezTo>
                  <a:cubicBezTo>
                    <a:pt x="45113" y="59198"/>
                    <a:pt x="63115" y="45732"/>
                    <a:pt x="80058" y="38148"/>
                  </a:cubicBezTo>
                  <a:cubicBezTo>
                    <a:pt x="98013" y="27218"/>
                    <a:pt x="116634" y="17693"/>
                    <a:pt x="135970" y="9847"/>
                  </a:cubicBezTo>
                  <a:lnTo>
                    <a:pt x="136101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758200" y="1752425"/>
              <a:ext cx="1337400" cy="556950"/>
            </a:xfrm>
            <a:custGeom>
              <a:avLst/>
              <a:gdLst/>
              <a:ahLst/>
              <a:cxnLst/>
              <a:rect l="l" t="t" r="r" b="b"/>
              <a:pathLst>
                <a:path w="53496" h="22278" extrusionOk="0">
                  <a:moveTo>
                    <a:pt x="53495" y="1"/>
                  </a:moveTo>
                  <a:cubicBezTo>
                    <a:pt x="53494" y="1"/>
                    <a:pt x="29337" y="6799"/>
                    <a:pt x="0" y="22277"/>
                  </a:cubicBezTo>
                  <a:cubicBezTo>
                    <a:pt x="16669" y="13812"/>
                    <a:pt x="34493" y="7799"/>
                    <a:pt x="53424" y="4894"/>
                  </a:cubicBezTo>
                  <a:lnTo>
                    <a:pt x="53495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351050" y="1919125"/>
              <a:ext cx="4228525" cy="2453000"/>
            </a:xfrm>
            <a:custGeom>
              <a:avLst/>
              <a:gdLst/>
              <a:ahLst/>
              <a:cxnLst/>
              <a:rect l="l" t="t" r="r" b="b"/>
              <a:pathLst>
                <a:path w="169141" h="98120" extrusionOk="0">
                  <a:moveTo>
                    <a:pt x="54245" y="69056"/>
                  </a:moveTo>
                  <a:lnTo>
                    <a:pt x="54245" y="69056"/>
                  </a:lnTo>
                  <a:cubicBezTo>
                    <a:pt x="50245" y="71116"/>
                    <a:pt x="46375" y="73128"/>
                    <a:pt x="42958" y="74950"/>
                  </a:cubicBezTo>
                  <a:cubicBezTo>
                    <a:pt x="43637" y="73604"/>
                    <a:pt x="44435" y="72009"/>
                    <a:pt x="45399" y="70140"/>
                  </a:cubicBezTo>
                  <a:cubicBezTo>
                    <a:pt x="48316" y="69794"/>
                    <a:pt x="51293" y="69437"/>
                    <a:pt x="54245" y="69056"/>
                  </a:cubicBezTo>
                  <a:close/>
                  <a:moveTo>
                    <a:pt x="31064" y="79808"/>
                  </a:moveTo>
                  <a:lnTo>
                    <a:pt x="33040" y="80391"/>
                  </a:lnTo>
                  <a:cubicBezTo>
                    <a:pt x="31778" y="81117"/>
                    <a:pt x="30826" y="81701"/>
                    <a:pt x="30290" y="82105"/>
                  </a:cubicBezTo>
                  <a:cubicBezTo>
                    <a:pt x="30528" y="81379"/>
                    <a:pt x="30790" y="80617"/>
                    <a:pt x="31064" y="79808"/>
                  </a:cubicBezTo>
                  <a:close/>
                  <a:moveTo>
                    <a:pt x="120242" y="0"/>
                  </a:moveTo>
                  <a:cubicBezTo>
                    <a:pt x="82582" y="17538"/>
                    <a:pt x="46340" y="38612"/>
                    <a:pt x="11252" y="60805"/>
                  </a:cubicBezTo>
                  <a:cubicBezTo>
                    <a:pt x="10883" y="61198"/>
                    <a:pt x="10490" y="61567"/>
                    <a:pt x="10121" y="61948"/>
                  </a:cubicBezTo>
                  <a:lnTo>
                    <a:pt x="10145" y="62008"/>
                  </a:lnTo>
                  <a:lnTo>
                    <a:pt x="25897" y="54054"/>
                  </a:lnTo>
                  <a:lnTo>
                    <a:pt x="25897" y="54054"/>
                  </a:lnTo>
                  <a:cubicBezTo>
                    <a:pt x="24039" y="56567"/>
                    <a:pt x="22289" y="59055"/>
                    <a:pt x="20634" y="61472"/>
                  </a:cubicBezTo>
                  <a:cubicBezTo>
                    <a:pt x="10716" y="66639"/>
                    <a:pt x="2739" y="70973"/>
                    <a:pt x="1775" y="72009"/>
                  </a:cubicBezTo>
                  <a:cubicBezTo>
                    <a:pt x="0" y="73902"/>
                    <a:pt x="4656" y="78617"/>
                    <a:pt x="8180" y="81736"/>
                  </a:cubicBezTo>
                  <a:cubicBezTo>
                    <a:pt x="3691" y="89868"/>
                    <a:pt x="1382" y="95107"/>
                    <a:pt x="1382" y="95107"/>
                  </a:cubicBezTo>
                  <a:lnTo>
                    <a:pt x="25408" y="98119"/>
                  </a:lnTo>
                  <a:cubicBezTo>
                    <a:pt x="25408" y="98119"/>
                    <a:pt x="25408" y="96833"/>
                    <a:pt x="29552" y="84260"/>
                  </a:cubicBezTo>
                  <a:cubicBezTo>
                    <a:pt x="30492" y="87475"/>
                    <a:pt x="36791" y="92750"/>
                    <a:pt x="38993" y="94500"/>
                  </a:cubicBezTo>
                  <a:cubicBezTo>
                    <a:pt x="52555" y="83641"/>
                    <a:pt x="67164" y="73914"/>
                    <a:pt x="83058" y="66425"/>
                  </a:cubicBezTo>
                  <a:cubicBezTo>
                    <a:pt x="107216" y="55269"/>
                    <a:pt x="133886" y="45434"/>
                    <a:pt x="161033" y="40279"/>
                  </a:cubicBezTo>
                  <a:lnTo>
                    <a:pt x="161033" y="40279"/>
                  </a:lnTo>
                  <a:cubicBezTo>
                    <a:pt x="160854" y="40303"/>
                    <a:pt x="160663" y="40327"/>
                    <a:pt x="160485" y="40338"/>
                  </a:cubicBezTo>
                  <a:lnTo>
                    <a:pt x="158377" y="37159"/>
                  </a:lnTo>
                  <a:lnTo>
                    <a:pt x="150210" y="41577"/>
                  </a:lnTo>
                  <a:cubicBezTo>
                    <a:pt x="144923" y="42291"/>
                    <a:pt x="140375" y="43065"/>
                    <a:pt x="137232" y="43886"/>
                  </a:cubicBezTo>
                  <a:cubicBezTo>
                    <a:pt x="151400" y="36100"/>
                    <a:pt x="165212" y="28337"/>
                    <a:pt x="166474" y="26920"/>
                  </a:cubicBezTo>
                  <a:cubicBezTo>
                    <a:pt x="169141" y="23908"/>
                    <a:pt x="156199" y="14561"/>
                    <a:pt x="156199" y="14561"/>
                  </a:cubicBezTo>
                  <a:cubicBezTo>
                    <a:pt x="156199" y="14561"/>
                    <a:pt x="148590" y="20931"/>
                    <a:pt x="132898" y="29551"/>
                  </a:cubicBezTo>
                  <a:cubicBezTo>
                    <a:pt x="132124" y="26468"/>
                    <a:pt x="131553" y="24015"/>
                    <a:pt x="131553" y="23598"/>
                  </a:cubicBezTo>
                  <a:cubicBezTo>
                    <a:pt x="131553" y="23569"/>
                    <a:pt x="131513" y="23555"/>
                    <a:pt x="131434" y="23555"/>
                  </a:cubicBezTo>
                  <a:cubicBezTo>
                    <a:pt x="130331" y="23555"/>
                    <a:pt x="121655" y="26390"/>
                    <a:pt x="110383" y="30480"/>
                  </a:cubicBezTo>
                  <a:cubicBezTo>
                    <a:pt x="109967" y="28754"/>
                    <a:pt x="109705" y="27515"/>
                    <a:pt x="109705" y="27230"/>
                  </a:cubicBezTo>
                  <a:cubicBezTo>
                    <a:pt x="109705" y="27200"/>
                    <a:pt x="109665" y="27185"/>
                    <a:pt x="109585" y="27185"/>
                  </a:cubicBezTo>
                  <a:cubicBezTo>
                    <a:pt x="108404" y="27185"/>
                    <a:pt x="98582" y="30429"/>
                    <a:pt x="86190" y="34969"/>
                  </a:cubicBezTo>
                  <a:cubicBezTo>
                    <a:pt x="85487" y="32337"/>
                    <a:pt x="84285" y="27801"/>
                    <a:pt x="83297" y="23896"/>
                  </a:cubicBezTo>
                  <a:cubicBezTo>
                    <a:pt x="101525" y="10370"/>
                    <a:pt x="120599" y="607"/>
                    <a:pt x="120599" y="607"/>
                  </a:cubicBezTo>
                  <a:lnTo>
                    <a:pt x="120242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325875" y="2839775"/>
              <a:ext cx="4101725" cy="1456750"/>
            </a:xfrm>
            <a:custGeom>
              <a:avLst/>
              <a:gdLst/>
              <a:ahLst/>
              <a:cxnLst/>
              <a:rect l="l" t="t" r="r" b="b"/>
              <a:pathLst>
                <a:path w="164069" h="58270" extrusionOk="0">
                  <a:moveTo>
                    <a:pt x="164069" y="0"/>
                  </a:moveTo>
                  <a:cubicBezTo>
                    <a:pt x="164068" y="0"/>
                    <a:pt x="141577" y="1346"/>
                    <a:pt x="122028" y="3441"/>
                  </a:cubicBezTo>
                  <a:cubicBezTo>
                    <a:pt x="94893" y="8608"/>
                    <a:pt x="68223" y="18443"/>
                    <a:pt x="44065" y="29611"/>
                  </a:cubicBezTo>
                  <a:cubicBezTo>
                    <a:pt x="28171" y="37088"/>
                    <a:pt x="13562" y="46815"/>
                    <a:pt x="0" y="57674"/>
                  </a:cubicBezTo>
                  <a:cubicBezTo>
                    <a:pt x="477" y="58067"/>
                    <a:pt x="762" y="58269"/>
                    <a:pt x="762" y="58269"/>
                  </a:cubicBezTo>
                  <a:cubicBezTo>
                    <a:pt x="762" y="58269"/>
                    <a:pt x="5715" y="54352"/>
                    <a:pt x="15824" y="48613"/>
                  </a:cubicBezTo>
                  <a:cubicBezTo>
                    <a:pt x="18241" y="51137"/>
                    <a:pt x="21194" y="53519"/>
                    <a:pt x="22218" y="54340"/>
                  </a:cubicBezTo>
                  <a:cubicBezTo>
                    <a:pt x="23694" y="53459"/>
                    <a:pt x="25170" y="52590"/>
                    <a:pt x="26659" y="51733"/>
                  </a:cubicBezTo>
                  <a:cubicBezTo>
                    <a:pt x="30588" y="49089"/>
                    <a:pt x="37386" y="44827"/>
                    <a:pt x="47149" y="39862"/>
                  </a:cubicBezTo>
                  <a:cubicBezTo>
                    <a:pt x="47280" y="40338"/>
                    <a:pt x="47411" y="40803"/>
                    <a:pt x="47554" y="41255"/>
                  </a:cubicBezTo>
                  <a:cubicBezTo>
                    <a:pt x="64175" y="34076"/>
                    <a:pt x="81630" y="29325"/>
                    <a:pt x="98929" y="28504"/>
                  </a:cubicBezTo>
                  <a:lnTo>
                    <a:pt x="98929" y="28504"/>
                  </a:lnTo>
                  <a:lnTo>
                    <a:pt x="97679" y="28551"/>
                  </a:lnTo>
                  <a:cubicBezTo>
                    <a:pt x="111395" y="22467"/>
                    <a:pt x="123647" y="16335"/>
                    <a:pt x="127469" y="12644"/>
                  </a:cubicBezTo>
                  <a:lnTo>
                    <a:pt x="126981" y="11894"/>
                  </a:lnTo>
                  <a:cubicBezTo>
                    <a:pt x="131826" y="10799"/>
                    <a:pt x="136851" y="9739"/>
                    <a:pt x="142054" y="8739"/>
                  </a:cubicBezTo>
                  <a:lnTo>
                    <a:pt x="142066" y="8739"/>
                  </a:lnTo>
                  <a:cubicBezTo>
                    <a:pt x="149031" y="7406"/>
                    <a:pt x="156318" y="6179"/>
                    <a:pt x="163914" y="5096"/>
                  </a:cubicBezTo>
                  <a:lnTo>
                    <a:pt x="164069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467425" y="1105925"/>
              <a:ext cx="2221450" cy="1549925"/>
            </a:xfrm>
            <a:custGeom>
              <a:avLst/>
              <a:gdLst/>
              <a:ahLst/>
              <a:cxnLst/>
              <a:rect l="l" t="t" r="r" b="b"/>
              <a:pathLst>
                <a:path w="88858" h="61997" extrusionOk="0">
                  <a:moveTo>
                    <a:pt x="85916" y="0"/>
                  </a:moveTo>
                  <a:cubicBezTo>
                    <a:pt x="70522" y="7085"/>
                    <a:pt x="57067" y="17407"/>
                    <a:pt x="45614" y="28659"/>
                  </a:cubicBezTo>
                  <a:cubicBezTo>
                    <a:pt x="26504" y="35957"/>
                    <a:pt x="5335" y="44923"/>
                    <a:pt x="1" y="49816"/>
                  </a:cubicBezTo>
                  <a:lnTo>
                    <a:pt x="7514" y="61996"/>
                  </a:lnTo>
                  <a:cubicBezTo>
                    <a:pt x="7966" y="61710"/>
                    <a:pt x="8395" y="61436"/>
                    <a:pt x="8847" y="61163"/>
                  </a:cubicBezTo>
                  <a:cubicBezTo>
                    <a:pt x="32088" y="37600"/>
                    <a:pt x="59115" y="17121"/>
                    <a:pt x="88857" y="3513"/>
                  </a:cubicBezTo>
                  <a:lnTo>
                    <a:pt x="85916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655250" y="2634375"/>
              <a:ext cx="33375" cy="28900"/>
            </a:xfrm>
            <a:custGeom>
              <a:avLst/>
              <a:gdLst/>
              <a:ahLst/>
              <a:cxnLst/>
              <a:rect l="l" t="t" r="r" b="b"/>
              <a:pathLst>
                <a:path w="1335" h="1156" extrusionOk="0">
                  <a:moveTo>
                    <a:pt x="1334" y="1"/>
                  </a:moveTo>
                  <a:lnTo>
                    <a:pt x="1334" y="1"/>
                  </a:lnTo>
                  <a:cubicBezTo>
                    <a:pt x="882" y="287"/>
                    <a:pt x="453" y="560"/>
                    <a:pt x="1" y="834"/>
                  </a:cubicBezTo>
                  <a:lnTo>
                    <a:pt x="203" y="1156"/>
                  </a:lnTo>
                  <a:cubicBezTo>
                    <a:pt x="572" y="775"/>
                    <a:pt x="953" y="394"/>
                    <a:pt x="1334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704500" y="989825"/>
              <a:ext cx="1654400" cy="776025"/>
            </a:xfrm>
            <a:custGeom>
              <a:avLst/>
              <a:gdLst/>
              <a:ahLst/>
              <a:cxnLst/>
              <a:rect l="l" t="t" r="r" b="b"/>
              <a:pathLst>
                <a:path w="66176" h="31041" extrusionOk="0">
                  <a:moveTo>
                    <a:pt x="65354" y="1"/>
                  </a:moveTo>
                  <a:cubicBezTo>
                    <a:pt x="56317" y="2537"/>
                    <a:pt x="47720" y="6121"/>
                    <a:pt x="39624" y="10407"/>
                  </a:cubicBezTo>
                  <a:cubicBezTo>
                    <a:pt x="40267" y="9919"/>
                    <a:pt x="40624" y="9669"/>
                    <a:pt x="40624" y="9669"/>
                  </a:cubicBezTo>
                  <a:lnTo>
                    <a:pt x="39374" y="8157"/>
                  </a:lnTo>
                  <a:cubicBezTo>
                    <a:pt x="25634" y="14443"/>
                    <a:pt x="12478" y="22194"/>
                    <a:pt x="0" y="31040"/>
                  </a:cubicBezTo>
                  <a:cubicBezTo>
                    <a:pt x="21015" y="19206"/>
                    <a:pt x="43339" y="9609"/>
                    <a:pt x="66175" y="1358"/>
                  </a:cubicBezTo>
                  <a:lnTo>
                    <a:pt x="65354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688300" y="1023775"/>
              <a:ext cx="2724775" cy="1610625"/>
            </a:xfrm>
            <a:custGeom>
              <a:avLst/>
              <a:gdLst/>
              <a:ahLst/>
              <a:cxnLst/>
              <a:rect l="l" t="t" r="r" b="b"/>
              <a:pathLst>
                <a:path w="108991" h="64425" extrusionOk="0">
                  <a:moveTo>
                    <a:pt x="106823" y="0"/>
                  </a:moveTo>
                  <a:cubicBezTo>
                    <a:pt x="83987" y="8263"/>
                    <a:pt x="61663" y="17848"/>
                    <a:pt x="40648" y="29682"/>
                  </a:cubicBezTo>
                  <a:cubicBezTo>
                    <a:pt x="26123" y="39981"/>
                    <a:pt x="12526" y="51768"/>
                    <a:pt x="0" y="64425"/>
                  </a:cubicBezTo>
                  <a:cubicBezTo>
                    <a:pt x="35100" y="42243"/>
                    <a:pt x="71343" y="21169"/>
                    <a:pt x="108990" y="3644"/>
                  </a:cubicBezTo>
                  <a:lnTo>
                    <a:pt x="106823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50900" y="1245525"/>
              <a:ext cx="2221425" cy="1549325"/>
            </a:xfrm>
            <a:custGeom>
              <a:avLst/>
              <a:gdLst/>
              <a:ahLst/>
              <a:cxnLst/>
              <a:rect l="l" t="t" r="r" b="b"/>
              <a:pathLst>
                <a:path w="88857" h="61973" extrusionOk="0">
                  <a:moveTo>
                    <a:pt x="85928" y="0"/>
                  </a:moveTo>
                  <a:cubicBezTo>
                    <a:pt x="70533" y="7073"/>
                    <a:pt x="57067" y="17383"/>
                    <a:pt x="45637" y="28647"/>
                  </a:cubicBezTo>
                  <a:cubicBezTo>
                    <a:pt x="26516" y="35957"/>
                    <a:pt x="5346" y="44899"/>
                    <a:pt x="0" y="49804"/>
                  </a:cubicBezTo>
                  <a:lnTo>
                    <a:pt x="2036" y="53078"/>
                  </a:lnTo>
                  <a:lnTo>
                    <a:pt x="7525" y="61972"/>
                  </a:lnTo>
                  <a:cubicBezTo>
                    <a:pt x="7966" y="61686"/>
                    <a:pt x="8406" y="61425"/>
                    <a:pt x="8847" y="61139"/>
                  </a:cubicBezTo>
                  <a:cubicBezTo>
                    <a:pt x="32100" y="37600"/>
                    <a:pt x="59127" y="17098"/>
                    <a:pt x="88857" y="3513"/>
                  </a:cubicBezTo>
                  <a:lnTo>
                    <a:pt x="85928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372050" y="1163375"/>
              <a:ext cx="2724775" cy="1610625"/>
            </a:xfrm>
            <a:custGeom>
              <a:avLst/>
              <a:gdLst/>
              <a:ahLst/>
              <a:cxnLst/>
              <a:rect l="l" t="t" r="r" b="b"/>
              <a:pathLst>
                <a:path w="108991" h="64425" extrusionOk="0">
                  <a:moveTo>
                    <a:pt x="106812" y="0"/>
                  </a:moveTo>
                  <a:cubicBezTo>
                    <a:pt x="83988" y="8239"/>
                    <a:pt x="61663" y="17848"/>
                    <a:pt x="40649" y="29671"/>
                  </a:cubicBezTo>
                  <a:cubicBezTo>
                    <a:pt x="26123" y="39969"/>
                    <a:pt x="12514" y="51757"/>
                    <a:pt x="1" y="64425"/>
                  </a:cubicBezTo>
                  <a:cubicBezTo>
                    <a:pt x="35100" y="42232"/>
                    <a:pt x="71331" y="21158"/>
                    <a:pt x="108991" y="3644"/>
                  </a:cubicBezTo>
                  <a:lnTo>
                    <a:pt x="106812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724100" y="1974775"/>
              <a:ext cx="2235125" cy="1525500"/>
            </a:xfrm>
            <a:custGeom>
              <a:avLst/>
              <a:gdLst/>
              <a:ahLst/>
              <a:cxnLst/>
              <a:rect l="l" t="t" r="r" b="b"/>
              <a:pathLst>
                <a:path w="89405" h="61020" extrusionOk="0">
                  <a:moveTo>
                    <a:pt x="82034" y="1"/>
                  </a:moveTo>
                  <a:cubicBezTo>
                    <a:pt x="81594" y="274"/>
                    <a:pt x="81141" y="548"/>
                    <a:pt x="80713" y="822"/>
                  </a:cubicBezTo>
                  <a:cubicBezTo>
                    <a:pt x="57186" y="24087"/>
                    <a:pt x="29909" y="44232"/>
                    <a:pt x="0" y="57484"/>
                  </a:cubicBezTo>
                  <a:lnTo>
                    <a:pt x="2881" y="61020"/>
                  </a:lnTo>
                  <a:cubicBezTo>
                    <a:pt x="18360" y="54126"/>
                    <a:pt x="31945" y="43982"/>
                    <a:pt x="43517" y="32862"/>
                  </a:cubicBezTo>
                  <a:cubicBezTo>
                    <a:pt x="62722" y="25789"/>
                    <a:pt x="83999" y="17086"/>
                    <a:pt x="89404" y="12264"/>
                  </a:cubicBezTo>
                  <a:lnTo>
                    <a:pt x="82034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998700" y="1994725"/>
              <a:ext cx="2742925" cy="1578500"/>
            </a:xfrm>
            <a:custGeom>
              <a:avLst/>
              <a:gdLst/>
              <a:ahLst/>
              <a:cxnLst/>
              <a:rect l="l" t="t" r="r" b="b"/>
              <a:pathLst>
                <a:path w="109717" h="63140" extrusionOk="0">
                  <a:moveTo>
                    <a:pt x="109717" y="0"/>
                  </a:moveTo>
                  <a:lnTo>
                    <a:pt x="109717" y="0"/>
                  </a:lnTo>
                  <a:cubicBezTo>
                    <a:pt x="74355" y="21765"/>
                    <a:pt x="37862" y="42398"/>
                    <a:pt x="1" y="59460"/>
                  </a:cubicBezTo>
                  <a:lnTo>
                    <a:pt x="2132" y="63139"/>
                  </a:lnTo>
                  <a:cubicBezTo>
                    <a:pt x="25051" y="55174"/>
                    <a:pt x="47495" y="45851"/>
                    <a:pt x="68652" y="34266"/>
                  </a:cubicBezTo>
                  <a:cubicBezTo>
                    <a:pt x="83309" y="24146"/>
                    <a:pt x="97048" y="12526"/>
                    <a:pt x="109717" y="0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2937850" y="3328825"/>
              <a:ext cx="111050" cy="72650"/>
            </a:xfrm>
            <a:custGeom>
              <a:avLst/>
              <a:gdLst/>
              <a:ahLst/>
              <a:cxnLst/>
              <a:rect l="l" t="t" r="r" b="b"/>
              <a:pathLst>
                <a:path w="4442" h="2906" extrusionOk="0">
                  <a:moveTo>
                    <a:pt x="4442" y="0"/>
                  </a:moveTo>
                  <a:cubicBezTo>
                    <a:pt x="2953" y="845"/>
                    <a:pt x="1465" y="1726"/>
                    <a:pt x="1" y="2607"/>
                  </a:cubicBezTo>
                  <a:cubicBezTo>
                    <a:pt x="239" y="2798"/>
                    <a:pt x="370" y="2905"/>
                    <a:pt x="370" y="2905"/>
                  </a:cubicBezTo>
                  <a:cubicBezTo>
                    <a:pt x="370" y="2905"/>
                    <a:pt x="1715" y="1834"/>
                    <a:pt x="4442" y="0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4934525" y="2971775"/>
              <a:ext cx="845975" cy="229675"/>
            </a:xfrm>
            <a:custGeom>
              <a:avLst/>
              <a:gdLst/>
              <a:ahLst/>
              <a:cxnLst/>
              <a:rect l="l" t="t" r="r" b="b"/>
              <a:pathLst>
                <a:path w="33839" h="9187" extrusionOk="0">
                  <a:moveTo>
                    <a:pt x="7169" y="0"/>
                  </a:moveTo>
                  <a:cubicBezTo>
                    <a:pt x="4782" y="0"/>
                    <a:pt x="2393" y="38"/>
                    <a:pt x="1" y="114"/>
                  </a:cubicBezTo>
                  <a:cubicBezTo>
                    <a:pt x="3132" y="411"/>
                    <a:pt x="6085" y="947"/>
                    <a:pt x="8669" y="1792"/>
                  </a:cubicBezTo>
                  <a:cubicBezTo>
                    <a:pt x="28195" y="8234"/>
                    <a:pt x="29445" y="9186"/>
                    <a:pt x="29445" y="9186"/>
                  </a:cubicBezTo>
                  <a:lnTo>
                    <a:pt x="33838" y="1673"/>
                  </a:lnTo>
                  <a:cubicBezTo>
                    <a:pt x="25006" y="536"/>
                    <a:pt x="16106" y="0"/>
                    <a:pt x="7169" y="0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593600" y="2788800"/>
              <a:ext cx="2253875" cy="436025"/>
            </a:xfrm>
            <a:custGeom>
              <a:avLst/>
              <a:gdLst/>
              <a:ahLst/>
              <a:cxnLst/>
              <a:rect l="l" t="t" r="r" b="b"/>
              <a:pathLst>
                <a:path w="90155" h="17441" extrusionOk="0">
                  <a:moveTo>
                    <a:pt x="68337" y="1"/>
                  </a:moveTo>
                  <a:cubicBezTo>
                    <a:pt x="44787" y="1"/>
                    <a:pt x="21044" y="4682"/>
                    <a:pt x="0" y="14314"/>
                  </a:cubicBezTo>
                  <a:cubicBezTo>
                    <a:pt x="441" y="15957"/>
                    <a:pt x="726" y="17136"/>
                    <a:pt x="726" y="17398"/>
                  </a:cubicBezTo>
                  <a:cubicBezTo>
                    <a:pt x="726" y="17426"/>
                    <a:pt x="762" y="17440"/>
                    <a:pt x="831" y="17440"/>
                  </a:cubicBezTo>
                  <a:cubicBezTo>
                    <a:pt x="1871" y="17440"/>
                    <a:pt x="10550" y="14316"/>
                    <a:pt x="21824" y="9873"/>
                  </a:cubicBezTo>
                  <a:cubicBezTo>
                    <a:pt x="29537" y="8414"/>
                    <a:pt x="38696" y="7148"/>
                    <a:pt x="47136" y="7148"/>
                  </a:cubicBezTo>
                  <a:cubicBezTo>
                    <a:pt x="49367" y="7148"/>
                    <a:pt x="51547" y="7236"/>
                    <a:pt x="53638" y="7433"/>
                  </a:cubicBezTo>
                  <a:cubicBezTo>
                    <a:pt x="56026" y="7357"/>
                    <a:pt x="58412" y="7319"/>
                    <a:pt x="60796" y="7319"/>
                  </a:cubicBezTo>
                  <a:cubicBezTo>
                    <a:pt x="69736" y="7319"/>
                    <a:pt x="78637" y="7857"/>
                    <a:pt x="87463" y="9004"/>
                  </a:cubicBezTo>
                  <a:lnTo>
                    <a:pt x="90154" y="4408"/>
                  </a:lnTo>
                  <a:cubicBezTo>
                    <a:pt x="85249" y="2551"/>
                    <a:pt x="80260" y="1134"/>
                    <a:pt x="75224" y="134"/>
                  </a:cubicBezTo>
                  <a:cubicBezTo>
                    <a:pt x="72932" y="45"/>
                    <a:pt x="70635" y="1"/>
                    <a:pt x="68337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571275" y="2746225"/>
              <a:ext cx="1902925" cy="401050"/>
            </a:xfrm>
            <a:custGeom>
              <a:avLst/>
              <a:gdLst/>
              <a:ahLst/>
              <a:cxnLst/>
              <a:rect l="l" t="t" r="r" b="b"/>
              <a:pathLst>
                <a:path w="76117" h="16042" extrusionOk="0">
                  <a:moveTo>
                    <a:pt x="56422" y="1"/>
                  </a:moveTo>
                  <a:cubicBezTo>
                    <a:pt x="54769" y="1"/>
                    <a:pt x="53084" y="27"/>
                    <a:pt x="51376" y="87"/>
                  </a:cubicBezTo>
                  <a:cubicBezTo>
                    <a:pt x="34076" y="885"/>
                    <a:pt x="16633" y="5647"/>
                    <a:pt x="0" y="12838"/>
                  </a:cubicBezTo>
                  <a:cubicBezTo>
                    <a:pt x="322" y="14017"/>
                    <a:pt x="631" y="15101"/>
                    <a:pt x="893" y="16041"/>
                  </a:cubicBezTo>
                  <a:cubicBezTo>
                    <a:pt x="21954" y="6379"/>
                    <a:pt x="45717" y="1706"/>
                    <a:pt x="69286" y="1706"/>
                  </a:cubicBezTo>
                  <a:cubicBezTo>
                    <a:pt x="71566" y="1706"/>
                    <a:pt x="73843" y="1750"/>
                    <a:pt x="76117" y="1837"/>
                  </a:cubicBezTo>
                  <a:cubicBezTo>
                    <a:pt x="71223" y="873"/>
                    <a:pt x="66270" y="289"/>
                    <a:pt x="61282" y="75"/>
                  </a:cubicBezTo>
                  <a:cubicBezTo>
                    <a:pt x="59698" y="27"/>
                    <a:pt x="58076" y="1"/>
                    <a:pt x="56422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103300" y="2748375"/>
              <a:ext cx="777800" cy="150650"/>
            </a:xfrm>
            <a:custGeom>
              <a:avLst/>
              <a:gdLst/>
              <a:ahLst/>
              <a:cxnLst/>
              <a:rect l="l" t="t" r="r" b="b"/>
              <a:pathLst>
                <a:path w="31112" h="6026" extrusionOk="0">
                  <a:moveTo>
                    <a:pt x="1" y="1"/>
                  </a:moveTo>
                  <a:lnTo>
                    <a:pt x="1" y="1"/>
                  </a:lnTo>
                  <a:cubicBezTo>
                    <a:pt x="10109" y="429"/>
                    <a:pt x="20098" y="2346"/>
                    <a:pt x="29766" y="6025"/>
                  </a:cubicBezTo>
                  <a:lnTo>
                    <a:pt x="31112" y="3751"/>
                  </a:lnTo>
                  <a:cubicBezTo>
                    <a:pt x="31112" y="3751"/>
                    <a:pt x="17931" y="525"/>
                    <a:pt x="1" y="1"/>
                  </a:cubicBez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821300" y="1363100"/>
              <a:ext cx="1397525" cy="707250"/>
            </a:xfrm>
            <a:custGeom>
              <a:avLst/>
              <a:gdLst/>
              <a:ahLst/>
              <a:cxnLst/>
              <a:rect l="l" t="t" r="r" b="b"/>
              <a:pathLst>
                <a:path w="55901" h="28290" extrusionOk="0">
                  <a:moveTo>
                    <a:pt x="55900" y="0"/>
                  </a:moveTo>
                  <a:cubicBezTo>
                    <a:pt x="36576" y="7847"/>
                    <a:pt x="17943" y="17371"/>
                    <a:pt x="0" y="28289"/>
                  </a:cubicBezTo>
                  <a:cubicBezTo>
                    <a:pt x="5323" y="25908"/>
                    <a:pt x="10537" y="24099"/>
                    <a:pt x="15490" y="23098"/>
                  </a:cubicBezTo>
                  <a:cubicBezTo>
                    <a:pt x="49204" y="16403"/>
                    <a:pt x="54802" y="16082"/>
                    <a:pt x="55566" y="16082"/>
                  </a:cubicBezTo>
                  <a:cubicBezTo>
                    <a:pt x="55647" y="16082"/>
                    <a:pt x="55674" y="16086"/>
                    <a:pt x="55674" y="16086"/>
                  </a:cubicBezTo>
                  <a:lnTo>
                    <a:pt x="55900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547200" y="1189275"/>
              <a:ext cx="3402550" cy="2559925"/>
            </a:xfrm>
            <a:custGeom>
              <a:avLst/>
              <a:gdLst/>
              <a:ahLst/>
              <a:cxnLst/>
              <a:rect l="l" t="t" r="r" b="b"/>
              <a:pathLst>
                <a:path w="136102" h="102397" extrusionOk="0">
                  <a:moveTo>
                    <a:pt x="136101" y="0"/>
                  </a:moveTo>
                  <a:lnTo>
                    <a:pt x="136101" y="0"/>
                  </a:lnTo>
                  <a:cubicBezTo>
                    <a:pt x="126505" y="1465"/>
                    <a:pt x="117194" y="3739"/>
                    <a:pt x="108181" y="6715"/>
                  </a:cubicBezTo>
                  <a:cubicBezTo>
                    <a:pt x="65795" y="28599"/>
                    <a:pt x="27540" y="59984"/>
                    <a:pt x="1" y="98072"/>
                  </a:cubicBezTo>
                  <a:cubicBezTo>
                    <a:pt x="2215" y="100310"/>
                    <a:pt x="3727" y="101917"/>
                    <a:pt x="3989" y="102370"/>
                  </a:cubicBezTo>
                  <a:cubicBezTo>
                    <a:pt x="4000" y="102388"/>
                    <a:pt x="4018" y="102397"/>
                    <a:pt x="4043" y="102397"/>
                  </a:cubicBezTo>
                  <a:cubicBezTo>
                    <a:pt x="5001" y="102397"/>
                    <a:pt x="16456" y="89158"/>
                    <a:pt x="31088" y="71045"/>
                  </a:cubicBezTo>
                  <a:cubicBezTo>
                    <a:pt x="45102" y="59210"/>
                    <a:pt x="63116" y="45744"/>
                    <a:pt x="80046" y="38148"/>
                  </a:cubicBezTo>
                  <a:cubicBezTo>
                    <a:pt x="98013" y="27230"/>
                    <a:pt x="116634" y="17705"/>
                    <a:pt x="135970" y="9858"/>
                  </a:cubicBezTo>
                  <a:lnTo>
                    <a:pt x="136101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814450" y="947875"/>
              <a:ext cx="1337400" cy="556925"/>
            </a:xfrm>
            <a:custGeom>
              <a:avLst/>
              <a:gdLst/>
              <a:ahLst/>
              <a:cxnLst/>
              <a:rect l="l" t="t" r="r" b="b"/>
              <a:pathLst>
                <a:path w="53496" h="22277" extrusionOk="0">
                  <a:moveTo>
                    <a:pt x="53495" y="0"/>
                  </a:moveTo>
                  <a:cubicBezTo>
                    <a:pt x="53495" y="0"/>
                    <a:pt x="29337" y="6799"/>
                    <a:pt x="1" y="22277"/>
                  </a:cubicBezTo>
                  <a:cubicBezTo>
                    <a:pt x="16669" y="13811"/>
                    <a:pt x="34481" y="7799"/>
                    <a:pt x="53412" y="4894"/>
                  </a:cubicBezTo>
                  <a:lnTo>
                    <a:pt x="53495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407300" y="1114550"/>
              <a:ext cx="4228525" cy="2452700"/>
            </a:xfrm>
            <a:custGeom>
              <a:avLst/>
              <a:gdLst/>
              <a:ahLst/>
              <a:cxnLst/>
              <a:rect l="l" t="t" r="r" b="b"/>
              <a:pathLst>
                <a:path w="169141" h="98108" extrusionOk="0">
                  <a:moveTo>
                    <a:pt x="54246" y="69057"/>
                  </a:moveTo>
                  <a:cubicBezTo>
                    <a:pt x="50233" y="71128"/>
                    <a:pt x="46364" y="73141"/>
                    <a:pt x="42959" y="74950"/>
                  </a:cubicBezTo>
                  <a:cubicBezTo>
                    <a:pt x="43637" y="73617"/>
                    <a:pt x="44435" y="72021"/>
                    <a:pt x="45399" y="70140"/>
                  </a:cubicBezTo>
                  <a:cubicBezTo>
                    <a:pt x="48316" y="69807"/>
                    <a:pt x="51293" y="69450"/>
                    <a:pt x="54246" y="69057"/>
                  </a:cubicBezTo>
                  <a:close/>
                  <a:moveTo>
                    <a:pt x="31052" y="79820"/>
                  </a:moveTo>
                  <a:lnTo>
                    <a:pt x="33041" y="80403"/>
                  </a:lnTo>
                  <a:cubicBezTo>
                    <a:pt x="31767" y="81130"/>
                    <a:pt x="30814" y="81713"/>
                    <a:pt x="30278" y="82106"/>
                  </a:cubicBezTo>
                  <a:cubicBezTo>
                    <a:pt x="30516" y="81380"/>
                    <a:pt x="30790" y="80618"/>
                    <a:pt x="31052" y="79820"/>
                  </a:cubicBezTo>
                  <a:close/>
                  <a:moveTo>
                    <a:pt x="120230" y="1"/>
                  </a:moveTo>
                  <a:cubicBezTo>
                    <a:pt x="82583" y="17515"/>
                    <a:pt x="46340" y="38601"/>
                    <a:pt x="11252" y="60782"/>
                  </a:cubicBezTo>
                  <a:cubicBezTo>
                    <a:pt x="10871" y="61163"/>
                    <a:pt x="10490" y="61544"/>
                    <a:pt x="10121" y="61925"/>
                  </a:cubicBezTo>
                  <a:lnTo>
                    <a:pt x="10145" y="61984"/>
                  </a:lnTo>
                  <a:lnTo>
                    <a:pt x="25897" y="54019"/>
                  </a:lnTo>
                  <a:lnTo>
                    <a:pt x="25897" y="54019"/>
                  </a:lnTo>
                  <a:cubicBezTo>
                    <a:pt x="24028" y="56543"/>
                    <a:pt x="22289" y="59020"/>
                    <a:pt x="20634" y="61449"/>
                  </a:cubicBezTo>
                  <a:cubicBezTo>
                    <a:pt x="10716" y="66628"/>
                    <a:pt x="2739" y="70962"/>
                    <a:pt x="1763" y="71986"/>
                  </a:cubicBezTo>
                  <a:cubicBezTo>
                    <a:pt x="1" y="73879"/>
                    <a:pt x="4656" y="78594"/>
                    <a:pt x="8180" y="81701"/>
                  </a:cubicBezTo>
                  <a:cubicBezTo>
                    <a:pt x="3692" y="89869"/>
                    <a:pt x="1382" y="95108"/>
                    <a:pt x="1382" y="95108"/>
                  </a:cubicBezTo>
                  <a:lnTo>
                    <a:pt x="25397" y="98108"/>
                  </a:lnTo>
                  <a:cubicBezTo>
                    <a:pt x="25397" y="98108"/>
                    <a:pt x="25397" y="96834"/>
                    <a:pt x="29552" y="84249"/>
                  </a:cubicBezTo>
                  <a:cubicBezTo>
                    <a:pt x="30493" y="87464"/>
                    <a:pt x="36791" y="92738"/>
                    <a:pt x="38982" y="94488"/>
                  </a:cubicBezTo>
                  <a:cubicBezTo>
                    <a:pt x="52543" y="83630"/>
                    <a:pt x="67164" y="73903"/>
                    <a:pt x="83059" y="66425"/>
                  </a:cubicBezTo>
                  <a:cubicBezTo>
                    <a:pt x="107205" y="55281"/>
                    <a:pt x="133887" y="45435"/>
                    <a:pt x="161033" y="40291"/>
                  </a:cubicBezTo>
                  <a:lnTo>
                    <a:pt x="161033" y="40291"/>
                  </a:lnTo>
                  <a:cubicBezTo>
                    <a:pt x="160854" y="40303"/>
                    <a:pt x="160652" y="40339"/>
                    <a:pt x="160473" y="40351"/>
                  </a:cubicBezTo>
                  <a:lnTo>
                    <a:pt x="158378" y="37160"/>
                  </a:lnTo>
                  <a:lnTo>
                    <a:pt x="150210" y="41589"/>
                  </a:lnTo>
                  <a:cubicBezTo>
                    <a:pt x="144924" y="42303"/>
                    <a:pt x="140375" y="43077"/>
                    <a:pt x="137232" y="43887"/>
                  </a:cubicBezTo>
                  <a:cubicBezTo>
                    <a:pt x="151401" y="36100"/>
                    <a:pt x="165212" y="28337"/>
                    <a:pt x="166474" y="26921"/>
                  </a:cubicBezTo>
                  <a:cubicBezTo>
                    <a:pt x="169141" y="23920"/>
                    <a:pt x="156187" y="14574"/>
                    <a:pt x="156187" y="14574"/>
                  </a:cubicBezTo>
                  <a:cubicBezTo>
                    <a:pt x="156187" y="14574"/>
                    <a:pt x="148591" y="20944"/>
                    <a:pt x="132898" y="29552"/>
                  </a:cubicBezTo>
                  <a:cubicBezTo>
                    <a:pt x="132124" y="26480"/>
                    <a:pt x="131541" y="24015"/>
                    <a:pt x="131541" y="23599"/>
                  </a:cubicBezTo>
                  <a:cubicBezTo>
                    <a:pt x="131541" y="23569"/>
                    <a:pt x="131501" y="23555"/>
                    <a:pt x="131423" y="23555"/>
                  </a:cubicBezTo>
                  <a:cubicBezTo>
                    <a:pt x="130321" y="23555"/>
                    <a:pt x="121655" y="26390"/>
                    <a:pt x="110384" y="30481"/>
                  </a:cubicBezTo>
                  <a:cubicBezTo>
                    <a:pt x="109967" y="28754"/>
                    <a:pt x="109693" y="27516"/>
                    <a:pt x="109693" y="27230"/>
                  </a:cubicBezTo>
                  <a:cubicBezTo>
                    <a:pt x="109695" y="27200"/>
                    <a:pt x="109655" y="27185"/>
                    <a:pt x="109576" y="27185"/>
                  </a:cubicBezTo>
                  <a:cubicBezTo>
                    <a:pt x="108404" y="27185"/>
                    <a:pt x="98582" y="30429"/>
                    <a:pt x="86178" y="34969"/>
                  </a:cubicBezTo>
                  <a:cubicBezTo>
                    <a:pt x="85488" y="32338"/>
                    <a:pt x="84273" y="27802"/>
                    <a:pt x="83297" y="23896"/>
                  </a:cubicBezTo>
                  <a:cubicBezTo>
                    <a:pt x="101525" y="10371"/>
                    <a:pt x="120587" y="608"/>
                    <a:pt x="120587" y="608"/>
                  </a:cubicBezTo>
                  <a:lnTo>
                    <a:pt x="120230" y="1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382125" y="2035500"/>
              <a:ext cx="4101725" cy="1456750"/>
            </a:xfrm>
            <a:custGeom>
              <a:avLst/>
              <a:gdLst/>
              <a:ahLst/>
              <a:cxnLst/>
              <a:rect l="l" t="t" r="r" b="b"/>
              <a:pathLst>
                <a:path w="164069" h="58270" extrusionOk="0">
                  <a:moveTo>
                    <a:pt x="164069" y="0"/>
                  </a:moveTo>
                  <a:cubicBezTo>
                    <a:pt x="164068" y="1"/>
                    <a:pt x="141578" y="1334"/>
                    <a:pt x="122016" y="3441"/>
                  </a:cubicBezTo>
                  <a:cubicBezTo>
                    <a:pt x="94894" y="8597"/>
                    <a:pt x="68212" y="18443"/>
                    <a:pt x="44066" y="29599"/>
                  </a:cubicBezTo>
                  <a:cubicBezTo>
                    <a:pt x="28171" y="37088"/>
                    <a:pt x="13550" y="46804"/>
                    <a:pt x="1" y="57674"/>
                  </a:cubicBezTo>
                  <a:cubicBezTo>
                    <a:pt x="477" y="58055"/>
                    <a:pt x="751" y="58270"/>
                    <a:pt x="751" y="58270"/>
                  </a:cubicBezTo>
                  <a:cubicBezTo>
                    <a:pt x="751" y="58270"/>
                    <a:pt x="5716" y="54352"/>
                    <a:pt x="15812" y="48602"/>
                  </a:cubicBezTo>
                  <a:cubicBezTo>
                    <a:pt x="18241" y="51138"/>
                    <a:pt x="21194" y="53519"/>
                    <a:pt x="22218" y="54340"/>
                  </a:cubicBezTo>
                  <a:cubicBezTo>
                    <a:pt x="23694" y="53459"/>
                    <a:pt x="25159" y="52578"/>
                    <a:pt x="26647" y="51733"/>
                  </a:cubicBezTo>
                  <a:cubicBezTo>
                    <a:pt x="30576" y="49078"/>
                    <a:pt x="37386" y="44827"/>
                    <a:pt x="47149" y="39851"/>
                  </a:cubicBezTo>
                  <a:cubicBezTo>
                    <a:pt x="47280" y="40327"/>
                    <a:pt x="47411" y="40791"/>
                    <a:pt x="47542" y="41256"/>
                  </a:cubicBezTo>
                  <a:cubicBezTo>
                    <a:pt x="64175" y="34064"/>
                    <a:pt x="81630" y="29314"/>
                    <a:pt x="98918" y="28504"/>
                  </a:cubicBezTo>
                  <a:lnTo>
                    <a:pt x="98918" y="28504"/>
                  </a:lnTo>
                  <a:lnTo>
                    <a:pt x="97668" y="28540"/>
                  </a:lnTo>
                  <a:cubicBezTo>
                    <a:pt x="111396" y="22456"/>
                    <a:pt x="123647" y="16324"/>
                    <a:pt x="127469" y="12633"/>
                  </a:cubicBezTo>
                  <a:lnTo>
                    <a:pt x="126981" y="11895"/>
                  </a:lnTo>
                  <a:cubicBezTo>
                    <a:pt x="131827" y="10788"/>
                    <a:pt x="136839" y="9728"/>
                    <a:pt x="142054" y="8740"/>
                  </a:cubicBezTo>
                  <a:lnTo>
                    <a:pt x="142066" y="8740"/>
                  </a:lnTo>
                  <a:cubicBezTo>
                    <a:pt x="149031" y="7394"/>
                    <a:pt x="156306" y="6180"/>
                    <a:pt x="163914" y="5084"/>
                  </a:cubicBezTo>
                  <a:lnTo>
                    <a:pt x="164069" y="0"/>
                  </a:lnTo>
                  <a:close/>
                </a:path>
              </a:pathLst>
            </a:custGeom>
            <a:solidFill>
              <a:srgbClr val="93C3E2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720000" y="3765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CUSTOM_25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 txBox="1">
            <a:spLocks noGrp="1"/>
          </p:cNvSpPr>
          <p:nvPr>
            <p:ph type="title"/>
          </p:nvPr>
        </p:nvSpPr>
        <p:spPr>
          <a:xfrm>
            <a:off x="720000" y="1905537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9" name="Google Shape;259;p1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26178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15"/>
          <p:cNvSpPr txBox="1">
            <a:spLocks noGrp="1"/>
          </p:cNvSpPr>
          <p:nvPr>
            <p:ph type="subTitle" idx="1"/>
          </p:nvPr>
        </p:nvSpPr>
        <p:spPr>
          <a:xfrm>
            <a:off x="720000" y="230990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5"/>
          <p:cNvSpPr txBox="1">
            <a:spLocks noGrp="1"/>
          </p:cNvSpPr>
          <p:nvPr>
            <p:ph type="title" idx="3"/>
          </p:nvPr>
        </p:nvSpPr>
        <p:spPr>
          <a:xfrm>
            <a:off x="3403800" y="1905537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2" name="Google Shape;262;p15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326178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5"/>
          <p:cNvSpPr txBox="1">
            <a:spLocks noGrp="1"/>
          </p:cNvSpPr>
          <p:nvPr>
            <p:ph type="subTitle" idx="5"/>
          </p:nvPr>
        </p:nvSpPr>
        <p:spPr>
          <a:xfrm>
            <a:off x="3403800" y="230990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5"/>
          <p:cNvSpPr txBox="1">
            <a:spLocks noGrp="1"/>
          </p:cNvSpPr>
          <p:nvPr>
            <p:ph type="title" idx="6"/>
          </p:nvPr>
        </p:nvSpPr>
        <p:spPr>
          <a:xfrm>
            <a:off x="6087600" y="1905537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5" name="Google Shape;265;p15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326178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6" name="Google Shape;266;p15"/>
          <p:cNvSpPr txBox="1">
            <a:spLocks noGrp="1"/>
          </p:cNvSpPr>
          <p:nvPr>
            <p:ph type="subTitle" idx="8"/>
          </p:nvPr>
        </p:nvSpPr>
        <p:spPr>
          <a:xfrm>
            <a:off x="6087600" y="230990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5"/>
          <p:cNvSpPr txBox="1">
            <a:spLocks noGrp="1"/>
          </p:cNvSpPr>
          <p:nvPr>
            <p:ph type="title" idx="9"/>
          </p:nvPr>
        </p:nvSpPr>
        <p:spPr>
          <a:xfrm>
            <a:off x="720000" y="3726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title" idx="13"/>
          </p:nvPr>
        </p:nvSpPr>
        <p:spPr>
          <a:xfrm>
            <a:off x="720000" y="3708853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title" idx="14" hasCustomPrompt="1"/>
          </p:nvPr>
        </p:nvSpPr>
        <p:spPr>
          <a:xfrm>
            <a:off x="720000" y="3129494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0" name="Google Shape;270;p15"/>
          <p:cNvSpPr txBox="1">
            <a:spLocks noGrp="1"/>
          </p:cNvSpPr>
          <p:nvPr>
            <p:ph type="subTitle" idx="15"/>
          </p:nvPr>
        </p:nvSpPr>
        <p:spPr>
          <a:xfrm>
            <a:off x="720000" y="41132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title" idx="16"/>
          </p:nvPr>
        </p:nvSpPr>
        <p:spPr>
          <a:xfrm>
            <a:off x="3403800" y="3708853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title" idx="17" hasCustomPrompt="1"/>
          </p:nvPr>
        </p:nvSpPr>
        <p:spPr>
          <a:xfrm>
            <a:off x="3403800" y="3129494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15"/>
          <p:cNvSpPr txBox="1">
            <a:spLocks noGrp="1"/>
          </p:cNvSpPr>
          <p:nvPr>
            <p:ph type="subTitle" idx="18"/>
          </p:nvPr>
        </p:nvSpPr>
        <p:spPr>
          <a:xfrm>
            <a:off x="3403800" y="41132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title" idx="19"/>
          </p:nvPr>
        </p:nvSpPr>
        <p:spPr>
          <a:xfrm>
            <a:off x="6087600" y="3708853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5" name="Google Shape;275;p15"/>
          <p:cNvSpPr txBox="1">
            <a:spLocks noGrp="1"/>
          </p:cNvSpPr>
          <p:nvPr>
            <p:ph type="title" idx="20" hasCustomPrompt="1"/>
          </p:nvPr>
        </p:nvSpPr>
        <p:spPr>
          <a:xfrm>
            <a:off x="6087600" y="3129494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6" name="Google Shape;276;p15"/>
          <p:cNvSpPr txBox="1">
            <a:spLocks noGrp="1"/>
          </p:cNvSpPr>
          <p:nvPr>
            <p:ph type="subTitle" idx="21"/>
          </p:nvPr>
        </p:nvSpPr>
        <p:spPr>
          <a:xfrm>
            <a:off x="6087600" y="41132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6" name="Google Shape;656;p53"/>
          <p:cNvGrpSpPr/>
          <p:nvPr/>
        </p:nvGrpSpPr>
        <p:grpSpPr>
          <a:xfrm>
            <a:off x="570122" y="469689"/>
            <a:ext cx="8003745" cy="3999263"/>
            <a:chOff x="94950" y="947875"/>
            <a:chExt cx="6864275" cy="3429900"/>
          </a:xfrm>
        </p:grpSpPr>
        <p:sp>
          <p:nvSpPr>
            <p:cNvPr id="657" name="Google Shape;657;p53"/>
            <p:cNvSpPr/>
            <p:nvPr/>
          </p:nvSpPr>
          <p:spPr>
            <a:xfrm>
              <a:off x="1599300" y="3439250"/>
              <a:ext cx="33050" cy="28600"/>
            </a:xfrm>
            <a:custGeom>
              <a:avLst/>
              <a:gdLst/>
              <a:ahLst/>
              <a:cxnLst/>
              <a:rect l="l" t="t" r="r" b="b"/>
              <a:pathLst>
                <a:path w="1322" h="1144" extrusionOk="0">
                  <a:moveTo>
                    <a:pt x="1322" y="0"/>
                  </a:moveTo>
                  <a:lnTo>
                    <a:pt x="1322" y="0"/>
                  </a:lnTo>
                  <a:cubicBezTo>
                    <a:pt x="869" y="286"/>
                    <a:pt x="441" y="548"/>
                    <a:pt x="0" y="834"/>
                  </a:cubicBezTo>
                  <a:lnTo>
                    <a:pt x="191" y="1143"/>
                  </a:lnTo>
                  <a:cubicBezTo>
                    <a:pt x="560" y="762"/>
                    <a:pt x="929" y="369"/>
                    <a:pt x="1322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3"/>
            <p:cNvSpPr/>
            <p:nvPr/>
          </p:nvSpPr>
          <p:spPr>
            <a:xfrm>
              <a:off x="1632325" y="1828325"/>
              <a:ext cx="2724775" cy="1610950"/>
            </a:xfrm>
            <a:custGeom>
              <a:avLst/>
              <a:gdLst/>
              <a:ahLst/>
              <a:cxnLst/>
              <a:rect l="l" t="t" r="r" b="b"/>
              <a:pathLst>
                <a:path w="108991" h="64438" extrusionOk="0">
                  <a:moveTo>
                    <a:pt x="106812" y="1"/>
                  </a:moveTo>
                  <a:cubicBezTo>
                    <a:pt x="83988" y="8252"/>
                    <a:pt x="61663" y="17836"/>
                    <a:pt x="40637" y="29683"/>
                  </a:cubicBezTo>
                  <a:cubicBezTo>
                    <a:pt x="26111" y="39982"/>
                    <a:pt x="12514" y="51769"/>
                    <a:pt x="1" y="64437"/>
                  </a:cubicBezTo>
                  <a:cubicBezTo>
                    <a:pt x="35089" y="42244"/>
                    <a:pt x="71331" y="21170"/>
                    <a:pt x="108991" y="3644"/>
                  </a:cubicBezTo>
                  <a:lnTo>
                    <a:pt x="106812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3"/>
            <p:cNvSpPr/>
            <p:nvPr/>
          </p:nvSpPr>
          <p:spPr>
            <a:xfrm>
              <a:off x="94950" y="2049775"/>
              <a:ext cx="2221125" cy="1549625"/>
            </a:xfrm>
            <a:custGeom>
              <a:avLst/>
              <a:gdLst/>
              <a:ahLst/>
              <a:cxnLst/>
              <a:rect l="l" t="t" r="r" b="b"/>
              <a:pathLst>
                <a:path w="88845" h="61985" extrusionOk="0">
                  <a:moveTo>
                    <a:pt x="85916" y="1"/>
                  </a:moveTo>
                  <a:cubicBezTo>
                    <a:pt x="70509" y="7097"/>
                    <a:pt x="57055" y="17408"/>
                    <a:pt x="45613" y="28659"/>
                  </a:cubicBezTo>
                  <a:cubicBezTo>
                    <a:pt x="26503" y="35970"/>
                    <a:pt x="5334" y="44911"/>
                    <a:pt x="0" y="49805"/>
                  </a:cubicBezTo>
                  <a:lnTo>
                    <a:pt x="2024" y="53079"/>
                  </a:lnTo>
                  <a:lnTo>
                    <a:pt x="7513" y="61985"/>
                  </a:lnTo>
                  <a:cubicBezTo>
                    <a:pt x="7965" y="61699"/>
                    <a:pt x="8394" y="61425"/>
                    <a:pt x="8835" y="61151"/>
                  </a:cubicBezTo>
                  <a:cubicBezTo>
                    <a:pt x="32087" y="37601"/>
                    <a:pt x="59115" y="17122"/>
                    <a:pt x="88845" y="3525"/>
                  </a:cubicBezTo>
                  <a:lnTo>
                    <a:pt x="85916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53"/>
            <p:cNvSpPr/>
            <p:nvPr/>
          </p:nvSpPr>
          <p:spPr>
            <a:xfrm>
              <a:off x="315800" y="1967625"/>
              <a:ext cx="2724775" cy="1610950"/>
            </a:xfrm>
            <a:custGeom>
              <a:avLst/>
              <a:gdLst/>
              <a:ahLst/>
              <a:cxnLst/>
              <a:rect l="l" t="t" r="r" b="b"/>
              <a:pathLst>
                <a:path w="108991" h="64438" extrusionOk="0">
                  <a:moveTo>
                    <a:pt x="106823" y="1"/>
                  </a:moveTo>
                  <a:cubicBezTo>
                    <a:pt x="83987" y="8252"/>
                    <a:pt x="61663" y="17848"/>
                    <a:pt x="40648" y="29683"/>
                  </a:cubicBezTo>
                  <a:cubicBezTo>
                    <a:pt x="26123" y="39982"/>
                    <a:pt x="12526" y="51769"/>
                    <a:pt x="1" y="64437"/>
                  </a:cubicBezTo>
                  <a:cubicBezTo>
                    <a:pt x="35100" y="42244"/>
                    <a:pt x="71343" y="21170"/>
                    <a:pt x="108990" y="3656"/>
                  </a:cubicBezTo>
                  <a:lnTo>
                    <a:pt x="106823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3"/>
            <p:cNvSpPr/>
            <p:nvPr/>
          </p:nvSpPr>
          <p:spPr>
            <a:xfrm>
              <a:off x="4667825" y="2779350"/>
              <a:ext cx="2235125" cy="1525500"/>
            </a:xfrm>
            <a:custGeom>
              <a:avLst/>
              <a:gdLst/>
              <a:ahLst/>
              <a:cxnLst/>
              <a:rect l="l" t="t" r="r" b="b"/>
              <a:pathLst>
                <a:path w="89405" h="61020" extrusionOk="0">
                  <a:moveTo>
                    <a:pt x="82047" y="0"/>
                  </a:moveTo>
                  <a:cubicBezTo>
                    <a:pt x="81594" y="262"/>
                    <a:pt x="81154" y="548"/>
                    <a:pt x="80713" y="810"/>
                  </a:cubicBezTo>
                  <a:cubicBezTo>
                    <a:pt x="57187" y="24075"/>
                    <a:pt x="29909" y="44232"/>
                    <a:pt x="1" y="57471"/>
                  </a:cubicBezTo>
                  <a:lnTo>
                    <a:pt x="2882" y="61020"/>
                  </a:lnTo>
                  <a:cubicBezTo>
                    <a:pt x="18360" y="54126"/>
                    <a:pt x="31945" y="43970"/>
                    <a:pt x="43530" y="32861"/>
                  </a:cubicBezTo>
                  <a:cubicBezTo>
                    <a:pt x="62723" y="25789"/>
                    <a:pt x="84011" y="17086"/>
                    <a:pt x="89405" y="12264"/>
                  </a:cubicBezTo>
                  <a:lnTo>
                    <a:pt x="82047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3"/>
            <p:cNvSpPr/>
            <p:nvPr/>
          </p:nvSpPr>
          <p:spPr>
            <a:xfrm>
              <a:off x="3942450" y="2799275"/>
              <a:ext cx="2742925" cy="1578500"/>
            </a:xfrm>
            <a:custGeom>
              <a:avLst/>
              <a:gdLst/>
              <a:ahLst/>
              <a:cxnLst/>
              <a:rect l="l" t="t" r="r" b="b"/>
              <a:pathLst>
                <a:path w="109717" h="63140" extrusionOk="0">
                  <a:moveTo>
                    <a:pt x="109716" y="1"/>
                  </a:moveTo>
                  <a:lnTo>
                    <a:pt x="109716" y="1"/>
                  </a:lnTo>
                  <a:cubicBezTo>
                    <a:pt x="74355" y="21765"/>
                    <a:pt x="37862" y="42387"/>
                    <a:pt x="0" y="59461"/>
                  </a:cubicBezTo>
                  <a:lnTo>
                    <a:pt x="2132" y="63140"/>
                  </a:lnTo>
                  <a:cubicBezTo>
                    <a:pt x="25051" y="55174"/>
                    <a:pt x="47494" y="45840"/>
                    <a:pt x="68652" y="34267"/>
                  </a:cubicBezTo>
                  <a:cubicBezTo>
                    <a:pt x="83320" y="24147"/>
                    <a:pt x="97048" y="12514"/>
                    <a:pt x="109716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3"/>
            <p:cNvSpPr/>
            <p:nvPr/>
          </p:nvSpPr>
          <p:spPr>
            <a:xfrm>
              <a:off x="2881600" y="4133075"/>
              <a:ext cx="111050" cy="72650"/>
            </a:xfrm>
            <a:custGeom>
              <a:avLst/>
              <a:gdLst/>
              <a:ahLst/>
              <a:cxnLst/>
              <a:rect l="l" t="t" r="r" b="b"/>
              <a:pathLst>
                <a:path w="4442" h="2906" extrusionOk="0">
                  <a:moveTo>
                    <a:pt x="4441" y="1"/>
                  </a:moveTo>
                  <a:lnTo>
                    <a:pt x="4441" y="1"/>
                  </a:lnTo>
                  <a:cubicBezTo>
                    <a:pt x="2953" y="858"/>
                    <a:pt x="1465" y="1727"/>
                    <a:pt x="0" y="2608"/>
                  </a:cubicBezTo>
                  <a:cubicBezTo>
                    <a:pt x="239" y="2799"/>
                    <a:pt x="381" y="2906"/>
                    <a:pt x="381" y="2906"/>
                  </a:cubicBezTo>
                  <a:cubicBezTo>
                    <a:pt x="381" y="2906"/>
                    <a:pt x="1715" y="1834"/>
                    <a:pt x="4441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3"/>
            <p:cNvSpPr/>
            <p:nvPr/>
          </p:nvSpPr>
          <p:spPr>
            <a:xfrm>
              <a:off x="4878275" y="3776025"/>
              <a:ext cx="845975" cy="229975"/>
            </a:xfrm>
            <a:custGeom>
              <a:avLst/>
              <a:gdLst/>
              <a:ahLst/>
              <a:cxnLst/>
              <a:rect l="l" t="t" r="r" b="b"/>
              <a:pathLst>
                <a:path w="33839" h="9199" extrusionOk="0">
                  <a:moveTo>
                    <a:pt x="7163" y="1"/>
                  </a:moveTo>
                  <a:cubicBezTo>
                    <a:pt x="4779" y="1"/>
                    <a:pt x="2391" y="39"/>
                    <a:pt x="1" y="114"/>
                  </a:cubicBezTo>
                  <a:cubicBezTo>
                    <a:pt x="3132" y="412"/>
                    <a:pt x="6085" y="948"/>
                    <a:pt x="8668" y="1805"/>
                  </a:cubicBezTo>
                  <a:cubicBezTo>
                    <a:pt x="28206" y="8246"/>
                    <a:pt x="29445" y="9199"/>
                    <a:pt x="29445" y="9199"/>
                  </a:cubicBezTo>
                  <a:lnTo>
                    <a:pt x="33838" y="1686"/>
                  </a:lnTo>
                  <a:cubicBezTo>
                    <a:pt x="25002" y="539"/>
                    <a:pt x="16106" y="1"/>
                    <a:pt x="7163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3"/>
            <p:cNvSpPr/>
            <p:nvPr/>
          </p:nvSpPr>
          <p:spPr>
            <a:xfrm>
              <a:off x="3537325" y="3593350"/>
              <a:ext cx="2253875" cy="435975"/>
            </a:xfrm>
            <a:custGeom>
              <a:avLst/>
              <a:gdLst/>
              <a:ahLst/>
              <a:cxnLst/>
              <a:rect l="l" t="t" r="r" b="b"/>
              <a:pathLst>
                <a:path w="90155" h="17439" extrusionOk="0">
                  <a:moveTo>
                    <a:pt x="68336" y="1"/>
                  </a:moveTo>
                  <a:cubicBezTo>
                    <a:pt x="44789" y="1"/>
                    <a:pt x="21041" y="4673"/>
                    <a:pt x="1" y="14315"/>
                  </a:cubicBezTo>
                  <a:cubicBezTo>
                    <a:pt x="441" y="15958"/>
                    <a:pt x="727" y="17125"/>
                    <a:pt x="727" y="17399"/>
                  </a:cubicBezTo>
                  <a:cubicBezTo>
                    <a:pt x="727" y="17426"/>
                    <a:pt x="761" y="17439"/>
                    <a:pt x="828" y="17439"/>
                  </a:cubicBezTo>
                  <a:cubicBezTo>
                    <a:pt x="1849" y="17439"/>
                    <a:pt x="10547" y="14322"/>
                    <a:pt x="21837" y="9862"/>
                  </a:cubicBezTo>
                  <a:cubicBezTo>
                    <a:pt x="29549" y="8401"/>
                    <a:pt x="38717" y="7141"/>
                    <a:pt x="47165" y="7141"/>
                  </a:cubicBezTo>
                  <a:cubicBezTo>
                    <a:pt x="49386" y="7141"/>
                    <a:pt x="51557" y="7228"/>
                    <a:pt x="53639" y="7421"/>
                  </a:cubicBezTo>
                  <a:cubicBezTo>
                    <a:pt x="56026" y="7346"/>
                    <a:pt x="58410" y="7308"/>
                    <a:pt x="60791" y="7308"/>
                  </a:cubicBezTo>
                  <a:cubicBezTo>
                    <a:pt x="69737" y="7308"/>
                    <a:pt x="78634" y="7848"/>
                    <a:pt x="87464" y="9005"/>
                  </a:cubicBezTo>
                  <a:lnTo>
                    <a:pt x="90155" y="4409"/>
                  </a:lnTo>
                  <a:cubicBezTo>
                    <a:pt x="85250" y="2540"/>
                    <a:pt x="80261" y="1135"/>
                    <a:pt x="75236" y="135"/>
                  </a:cubicBezTo>
                  <a:cubicBezTo>
                    <a:pt x="72940" y="46"/>
                    <a:pt x="70639" y="1"/>
                    <a:pt x="68336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3"/>
            <p:cNvSpPr/>
            <p:nvPr/>
          </p:nvSpPr>
          <p:spPr>
            <a:xfrm>
              <a:off x="3515000" y="3550600"/>
              <a:ext cx="1903250" cy="400925"/>
            </a:xfrm>
            <a:custGeom>
              <a:avLst/>
              <a:gdLst/>
              <a:ahLst/>
              <a:cxnLst/>
              <a:rect l="l" t="t" r="r" b="b"/>
              <a:pathLst>
                <a:path w="76130" h="16037" extrusionOk="0">
                  <a:moveTo>
                    <a:pt x="56278" y="1"/>
                  </a:moveTo>
                  <a:cubicBezTo>
                    <a:pt x="54671" y="1"/>
                    <a:pt x="53035" y="25"/>
                    <a:pt x="51376" y="82"/>
                  </a:cubicBezTo>
                  <a:cubicBezTo>
                    <a:pt x="34077" y="892"/>
                    <a:pt x="16634" y="5655"/>
                    <a:pt x="1" y="12846"/>
                  </a:cubicBezTo>
                  <a:cubicBezTo>
                    <a:pt x="322" y="14013"/>
                    <a:pt x="644" y="15108"/>
                    <a:pt x="894" y="16037"/>
                  </a:cubicBezTo>
                  <a:cubicBezTo>
                    <a:pt x="21935" y="6384"/>
                    <a:pt x="45682" y="1711"/>
                    <a:pt x="69230" y="1711"/>
                  </a:cubicBezTo>
                  <a:cubicBezTo>
                    <a:pt x="71533" y="1711"/>
                    <a:pt x="73833" y="1756"/>
                    <a:pt x="76129" y="1845"/>
                  </a:cubicBezTo>
                  <a:cubicBezTo>
                    <a:pt x="71224" y="880"/>
                    <a:pt x="66271" y="297"/>
                    <a:pt x="61282" y="71"/>
                  </a:cubicBezTo>
                  <a:cubicBezTo>
                    <a:pt x="59653" y="28"/>
                    <a:pt x="57982" y="1"/>
                    <a:pt x="56278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3"/>
            <p:cNvSpPr/>
            <p:nvPr/>
          </p:nvSpPr>
          <p:spPr>
            <a:xfrm>
              <a:off x="5047050" y="3552650"/>
              <a:ext cx="777800" cy="150925"/>
            </a:xfrm>
            <a:custGeom>
              <a:avLst/>
              <a:gdLst/>
              <a:ahLst/>
              <a:cxnLst/>
              <a:rect l="l" t="t" r="r" b="b"/>
              <a:pathLst>
                <a:path w="31112" h="6037" extrusionOk="0">
                  <a:moveTo>
                    <a:pt x="0" y="0"/>
                  </a:moveTo>
                  <a:cubicBezTo>
                    <a:pt x="10109" y="441"/>
                    <a:pt x="20098" y="2358"/>
                    <a:pt x="29766" y="6037"/>
                  </a:cubicBezTo>
                  <a:lnTo>
                    <a:pt x="31111" y="3751"/>
                  </a:lnTo>
                  <a:cubicBezTo>
                    <a:pt x="31111" y="3751"/>
                    <a:pt x="17943" y="524"/>
                    <a:pt x="0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3765050" y="2167650"/>
              <a:ext cx="1397500" cy="707275"/>
            </a:xfrm>
            <a:custGeom>
              <a:avLst/>
              <a:gdLst/>
              <a:ahLst/>
              <a:cxnLst/>
              <a:rect l="l" t="t" r="r" b="b"/>
              <a:pathLst>
                <a:path w="55900" h="28291" extrusionOk="0">
                  <a:moveTo>
                    <a:pt x="55900" y="1"/>
                  </a:moveTo>
                  <a:cubicBezTo>
                    <a:pt x="36576" y="7835"/>
                    <a:pt x="17943" y="17360"/>
                    <a:pt x="0" y="28290"/>
                  </a:cubicBezTo>
                  <a:cubicBezTo>
                    <a:pt x="5322" y="25909"/>
                    <a:pt x="10537" y="24087"/>
                    <a:pt x="15490" y="23099"/>
                  </a:cubicBezTo>
                  <a:cubicBezTo>
                    <a:pt x="49111" y="16411"/>
                    <a:pt x="54771" y="16082"/>
                    <a:pt x="55560" y="16082"/>
                  </a:cubicBezTo>
                  <a:cubicBezTo>
                    <a:pt x="55646" y="16082"/>
                    <a:pt x="55674" y="16086"/>
                    <a:pt x="55674" y="16086"/>
                  </a:cubicBezTo>
                  <a:lnTo>
                    <a:pt x="55900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3758200" y="1752425"/>
              <a:ext cx="1337400" cy="556950"/>
            </a:xfrm>
            <a:custGeom>
              <a:avLst/>
              <a:gdLst/>
              <a:ahLst/>
              <a:cxnLst/>
              <a:rect l="l" t="t" r="r" b="b"/>
              <a:pathLst>
                <a:path w="53496" h="22278" extrusionOk="0">
                  <a:moveTo>
                    <a:pt x="53495" y="1"/>
                  </a:moveTo>
                  <a:cubicBezTo>
                    <a:pt x="53494" y="1"/>
                    <a:pt x="29337" y="6799"/>
                    <a:pt x="0" y="22277"/>
                  </a:cubicBezTo>
                  <a:cubicBezTo>
                    <a:pt x="16669" y="13812"/>
                    <a:pt x="34493" y="7799"/>
                    <a:pt x="53424" y="4894"/>
                  </a:cubicBezTo>
                  <a:lnTo>
                    <a:pt x="53495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1351050" y="1919125"/>
              <a:ext cx="4228525" cy="2453000"/>
            </a:xfrm>
            <a:custGeom>
              <a:avLst/>
              <a:gdLst/>
              <a:ahLst/>
              <a:cxnLst/>
              <a:rect l="l" t="t" r="r" b="b"/>
              <a:pathLst>
                <a:path w="169141" h="98120" extrusionOk="0">
                  <a:moveTo>
                    <a:pt x="54245" y="69056"/>
                  </a:moveTo>
                  <a:lnTo>
                    <a:pt x="54245" y="69056"/>
                  </a:lnTo>
                  <a:cubicBezTo>
                    <a:pt x="50245" y="71116"/>
                    <a:pt x="46375" y="73128"/>
                    <a:pt x="42958" y="74950"/>
                  </a:cubicBezTo>
                  <a:cubicBezTo>
                    <a:pt x="43637" y="73604"/>
                    <a:pt x="44435" y="72009"/>
                    <a:pt x="45399" y="70140"/>
                  </a:cubicBezTo>
                  <a:cubicBezTo>
                    <a:pt x="48316" y="69794"/>
                    <a:pt x="51293" y="69437"/>
                    <a:pt x="54245" y="69056"/>
                  </a:cubicBezTo>
                  <a:close/>
                  <a:moveTo>
                    <a:pt x="31064" y="79808"/>
                  </a:moveTo>
                  <a:lnTo>
                    <a:pt x="33040" y="80391"/>
                  </a:lnTo>
                  <a:cubicBezTo>
                    <a:pt x="31778" y="81117"/>
                    <a:pt x="30826" y="81701"/>
                    <a:pt x="30290" y="82105"/>
                  </a:cubicBezTo>
                  <a:cubicBezTo>
                    <a:pt x="30528" y="81379"/>
                    <a:pt x="30790" y="80617"/>
                    <a:pt x="31064" y="79808"/>
                  </a:cubicBezTo>
                  <a:close/>
                  <a:moveTo>
                    <a:pt x="120242" y="0"/>
                  </a:moveTo>
                  <a:cubicBezTo>
                    <a:pt x="82582" y="17538"/>
                    <a:pt x="46340" y="38612"/>
                    <a:pt x="11252" y="60805"/>
                  </a:cubicBezTo>
                  <a:cubicBezTo>
                    <a:pt x="10883" y="61198"/>
                    <a:pt x="10490" y="61567"/>
                    <a:pt x="10121" y="61948"/>
                  </a:cubicBezTo>
                  <a:lnTo>
                    <a:pt x="10145" y="62008"/>
                  </a:lnTo>
                  <a:lnTo>
                    <a:pt x="25897" y="54054"/>
                  </a:lnTo>
                  <a:lnTo>
                    <a:pt x="25897" y="54054"/>
                  </a:lnTo>
                  <a:cubicBezTo>
                    <a:pt x="24039" y="56567"/>
                    <a:pt x="22289" y="59055"/>
                    <a:pt x="20634" y="61472"/>
                  </a:cubicBezTo>
                  <a:cubicBezTo>
                    <a:pt x="10716" y="66639"/>
                    <a:pt x="2739" y="70973"/>
                    <a:pt x="1775" y="72009"/>
                  </a:cubicBezTo>
                  <a:cubicBezTo>
                    <a:pt x="0" y="73902"/>
                    <a:pt x="4656" y="78617"/>
                    <a:pt x="8180" y="81736"/>
                  </a:cubicBezTo>
                  <a:cubicBezTo>
                    <a:pt x="3691" y="89868"/>
                    <a:pt x="1382" y="95107"/>
                    <a:pt x="1382" y="95107"/>
                  </a:cubicBezTo>
                  <a:lnTo>
                    <a:pt x="25408" y="98119"/>
                  </a:lnTo>
                  <a:cubicBezTo>
                    <a:pt x="25408" y="98119"/>
                    <a:pt x="25408" y="96833"/>
                    <a:pt x="29552" y="84260"/>
                  </a:cubicBezTo>
                  <a:cubicBezTo>
                    <a:pt x="30492" y="87475"/>
                    <a:pt x="36791" y="92750"/>
                    <a:pt x="38993" y="94500"/>
                  </a:cubicBezTo>
                  <a:cubicBezTo>
                    <a:pt x="52555" y="83641"/>
                    <a:pt x="67164" y="73914"/>
                    <a:pt x="83058" y="66425"/>
                  </a:cubicBezTo>
                  <a:cubicBezTo>
                    <a:pt x="107216" y="55269"/>
                    <a:pt x="133886" y="45434"/>
                    <a:pt x="161033" y="40279"/>
                  </a:cubicBezTo>
                  <a:lnTo>
                    <a:pt x="161033" y="40279"/>
                  </a:lnTo>
                  <a:cubicBezTo>
                    <a:pt x="160854" y="40303"/>
                    <a:pt x="160663" y="40327"/>
                    <a:pt x="160485" y="40338"/>
                  </a:cubicBezTo>
                  <a:lnTo>
                    <a:pt x="158377" y="37159"/>
                  </a:lnTo>
                  <a:lnTo>
                    <a:pt x="150210" y="41577"/>
                  </a:lnTo>
                  <a:cubicBezTo>
                    <a:pt x="144923" y="42291"/>
                    <a:pt x="140375" y="43065"/>
                    <a:pt x="137232" y="43886"/>
                  </a:cubicBezTo>
                  <a:cubicBezTo>
                    <a:pt x="151400" y="36100"/>
                    <a:pt x="165212" y="28337"/>
                    <a:pt x="166474" y="26920"/>
                  </a:cubicBezTo>
                  <a:cubicBezTo>
                    <a:pt x="169141" y="23908"/>
                    <a:pt x="156199" y="14561"/>
                    <a:pt x="156199" y="14561"/>
                  </a:cubicBezTo>
                  <a:cubicBezTo>
                    <a:pt x="156199" y="14561"/>
                    <a:pt x="148590" y="20931"/>
                    <a:pt x="132898" y="29551"/>
                  </a:cubicBezTo>
                  <a:cubicBezTo>
                    <a:pt x="132124" y="26468"/>
                    <a:pt x="131553" y="24015"/>
                    <a:pt x="131553" y="23598"/>
                  </a:cubicBezTo>
                  <a:cubicBezTo>
                    <a:pt x="131553" y="23569"/>
                    <a:pt x="131513" y="23555"/>
                    <a:pt x="131434" y="23555"/>
                  </a:cubicBezTo>
                  <a:cubicBezTo>
                    <a:pt x="130331" y="23555"/>
                    <a:pt x="121655" y="26390"/>
                    <a:pt x="110383" y="30480"/>
                  </a:cubicBezTo>
                  <a:cubicBezTo>
                    <a:pt x="109967" y="28754"/>
                    <a:pt x="109705" y="27515"/>
                    <a:pt x="109705" y="27230"/>
                  </a:cubicBezTo>
                  <a:cubicBezTo>
                    <a:pt x="109705" y="27200"/>
                    <a:pt x="109665" y="27185"/>
                    <a:pt x="109585" y="27185"/>
                  </a:cubicBezTo>
                  <a:cubicBezTo>
                    <a:pt x="108404" y="27185"/>
                    <a:pt x="98582" y="30429"/>
                    <a:pt x="86190" y="34969"/>
                  </a:cubicBezTo>
                  <a:cubicBezTo>
                    <a:pt x="85487" y="32337"/>
                    <a:pt x="84285" y="27801"/>
                    <a:pt x="83297" y="23896"/>
                  </a:cubicBezTo>
                  <a:cubicBezTo>
                    <a:pt x="101525" y="10370"/>
                    <a:pt x="120599" y="607"/>
                    <a:pt x="120599" y="607"/>
                  </a:cubicBezTo>
                  <a:lnTo>
                    <a:pt x="120242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2325875" y="2839775"/>
              <a:ext cx="4101725" cy="1456750"/>
            </a:xfrm>
            <a:custGeom>
              <a:avLst/>
              <a:gdLst/>
              <a:ahLst/>
              <a:cxnLst/>
              <a:rect l="l" t="t" r="r" b="b"/>
              <a:pathLst>
                <a:path w="164069" h="58270" extrusionOk="0">
                  <a:moveTo>
                    <a:pt x="164069" y="0"/>
                  </a:moveTo>
                  <a:cubicBezTo>
                    <a:pt x="164068" y="0"/>
                    <a:pt x="141577" y="1346"/>
                    <a:pt x="122028" y="3441"/>
                  </a:cubicBezTo>
                  <a:cubicBezTo>
                    <a:pt x="94893" y="8608"/>
                    <a:pt x="68223" y="18443"/>
                    <a:pt x="44065" y="29611"/>
                  </a:cubicBezTo>
                  <a:cubicBezTo>
                    <a:pt x="28171" y="37088"/>
                    <a:pt x="13562" y="46815"/>
                    <a:pt x="0" y="57674"/>
                  </a:cubicBezTo>
                  <a:cubicBezTo>
                    <a:pt x="477" y="58067"/>
                    <a:pt x="762" y="58269"/>
                    <a:pt x="762" y="58269"/>
                  </a:cubicBezTo>
                  <a:cubicBezTo>
                    <a:pt x="762" y="58269"/>
                    <a:pt x="5715" y="54352"/>
                    <a:pt x="15824" y="48613"/>
                  </a:cubicBezTo>
                  <a:cubicBezTo>
                    <a:pt x="18241" y="51137"/>
                    <a:pt x="21194" y="53519"/>
                    <a:pt x="22218" y="54340"/>
                  </a:cubicBezTo>
                  <a:cubicBezTo>
                    <a:pt x="23694" y="53459"/>
                    <a:pt x="25170" y="52590"/>
                    <a:pt x="26659" y="51733"/>
                  </a:cubicBezTo>
                  <a:cubicBezTo>
                    <a:pt x="30588" y="49089"/>
                    <a:pt x="37386" y="44827"/>
                    <a:pt x="47149" y="39862"/>
                  </a:cubicBezTo>
                  <a:cubicBezTo>
                    <a:pt x="47280" y="40338"/>
                    <a:pt x="47411" y="40803"/>
                    <a:pt x="47554" y="41255"/>
                  </a:cubicBezTo>
                  <a:cubicBezTo>
                    <a:pt x="64175" y="34076"/>
                    <a:pt x="81630" y="29325"/>
                    <a:pt x="98929" y="28504"/>
                  </a:cubicBezTo>
                  <a:lnTo>
                    <a:pt x="98929" y="28504"/>
                  </a:lnTo>
                  <a:lnTo>
                    <a:pt x="97679" y="28551"/>
                  </a:lnTo>
                  <a:cubicBezTo>
                    <a:pt x="111395" y="22467"/>
                    <a:pt x="123647" y="16335"/>
                    <a:pt x="127469" y="12644"/>
                  </a:cubicBezTo>
                  <a:lnTo>
                    <a:pt x="126981" y="11894"/>
                  </a:lnTo>
                  <a:cubicBezTo>
                    <a:pt x="131826" y="10799"/>
                    <a:pt x="136851" y="9739"/>
                    <a:pt x="142054" y="8739"/>
                  </a:cubicBezTo>
                  <a:lnTo>
                    <a:pt x="142066" y="8739"/>
                  </a:lnTo>
                  <a:cubicBezTo>
                    <a:pt x="149031" y="7406"/>
                    <a:pt x="156318" y="6179"/>
                    <a:pt x="163914" y="5096"/>
                  </a:cubicBezTo>
                  <a:lnTo>
                    <a:pt x="164069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1467425" y="1105925"/>
              <a:ext cx="2221450" cy="1549925"/>
            </a:xfrm>
            <a:custGeom>
              <a:avLst/>
              <a:gdLst/>
              <a:ahLst/>
              <a:cxnLst/>
              <a:rect l="l" t="t" r="r" b="b"/>
              <a:pathLst>
                <a:path w="88858" h="61997" extrusionOk="0">
                  <a:moveTo>
                    <a:pt x="85916" y="0"/>
                  </a:moveTo>
                  <a:cubicBezTo>
                    <a:pt x="70522" y="7085"/>
                    <a:pt x="57067" y="17407"/>
                    <a:pt x="45614" y="28659"/>
                  </a:cubicBezTo>
                  <a:cubicBezTo>
                    <a:pt x="26504" y="35957"/>
                    <a:pt x="5335" y="44923"/>
                    <a:pt x="1" y="49816"/>
                  </a:cubicBezTo>
                  <a:lnTo>
                    <a:pt x="7514" y="61996"/>
                  </a:lnTo>
                  <a:cubicBezTo>
                    <a:pt x="7966" y="61710"/>
                    <a:pt x="8395" y="61436"/>
                    <a:pt x="8847" y="61163"/>
                  </a:cubicBezTo>
                  <a:cubicBezTo>
                    <a:pt x="32088" y="37600"/>
                    <a:pt x="59115" y="17121"/>
                    <a:pt x="88857" y="3513"/>
                  </a:cubicBezTo>
                  <a:lnTo>
                    <a:pt x="85916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1655250" y="2634375"/>
              <a:ext cx="33375" cy="28900"/>
            </a:xfrm>
            <a:custGeom>
              <a:avLst/>
              <a:gdLst/>
              <a:ahLst/>
              <a:cxnLst/>
              <a:rect l="l" t="t" r="r" b="b"/>
              <a:pathLst>
                <a:path w="1335" h="1156" extrusionOk="0">
                  <a:moveTo>
                    <a:pt x="1334" y="1"/>
                  </a:moveTo>
                  <a:lnTo>
                    <a:pt x="1334" y="1"/>
                  </a:lnTo>
                  <a:cubicBezTo>
                    <a:pt x="882" y="287"/>
                    <a:pt x="453" y="560"/>
                    <a:pt x="1" y="834"/>
                  </a:cubicBezTo>
                  <a:lnTo>
                    <a:pt x="203" y="1156"/>
                  </a:lnTo>
                  <a:cubicBezTo>
                    <a:pt x="572" y="775"/>
                    <a:pt x="953" y="394"/>
                    <a:pt x="1334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2704500" y="989825"/>
              <a:ext cx="1654400" cy="776025"/>
            </a:xfrm>
            <a:custGeom>
              <a:avLst/>
              <a:gdLst/>
              <a:ahLst/>
              <a:cxnLst/>
              <a:rect l="l" t="t" r="r" b="b"/>
              <a:pathLst>
                <a:path w="66176" h="31041" extrusionOk="0">
                  <a:moveTo>
                    <a:pt x="65354" y="1"/>
                  </a:moveTo>
                  <a:cubicBezTo>
                    <a:pt x="56317" y="2537"/>
                    <a:pt x="47720" y="6121"/>
                    <a:pt x="39624" y="10407"/>
                  </a:cubicBezTo>
                  <a:cubicBezTo>
                    <a:pt x="40267" y="9919"/>
                    <a:pt x="40624" y="9669"/>
                    <a:pt x="40624" y="9669"/>
                  </a:cubicBezTo>
                  <a:lnTo>
                    <a:pt x="39374" y="8157"/>
                  </a:lnTo>
                  <a:cubicBezTo>
                    <a:pt x="25634" y="14443"/>
                    <a:pt x="12478" y="22194"/>
                    <a:pt x="0" y="31040"/>
                  </a:cubicBezTo>
                  <a:cubicBezTo>
                    <a:pt x="21015" y="19206"/>
                    <a:pt x="43339" y="9609"/>
                    <a:pt x="66175" y="1358"/>
                  </a:cubicBezTo>
                  <a:lnTo>
                    <a:pt x="65354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1688300" y="1023775"/>
              <a:ext cx="2724775" cy="1610625"/>
            </a:xfrm>
            <a:custGeom>
              <a:avLst/>
              <a:gdLst/>
              <a:ahLst/>
              <a:cxnLst/>
              <a:rect l="l" t="t" r="r" b="b"/>
              <a:pathLst>
                <a:path w="108991" h="64425" extrusionOk="0">
                  <a:moveTo>
                    <a:pt x="106823" y="0"/>
                  </a:moveTo>
                  <a:cubicBezTo>
                    <a:pt x="83987" y="8263"/>
                    <a:pt x="61663" y="17848"/>
                    <a:pt x="40648" y="29682"/>
                  </a:cubicBezTo>
                  <a:cubicBezTo>
                    <a:pt x="26123" y="39981"/>
                    <a:pt x="12526" y="51768"/>
                    <a:pt x="0" y="64425"/>
                  </a:cubicBezTo>
                  <a:cubicBezTo>
                    <a:pt x="35100" y="42243"/>
                    <a:pt x="71343" y="21169"/>
                    <a:pt x="108990" y="3644"/>
                  </a:cubicBezTo>
                  <a:lnTo>
                    <a:pt x="106823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346955" y="1376228"/>
              <a:ext cx="2221425" cy="1549325"/>
            </a:xfrm>
            <a:custGeom>
              <a:avLst/>
              <a:gdLst/>
              <a:ahLst/>
              <a:cxnLst/>
              <a:rect l="l" t="t" r="r" b="b"/>
              <a:pathLst>
                <a:path w="88857" h="61973" extrusionOk="0">
                  <a:moveTo>
                    <a:pt x="85928" y="0"/>
                  </a:moveTo>
                  <a:cubicBezTo>
                    <a:pt x="70533" y="7073"/>
                    <a:pt x="57067" y="17383"/>
                    <a:pt x="45637" y="28647"/>
                  </a:cubicBezTo>
                  <a:cubicBezTo>
                    <a:pt x="26516" y="35957"/>
                    <a:pt x="5346" y="44899"/>
                    <a:pt x="0" y="49804"/>
                  </a:cubicBezTo>
                  <a:lnTo>
                    <a:pt x="2036" y="53078"/>
                  </a:lnTo>
                  <a:lnTo>
                    <a:pt x="7525" y="61972"/>
                  </a:lnTo>
                  <a:cubicBezTo>
                    <a:pt x="7966" y="61686"/>
                    <a:pt x="8406" y="61425"/>
                    <a:pt x="8847" y="61139"/>
                  </a:cubicBezTo>
                  <a:cubicBezTo>
                    <a:pt x="32100" y="37600"/>
                    <a:pt x="59127" y="17098"/>
                    <a:pt x="88857" y="3513"/>
                  </a:cubicBezTo>
                  <a:lnTo>
                    <a:pt x="85928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568105" y="1294078"/>
              <a:ext cx="2724775" cy="1610625"/>
            </a:xfrm>
            <a:custGeom>
              <a:avLst/>
              <a:gdLst/>
              <a:ahLst/>
              <a:cxnLst/>
              <a:rect l="l" t="t" r="r" b="b"/>
              <a:pathLst>
                <a:path w="108991" h="64425" extrusionOk="0">
                  <a:moveTo>
                    <a:pt x="106812" y="0"/>
                  </a:moveTo>
                  <a:cubicBezTo>
                    <a:pt x="83988" y="8239"/>
                    <a:pt x="61663" y="17848"/>
                    <a:pt x="40649" y="29671"/>
                  </a:cubicBezTo>
                  <a:cubicBezTo>
                    <a:pt x="26123" y="39969"/>
                    <a:pt x="12514" y="51757"/>
                    <a:pt x="1" y="64425"/>
                  </a:cubicBezTo>
                  <a:cubicBezTo>
                    <a:pt x="35100" y="42232"/>
                    <a:pt x="71331" y="21158"/>
                    <a:pt x="108991" y="3644"/>
                  </a:cubicBezTo>
                  <a:lnTo>
                    <a:pt x="106812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4724100" y="1974775"/>
              <a:ext cx="2235125" cy="1525500"/>
            </a:xfrm>
            <a:custGeom>
              <a:avLst/>
              <a:gdLst/>
              <a:ahLst/>
              <a:cxnLst/>
              <a:rect l="l" t="t" r="r" b="b"/>
              <a:pathLst>
                <a:path w="89405" h="61020" extrusionOk="0">
                  <a:moveTo>
                    <a:pt x="82034" y="1"/>
                  </a:moveTo>
                  <a:cubicBezTo>
                    <a:pt x="81594" y="274"/>
                    <a:pt x="81141" y="548"/>
                    <a:pt x="80713" y="822"/>
                  </a:cubicBezTo>
                  <a:cubicBezTo>
                    <a:pt x="57186" y="24087"/>
                    <a:pt x="29909" y="44232"/>
                    <a:pt x="0" y="57484"/>
                  </a:cubicBezTo>
                  <a:lnTo>
                    <a:pt x="2881" y="61020"/>
                  </a:lnTo>
                  <a:cubicBezTo>
                    <a:pt x="18360" y="54126"/>
                    <a:pt x="31945" y="43982"/>
                    <a:pt x="43517" y="32862"/>
                  </a:cubicBezTo>
                  <a:cubicBezTo>
                    <a:pt x="62722" y="25789"/>
                    <a:pt x="83999" y="17086"/>
                    <a:pt x="89404" y="12264"/>
                  </a:cubicBezTo>
                  <a:lnTo>
                    <a:pt x="82034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3998700" y="1994725"/>
              <a:ext cx="2742925" cy="1578500"/>
            </a:xfrm>
            <a:custGeom>
              <a:avLst/>
              <a:gdLst/>
              <a:ahLst/>
              <a:cxnLst/>
              <a:rect l="l" t="t" r="r" b="b"/>
              <a:pathLst>
                <a:path w="109717" h="63140" extrusionOk="0">
                  <a:moveTo>
                    <a:pt x="109717" y="0"/>
                  </a:moveTo>
                  <a:lnTo>
                    <a:pt x="109717" y="0"/>
                  </a:lnTo>
                  <a:cubicBezTo>
                    <a:pt x="74355" y="21765"/>
                    <a:pt x="37862" y="42398"/>
                    <a:pt x="1" y="59460"/>
                  </a:cubicBezTo>
                  <a:lnTo>
                    <a:pt x="2132" y="63139"/>
                  </a:lnTo>
                  <a:cubicBezTo>
                    <a:pt x="25051" y="55174"/>
                    <a:pt x="47495" y="45851"/>
                    <a:pt x="68652" y="34266"/>
                  </a:cubicBezTo>
                  <a:cubicBezTo>
                    <a:pt x="83309" y="24146"/>
                    <a:pt x="97048" y="12526"/>
                    <a:pt x="109717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2937850" y="3328825"/>
              <a:ext cx="111050" cy="72650"/>
            </a:xfrm>
            <a:custGeom>
              <a:avLst/>
              <a:gdLst/>
              <a:ahLst/>
              <a:cxnLst/>
              <a:rect l="l" t="t" r="r" b="b"/>
              <a:pathLst>
                <a:path w="4442" h="2906" extrusionOk="0">
                  <a:moveTo>
                    <a:pt x="4442" y="0"/>
                  </a:moveTo>
                  <a:cubicBezTo>
                    <a:pt x="2953" y="845"/>
                    <a:pt x="1465" y="1726"/>
                    <a:pt x="1" y="2607"/>
                  </a:cubicBezTo>
                  <a:cubicBezTo>
                    <a:pt x="239" y="2798"/>
                    <a:pt x="370" y="2905"/>
                    <a:pt x="370" y="2905"/>
                  </a:cubicBezTo>
                  <a:cubicBezTo>
                    <a:pt x="370" y="2905"/>
                    <a:pt x="1715" y="1834"/>
                    <a:pt x="4442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4934525" y="2971775"/>
              <a:ext cx="845975" cy="229675"/>
            </a:xfrm>
            <a:custGeom>
              <a:avLst/>
              <a:gdLst/>
              <a:ahLst/>
              <a:cxnLst/>
              <a:rect l="l" t="t" r="r" b="b"/>
              <a:pathLst>
                <a:path w="33839" h="9187" extrusionOk="0">
                  <a:moveTo>
                    <a:pt x="7169" y="0"/>
                  </a:moveTo>
                  <a:cubicBezTo>
                    <a:pt x="4782" y="0"/>
                    <a:pt x="2393" y="38"/>
                    <a:pt x="1" y="114"/>
                  </a:cubicBezTo>
                  <a:cubicBezTo>
                    <a:pt x="3132" y="411"/>
                    <a:pt x="6085" y="947"/>
                    <a:pt x="8669" y="1792"/>
                  </a:cubicBezTo>
                  <a:cubicBezTo>
                    <a:pt x="28195" y="8234"/>
                    <a:pt x="29445" y="9186"/>
                    <a:pt x="29445" y="9186"/>
                  </a:cubicBezTo>
                  <a:lnTo>
                    <a:pt x="33838" y="1673"/>
                  </a:lnTo>
                  <a:cubicBezTo>
                    <a:pt x="25006" y="536"/>
                    <a:pt x="16106" y="0"/>
                    <a:pt x="7169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3593600" y="2788800"/>
              <a:ext cx="2253875" cy="436025"/>
            </a:xfrm>
            <a:custGeom>
              <a:avLst/>
              <a:gdLst/>
              <a:ahLst/>
              <a:cxnLst/>
              <a:rect l="l" t="t" r="r" b="b"/>
              <a:pathLst>
                <a:path w="90155" h="17441" extrusionOk="0">
                  <a:moveTo>
                    <a:pt x="68337" y="1"/>
                  </a:moveTo>
                  <a:cubicBezTo>
                    <a:pt x="44787" y="1"/>
                    <a:pt x="21044" y="4682"/>
                    <a:pt x="0" y="14314"/>
                  </a:cubicBezTo>
                  <a:cubicBezTo>
                    <a:pt x="441" y="15957"/>
                    <a:pt x="726" y="17136"/>
                    <a:pt x="726" y="17398"/>
                  </a:cubicBezTo>
                  <a:cubicBezTo>
                    <a:pt x="726" y="17426"/>
                    <a:pt x="762" y="17440"/>
                    <a:pt x="831" y="17440"/>
                  </a:cubicBezTo>
                  <a:cubicBezTo>
                    <a:pt x="1871" y="17440"/>
                    <a:pt x="10550" y="14316"/>
                    <a:pt x="21824" y="9873"/>
                  </a:cubicBezTo>
                  <a:cubicBezTo>
                    <a:pt x="29537" y="8414"/>
                    <a:pt x="38696" y="7148"/>
                    <a:pt x="47136" y="7148"/>
                  </a:cubicBezTo>
                  <a:cubicBezTo>
                    <a:pt x="49367" y="7148"/>
                    <a:pt x="51547" y="7236"/>
                    <a:pt x="53638" y="7433"/>
                  </a:cubicBezTo>
                  <a:cubicBezTo>
                    <a:pt x="56026" y="7357"/>
                    <a:pt x="58412" y="7319"/>
                    <a:pt x="60796" y="7319"/>
                  </a:cubicBezTo>
                  <a:cubicBezTo>
                    <a:pt x="69736" y="7319"/>
                    <a:pt x="78637" y="7857"/>
                    <a:pt x="87463" y="9004"/>
                  </a:cubicBezTo>
                  <a:lnTo>
                    <a:pt x="90154" y="4408"/>
                  </a:lnTo>
                  <a:cubicBezTo>
                    <a:pt x="85249" y="2551"/>
                    <a:pt x="80260" y="1134"/>
                    <a:pt x="75224" y="134"/>
                  </a:cubicBezTo>
                  <a:cubicBezTo>
                    <a:pt x="72932" y="45"/>
                    <a:pt x="70635" y="1"/>
                    <a:pt x="68337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3571275" y="2746225"/>
              <a:ext cx="1902925" cy="401050"/>
            </a:xfrm>
            <a:custGeom>
              <a:avLst/>
              <a:gdLst/>
              <a:ahLst/>
              <a:cxnLst/>
              <a:rect l="l" t="t" r="r" b="b"/>
              <a:pathLst>
                <a:path w="76117" h="16042" extrusionOk="0">
                  <a:moveTo>
                    <a:pt x="56422" y="1"/>
                  </a:moveTo>
                  <a:cubicBezTo>
                    <a:pt x="54769" y="1"/>
                    <a:pt x="53084" y="27"/>
                    <a:pt x="51376" y="87"/>
                  </a:cubicBezTo>
                  <a:cubicBezTo>
                    <a:pt x="34076" y="885"/>
                    <a:pt x="16633" y="5647"/>
                    <a:pt x="0" y="12838"/>
                  </a:cubicBezTo>
                  <a:cubicBezTo>
                    <a:pt x="322" y="14017"/>
                    <a:pt x="631" y="15101"/>
                    <a:pt x="893" y="16041"/>
                  </a:cubicBezTo>
                  <a:cubicBezTo>
                    <a:pt x="21954" y="6379"/>
                    <a:pt x="45717" y="1706"/>
                    <a:pt x="69286" y="1706"/>
                  </a:cubicBezTo>
                  <a:cubicBezTo>
                    <a:pt x="71566" y="1706"/>
                    <a:pt x="73843" y="1750"/>
                    <a:pt x="76117" y="1837"/>
                  </a:cubicBezTo>
                  <a:cubicBezTo>
                    <a:pt x="71223" y="873"/>
                    <a:pt x="66270" y="289"/>
                    <a:pt x="61282" y="75"/>
                  </a:cubicBezTo>
                  <a:cubicBezTo>
                    <a:pt x="59698" y="27"/>
                    <a:pt x="58076" y="1"/>
                    <a:pt x="56422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5103300" y="2748375"/>
              <a:ext cx="777800" cy="150650"/>
            </a:xfrm>
            <a:custGeom>
              <a:avLst/>
              <a:gdLst/>
              <a:ahLst/>
              <a:cxnLst/>
              <a:rect l="l" t="t" r="r" b="b"/>
              <a:pathLst>
                <a:path w="31112" h="6026" extrusionOk="0">
                  <a:moveTo>
                    <a:pt x="1" y="1"/>
                  </a:moveTo>
                  <a:lnTo>
                    <a:pt x="1" y="1"/>
                  </a:lnTo>
                  <a:cubicBezTo>
                    <a:pt x="10109" y="429"/>
                    <a:pt x="20098" y="2346"/>
                    <a:pt x="29766" y="6025"/>
                  </a:cubicBezTo>
                  <a:lnTo>
                    <a:pt x="31112" y="3751"/>
                  </a:lnTo>
                  <a:cubicBezTo>
                    <a:pt x="31112" y="3751"/>
                    <a:pt x="17931" y="525"/>
                    <a:pt x="1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3821300" y="1363100"/>
              <a:ext cx="1397525" cy="707250"/>
            </a:xfrm>
            <a:custGeom>
              <a:avLst/>
              <a:gdLst/>
              <a:ahLst/>
              <a:cxnLst/>
              <a:rect l="l" t="t" r="r" b="b"/>
              <a:pathLst>
                <a:path w="55901" h="28290" extrusionOk="0">
                  <a:moveTo>
                    <a:pt x="55900" y="0"/>
                  </a:moveTo>
                  <a:cubicBezTo>
                    <a:pt x="36576" y="7847"/>
                    <a:pt x="17943" y="17371"/>
                    <a:pt x="0" y="28289"/>
                  </a:cubicBezTo>
                  <a:cubicBezTo>
                    <a:pt x="5323" y="25908"/>
                    <a:pt x="10537" y="24099"/>
                    <a:pt x="15490" y="23098"/>
                  </a:cubicBezTo>
                  <a:cubicBezTo>
                    <a:pt x="49204" y="16403"/>
                    <a:pt x="54802" y="16082"/>
                    <a:pt x="55566" y="16082"/>
                  </a:cubicBezTo>
                  <a:cubicBezTo>
                    <a:pt x="55647" y="16082"/>
                    <a:pt x="55674" y="16086"/>
                    <a:pt x="55674" y="16086"/>
                  </a:cubicBezTo>
                  <a:lnTo>
                    <a:pt x="55900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1547200" y="1189275"/>
              <a:ext cx="3402550" cy="2559925"/>
            </a:xfrm>
            <a:custGeom>
              <a:avLst/>
              <a:gdLst/>
              <a:ahLst/>
              <a:cxnLst/>
              <a:rect l="l" t="t" r="r" b="b"/>
              <a:pathLst>
                <a:path w="136102" h="102397" extrusionOk="0">
                  <a:moveTo>
                    <a:pt x="136101" y="0"/>
                  </a:moveTo>
                  <a:lnTo>
                    <a:pt x="136101" y="0"/>
                  </a:lnTo>
                  <a:cubicBezTo>
                    <a:pt x="126505" y="1465"/>
                    <a:pt x="117194" y="3739"/>
                    <a:pt x="108181" y="6715"/>
                  </a:cubicBezTo>
                  <a:cubicBezTo>
                    <a:pt x="65795" y="28599"/>
                    <a:pt x="27540" y="59984"/>
                    <a:pt x="1" y="98072"/>
                  </a:cubicBezTo>
                  <a:cubicBezTo>
                    <a:pt x="2215" y="100310"/>
                    <a:pt x="3727" y="101917"/>
                    <a:pt x="3989" y="102370"/>
                  </a:cubicBezTo>
                  <a:cubicBezTo>
                    <a:pt x="4000" y="102388"/>
                    <a:pt x="4018" y="102397"/>
                    <a:pt x="4043" y="102397"/>
                  </a:cubicBezTo>
                  <a:cubicBezTo>
                    <a:pt x="5001" y="102397"/>
                    <a:pt x="16456" y="89158"/>
                    <a:pt x="31088" y="71045"/>
                  </a:cubicBezTo>
                  <a:cubicBezTo>
                    <a:pt x="45102" y="59210"/>
                    <a:pt x="63116" y="45744"/>
                    <a:pt x="80046" y="38148"/>
                  </a:cubicBezTo>
                  <a:cubicBezTo>
                    <a:pt x="98013" y="27230"/>
                    <a:pt x="116634" y="17705"/>
                    <a:pt x="135970" y="9858"/>
                  </a:cubicBezTo>
                  <a:lnTo>
                    <a:pt x="136101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3814450" y="947875"/>
              <a:ext cx="1337400" cy="556925"/>
            </a:xfrm>
            <a:custGeom>
              <a:avLst/>
              <a:gdLst/>
              <a:ahLst/>
              <a:cxnLst/>
              <a:rect l="l" t="t" r="r" b="b"/>
              <a:pathLst>
                <a:path w="53496" h="22277" extrusionOk="0">
                  <a:moveTo>
                    <a:pt x="53495" y="0"/>
                  </a:moveTo>
                  <a:cubicBezTo>
                    <a:pt x="53495" y="0"/>
                    <a:pt x="29337" y="6799"/>
                    <a:pt x="1" y="22277"/>
                  </a:cubicBezTo>
                  <a:cubicBezTo>
                    <a:pt x="16669" y="13811"/>
                    <a:pt x="34481" y="7799"/>
                    <a:pt x="53412" y="4894"/>
                  </a:cubicBezTo>
                  <a:lnTo>
                    <a:pt x="53495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1232150" y="1226932"/>
              <a:ext cx="4228525" cy="2452700"/>
            </a:xfrm>
            <a:custGeom>
              <a:avLst/>
              <a:gdLst/>
              <a:ahLst/>
              <a:cxnLst/>
              <a:rect l="l" t="t" r="r" b="b"/>
              <a:pathLst>
                <a:path w="169141" h="98108" extrusionOk="0">
                  <a:moveTo>
                    <a:pt x="54246" y="69057"/>
                  </a:moveTo>
                  <a:cubicBezTo>
                    <a:pt x="50233" y="71128"/>
                    <a:pt x="46364" y="73141"/>
                    <a:pt x="42959" y="74950"/>
                  </a:cubicBezTo>
                  <a:cubicBezTo>
                    <a:pt x="43637" y="73617"/>
                    <a:pt x="44435" y="72021"/>
                    <a:pt x="45399" y="70140"/>
                  </a:cubicBezTo>
                  <a:cubicBezTo>
                    <a:pt x="48316" y="69807"/>
                    <a:pt x="51293" y="69450"/>
                    <a:pt x="54246" y="69057"/>
                  </a:cubicBezTo>
                  <a:close/>
                  <a:moveTo>
                    <a:pt x="31052" y="79820"/>
                  </a:moveTo>
                  <a:lnTo>
                    <a:pt x="33041" y="80403"/>
                  </a:lnTo>
                  <a:cubicBezTo>
                    <a:pt x="31767" y="81130"/>
                    <a:pt x="30814" y="81713"/>
                    <a:pt x="30278" y="82106"/>
                  </a:cubicBezTo>
                  <a:cubicBezTo>
                    <a:pt x="30516" y="81380"/>
                    <a:pt x="30790" y="80618"/>
                    <a:pt x="31052" y="79820"/>
                  </a:cubicBezTo>
                  <a:close/>
                  <a:moveTo>
                    <a:pt x="120230" y="1"/>
                  </a:moveTo>
                  <a:cubicBezTo>
                    <a:pt x="82583" y="17515"/>
                    <a:pt x="46340" y="38601"/>
                    <a:pt x="11252" y="60782"/>
                  </a:cubicBezTo>
                  <a:cubicBezTo>
                    <a:pt x="10871" y="61163"/>
                    <a:pt x="10490" y="61544"/>
                    <a:pt x="10121" y="61925"/>
                  </a:cubicBezTo>
                  <a:lnTo>
                    <a:pt x="10145" y="61984"/>
                  </a:lnTo>
                  <a:lnTo>
                    <a:pt x="25897" y="54019"/>
                  </a:lnTo>
                  <a:lnTo>
                    <a:pt x="25897" y="54019"/>
                  </a:lnTo>
                  <a:cubicBezTo>
                    <a:pt x="24028" y="56543"/>
                    <a:pt x="22289" y="59020"/>
                    <a:pt x="20634" y="61449"/>
                  </a:cubicBezTo>
                  <a:cubicBezTo>
                    <a:pt x="10716" y="66628"/>
                    <a:pt x="2739" y="70962"/>
                    <a:pt x="1763" y="71986"/>
                  </a:cubicBezTo>
                  <a:cubicBezTo>
                    <a:pt x="1" y="73879"/>
                    <a:pt x="4656" y="78594"/>
                    <a:pt x="8180" y="81701"/>
                  </a:cubicBezTo>
                  <a:cubicBezTo>
                    <a:pt x="3692" y="89869"/>
                    <a:pt x="1382" y="95108"/>
                    <a:pt x="1382" y="95108"/>
                  </a:cubicBezTo>
                  <a:lnTo>
                    <a:pt x="25397" y="98108"/>
                  </a:lnTo>
                  <a:cubicBezTo>
                    <a:pt x="25397" y="98108"/>
                    <a:pt x="25397" y="96834"/>
                    <a:pt x="29552" y="84249"/>
                  </a:cubicBezTo>
                  <a:cubicBezTo>
                    <a:pt x="30493" y="87464"/>
                    <a:pt x="36791" y="92738"/>
                    <a:pt x="38982" y="94488"/>
                  </a:cubicBezTo>
                  <a:cubicBezTo>
                    <a:pt x="52543" y="83630"/>
                    <a:pt x="67164" y="73903"/>
                    <a:pt x="83059" y="66425"/>
                  </a:cubicBezTo>
                  <a:cubicBezTo>
                    <a:pt x="107205" y="55281"/>
                    <a:pt x="133887" y="45435"/>
                    <a:pt x="161033" y="40291"/>
                  </a:cubicBezTo>
                  <a:lnTo>
                    <a:pt x="161033" y="40291"/>
                  </a:lnTo>
                  <a:cubicBezTo>
                    <a:pt x="160854" y="40303"/>
                    <a:pt x="160652" y="40339"/>
                    <a:pt x="160473" y="40351"/>
                  </a:cubicBezTo>
                  <a:lnTo>
                    <a:pt x="158378" y="37160"/>
                  </a:lnTo>
                  <a:lnTo>
                    <a:pt x="150210" y="41589"/>
                  </a:lnTo>
                  <a:cubicBezTo>
                    <a:pt x="144924" y="42303"/>
                    <a:pt x="140375" y="43077"/>
                    <a:pt x="137232" y="43887"/>
                  </a:cubicBezTo>
                  <a:cubicBezTo>
                    <a:pt x="151401" y="36100"/>
                    <a:pt x="165212" y="28337"/>
                    <a:pt x="166474" y="26921"/>
                  </a:cubicBezTo>
                  <a:cubicBezTo>
                    <a:pt x="169141" y="23920"/>
                    <a:pt x="156187" y="14574"/>
                    <a:pt x="156187" y="14574"/>
                  </a:cubicBezTo>
                  <a:cubicBezTo>
                    <a:pt x="156187" y="14574"/>
                    <a:pt x="148591" y="20944"/>
                    <a:pt x="132898" y="29552"/>
                  </a:cubicBezTo>
                  <a:cubicBezTo>
                    <a:pt x="132124" y="26480"/>
                    <a:pt x="131541" y="24015"/>
                    <a:pt x="131541" y="23599"/>
                  </a:cubicBezTo>
                  <a:cubicBezTo>
                    <a:pt x="131541" y="23569"/>
                    <a:pt x="131501" y="23555"/>
                    <a:pt x="131423" y="23555"/>
                  </a:cubicBezTo>
                  <a:cubicBezTo>
                    <a:pt x="130321" y="23555"/>
                    <a:pt x="121655" y="26390"/>
                    <a:pt x="110384" y="30481"/>
                  </a:cubicBezTo>
                  <a:cubicBezTo>
                    <a:pt x="109967" y="28754"/>
                    <a:pt x="109693" y="27516"/>
                    <a:pt x="109693" y="27230"/>
                  </a:cubicBezTo>
                  <a:cubicBezTo>
                    <a:pt x="109695" y="27200"/>
                    <a:pt x="109655" y="27185"/>
                    <a:pt x="109576" y="27185"/>
                  </a:cubicBezTo>
                  <a:cubicBezTo>
                    <a:pt x="108404" y="27185"/>
                    <a:pt x="98582" y="30429"/>
                    <a:pt x="86178" y="34969"/>
                  </a:cubicBezTo>
                  <a:cubicBezTo>
                    <a:pt x="85488" y="32338"/>
                    <a:pt x="84273" y="27802"/>
                    <a:pt x="83297" y="23896"/>
                  </a:cubicBezTo>
                  <a:cubicBezTo>
                    <a:pt x="101525" y="10371"/>
                    <a:pt x="120587" y="608"/>
                    <a:pt x="120587" y="608"/>
                  </a:cubicBezTo>
                  <a:lnTo>
                    <a:pt x="120230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2382125" y="2035500"/>
              <a:ext cx="4101725" cy="1456750"/>
            </a:xfrm>
            <a:custGeom>
              <a:avLst/>
              <a:gdLst/>
              <a:ahLst/>
              <a:cxnLst/>
              <a:rect l="l" t="t" r="r" b="b"/>
              <a:pathLst>
                <a:path w="164069" h="58270" extrusionOk="0">
                  <a:moveTo>
                    <a:pt x="164069" y="0"/>
                  </a:moveTo>
                  <a:cubicBezTo>
                    <a:pt x="164068" y="1"/>
                    <a:pt x="141578" y="1334"/>
                    <a:pt x="122016" y="3441"/>
                  </a:cubicBezTo>
                  <a:cubicBezTo>
                    <a:pt x="94894" y="8597"/>
                    <a:pt x="68212" y="18443"/>
                    <a:pt x="44066" y="29599"/>
                  </a:cubicBezTo>
                  <a:cubicBezTo>
                    <a:pt x="28171" y="37088"/>
                    <a:pt x="13550" y="46804"/>
                    <a:pt x="1" y="57674"/>
                  </a:cubicBezTo>
                  <a:cubicBezTo>
                    <a:pt x="477" y="58055"/>
                    <a:pt x="751" y="58270"/>
                    <a:pt x="751" y="58270"/>
                  </a:cubicBezTo>
                  <a:cubicBezTo>
                    <a:pt x="751" y="58270"/>
                    <a:pt x="5716" y="54352"/>
                    <a:pt x="15812" y="48602"/>
                  </a:cubicBezTo>
                  <a:cubicBezTo>
                    <a:pt x="18241" y="51138"/>
                    <a:pt x="21194" y="53519"/>
                    <a:pt x="22218" y="54340"/>
                  </a:cubicBezTo>
                  <a:cubicBezTo>
                    <a:pt x="23694" y="53459"/>
                    <a:pt x="25159" y="52578"/>
                    <a:pt x="26647" y="51733"/>
                  </a:cubicBezTo>
                  <a:cubicBezTo>
                    <a:pt x="30576" y="49078"/>
                    <a:pt x="37386" y="44827"/>
                    <a:pt x="47149" y="39851"/>
                  </a:cubicBezTo>
                  <a:cubicBezTo>
                    <a:pt x="47280" y="40327"/>
                    <a:pt x="47411" y="40791"/>
                    <a:pt x="47542" y="41256"/>
                  </a:cubicBezTo>
                  <a:cubicBezTo>
                    <a:pt x="64175" y="34064"/>
                    <a:pt x="81630" y="29314"/>
                    <a:pt x="98918" y="28504"/>
                  </a:cubicBezTo>
                  <a:lnTo>
                    <a:pt x="98918" y="28504"/>
                  </a:lnTo>
                  <a:lnTo>
                    <a:pt x="97668" y="28540"/>
                  </a:lnTo>
                  <a:cubicBezTo>
                    <a:pt x="111396" y="22456"/>
                    <a:pt x="123647" y="16324"/>
                    <a:pt x="127469" y="12633"/>
                  </a:cubicBezTo>
                  <a:lnTo>
                    <a:pt x="126981" y="11895"/>
                  </a:lnTo>
                  <a:cubicBezTo>
                    <a:pt x="131827" y="10788"/>
                    <a:pt x="136839" y="9728"/>
                    <a:pt x="142054" y="8740"/>
                  </a:cubicBezTo>
                  <a:lnTo>
                    <a:pt x="142066" y="8740"/>
                  </a:lnTo>
                  <a:cubicBezTo>
                    <a:pt x="149031" y="7394"/>
                    <a:pt x="156306" y="6180"/>
                    <a:pt x="163914" y="5084"/>
                  </a:cubicBezTo>
                  <a:lnTo>
                    <a:pt x="164069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LANK_1_1_1_1_1_1_1_1_1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2" name="Google Shape;692;p54"/>
          <p:cNvGrpSpPr/>
          <p:nvPr/>
        </p:nvGrpSpPr>
        <p:grpSpPr>
          <a:xfrm>
            <a:off x="570122" y="469689"/>
            <a:ext cx="8003745" cy="3999263"/>
            <a:chOff x="94950" y="947875"/>
            <a:chExt cx="6864275" cy="3429900"/>
          </a:xfrm>
        </p:grpSpPr>
        <p:sp>
          <p:nvSpPr>
            <p:cNvPr id="693" name="Google Shape;693;p54"/>
            <p:cNvSpPr/>
            <p:nvPr/>
          </p:nvSpPr>
          <p:spPr>
            <a:xfrm>
              <a:off x="1599300" y="3439250"/>
              <a:ext cx="33050" cy="28600"/>
            </a:xfrm>
            <a:custGeom>
              <a:avLst/>
              <a:gdLst/>
              <a:ahLst/>
              <a:cxnLst/>
              <a:rect l="l" t="t" r="r" b="b"/>
              <a:pathLst>
                <a:path w="1322" h="1144" extrusionOk="0">
                  <a:moveTo>
                    <a:pt x="1322" y="0"/>
                  </a:moveTo>
                  <a:lnTo>
                    <a:pt x="1322" y="0"/>
                  </a:lnTo>
                  <a:cubicBezTo>
                    <a:pt x="869" y="286"/>
                    <a:pt x="441" y="548"/>
                    <a:pt x="0" y="834"/>
                  </a:cubicBezTo>
                  <a:lnTo>
                    <a:pt x="191" y="1143"/>
                  </a:lnTo>
                  <a:cubicBezTo>
                    <a:pt x="560" y="762"/>
                    <a:pt x="929" y="369"/>
                    <a:pt x="1322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4"/>
            <p:cNvSpPr/>
            <p:nvPr/>
          </p:nvSpPr>
          <p:spPr>
            <a:xfrm>
              <a:off x="1632325" y="1828325"/>
              <a:ext cx="2724775" cy="1610950"/>
            </a:xfrm>
            <a:custGeom>
              <a:avLst/>
              <a:gdLst/>
              <a:ahLst/>
              <a:cxnLst/>
              <a:rect l="l" t="t" r="r" b="b"/>
              <a:pathLst>
                <a:path w="108991" h="64438" extrusionOk="0">
                  <a:moveTo>
                    <a:pt x="106812" y="1"/>
                  </a:moveTo>
                  <a:cubicBezTo>
                    <a:pt x="83988" y="8252"/>
                    <a:pt x="61663" y="17836"/>
                    <a:pt x="40637" y="29683"/>
                  </a:cubicBezTo>
                  <a:cubicBezTo>
                    <a:pt x="26111" y="39982"/>
                    <a:pt x="12514" y="51769"/>
                    <a:pt x="1" y="64437"/>
                  </a:cubicBezTo>
                  <a:cubicBezTo>
                    <a:pt x="35089" y="42244"/>
                    <a:pt x="71331" y="21170"/>
                    <a:pt x="108991" y="3644"/>
                  </a:cubicBezTo>
                  <a:lnTo>
                    <a:pt x="106812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4"/>
            <p:cNvSpPr/>
            <p:nvPr/>
          </p:nvSpPr>
          <p:spPr>
            <a:xfrm>
              <a:off x="94950" y="2049775"/>
              <a:ext cx="2221125" cy="1549625"/>
            </a:xfrm>
            <a:custGeom>
              <a:avLst/>
              <a:gdLst/>
              <a:ahLst/>
              <a:cxnLst/>
              <a:rect l="l" t="t" r="r" b="b"/>
              <a:pathLst>
                <a:path w="88845" h="61985" extrusionOk="0">
                  <a:moveTo>
                    <a:pt x="85916" y="1"/>
                  </a:moveTo>
                  <a:cubicBezTo>
                    <a:pt x="70509" y="7097"/>
                    <a:pt x="57055" y="17408"/>
                    <a:pt x="45613" y="28659"/>
                  </a:cubicBezTo>
                  <a:cubicBezTo>
                    <a:pt x="26503" y="35970"/>
                    <a:pt x="5334" y="44911"/>
                    <a:pt x="0" y="49805"/>
                  </a:cubicBezTo>
                  <a:lnTo>
                    <a:pt x="2024" y="53079"/>
                  </a:lnTo>
                  <a:lnTo>
                    <a:pt x="7513" y="61985"/>
                  </a:lnTo>
                  <a:cubicBezTo>
                    <a:pt x="7965" y="61699"/>
                    <a:pt x="8394" y="61425"/>
                    <a:pt x="8835" y="61151"/>
                  </a:cubicBezTo>
                  <a:cubicBezTo>
                    <a:pt x="32087" y="37601"/>
                    <a:pt x="59115" y="17122"/>
                    <a:pt x="88845" y="3525"/>
                  </a:cubicBezTo>
                  <a:lnTo>
                    <a:pt x="85916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4"/>
            <p:cNvSpPr/>
            <p:nvPr/>
          </p:nvSpPr>
          <p:spPr>
            <a:xfrm>
              <a:off x="315800" y="1967625"/>
              <a:ext cx="2724775" cy="1610950"/>
            </a:xfrm>
            <a:custGeom>
              <a:avLst/>
              <a:gdLst/>
              <a:ahLst/>
              <a:cxnLst/>
              <a:rect l="l" t="t" r="r" b="b"/>
              <a:pathLst>
                <a:path w="108991" h="64438" extrusionOk="0">
                  <a:moveTo>
                    <a:pt x="106823" y="1"/>
                  </a:moveTo>
                  <a:cubicBezTo>
                    <a:pt x="83987" y="8252"/>
                    <a:pt x="61663" y="17848"/>
                    <a:pt x="40648" y="29683"/>
                  </a:cubicBezTo>
                  <a:cubicBezTo>
                    <a:pt x="26123" y="39982"/>
                    <a:pt x="12526" y="51769"/>
                    <a:pt x="1" y="64437"/>
                  </a:cubicBezTo>
                  <a:cubicBezTo>
                    <a:pt x="35100" y="42244"/>
                    <a:pt x="71343" y="21170"/>
                    <a:pt x="108990" y="3656"/>
                  </a:cubicBezTo>
                  <a:lnTo>
                    <a:pt x="106823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4"/>
            <p:cNvSpPr/>
            <p:nvPr/>
          </p:nvSpPr>
          <p:spPr>
            <a:xfrm>
              <a:off x="4667825" y="2779350"/>
              <a:ext cx="2235125" cy="1525500"/>
            </a:xfrm>
            <a:custGeom>
              <a:avLst/>
              <a:gdLst/>
              <a:ahLst/>
              <a:cxnLst/>
              <a:rect l="l" t="t" r="r" b="b"/>
              <a:pathLst>
                <a:path w="89405" h="61020" extrusionOk="0">
                  <a:moveTo>
                    <a:pt x="82047" y="0"/>
                  </a:moveTo>
                  <a:cubicBezTo>
                    <a:pt x="81594" y="262"/>
                    <a:pt x="81154" y="548"/>
                    <a:pt x="80713" y="810"/>
                  </a:cubicBezTo>
                  <a:cubicBezTo>
                    <a:pt x="57187" y="24075"/>
                    <a:pt x="29909" y="44232"/>
                    <a:pt x="1" y="57471"/>
                  </a:cubicBezTo>
                  <a:lnTo>
                    <a:pt x="2882" y="61020"/>
                  </a:lnTo>
                  <a:cubicBezTo>
                    <a:pt x="18360" y="54126"/>
                    <a:pt x="31945" y="43970"/>
                    <a:pt x="43530" y="32861"/>
                  </a:cubicBezTo>
                  <a:cubicBezTo>
                    <a:pt x="62723" y="25789"/>
                    <a:pt x="84011" y="17086"/>
                    <a:pt x="89405" y="12264"/>
                  </a:cubicBezTo>
                  <a:lnTo>
                    <a:pt x="82047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4"/>
            <p:cNvSpPr/>
            <p:nvPr/>
          </p:nvSpPr>
          <p:spPr>
            <a:xfrm>
              <a:off x="3942450" y="2799275"/>
              <a:ext cx="2742925" cy="1578500"/>
            </a:xfrm>
            <a:custGeom>
              <a:avLst/>
              <a:gdLst/>
              <a:ahLst/>
              <a:cxnLst/>
              <a:rect l="l" t="t" r="r" b="b"/>
              <a:pathLst>
                <a:path w="109717" h="63140" extrusionOk="0">
                  <a:moveTo>
                    <a:pt x="109716" y="1"/>
                  </a:moveTo>
                  <a:lnTo>
                    <a:pt x="109716" y="1"/>
                  </a:lnTo>
                  <a:cubicBezTo>
                    <a:pt x="74355" y="21765"/>
                    <a:pt x="37862" y="42387"/>
                    <a:pt x="0" y="59461"/>
                  </a:cubicBezTo>
                  <a:lnTo>
                    <a:pt x="2132" y="63140"/>
                  </a:lnTo>
                  <a:cubicBezTo>
                    <a:pt x="25051" y="55174"/>
                    <a:pt x="47494" y="45840"/>
                    <a:pt x="68652" y="34267"/>
                  </a:cubicBezTo>
                  <a:cubicBezTo>
                    <a:pt x="83320" y="24147"/>
                    <a:pt x="97048" y="12514"/>
                    <a:pt x="109716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4"/>
            <p:cNvSpPr/>
            <p:nvPr/>
          </p:nvSpPr>
          <p:spPr>
            <a:xfrm>
              <a:off x="2881600" y="4133075"/>
              <a:ext cx="111050" cy="72650"/>
            </a:xfrm>
            <a:custGeom>
              <a:avLst/>
              <a:gdLst/>
              <a:ahLst/>
              <a:cxnLst/>
              <a:rect l="l" t="t" r="r" b="b"/>
              <a:pathLst>
                <a:path w="4442" h="2906" extrusionOk="0">
                  <a:moveTo>
                    <a:pt x="4441" y="1"/>
                  </a:moveTo>
                  <a:lnTo>
                    <a:pt x="4441" y="1"/>
                  </a:lnTo>
                  <a:cubicBezTo>
                    <a:pt x="2953" y="858"/>
                    <a:pt x="1465" y="1727"/>
                    <a:pt x="0" y="2608"/>
                  </a:cubicBezTo>
                  <a:cubicBezTo>
                    <a:pt x="239" y="2799"/>
                    <a:pt x="381" y="2906"/>
                    <a:pt x="381" y="2906"/>
                  </a:cubicBezTo>
                  <a:cubicBezTo>
                    <a:pt x="381" y="2906"/>
                    <a:pt x="1715" y="1834"/>
                    <a:pt x="4441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4"/>
            <p:cNvSpPr/>
            <p:nvPr/>
          </p:nvSpPr>
          <p:spPr>
            <a:xfrm>
              <a:off x="4878275" y="3776025"/>
              <a:ext cx="845975" cy="229975"/>
            </a:xfrm>
            <a:custGeom>
              <a:avLst/>
              <a:gdLst/>
              <a:ahLst/>
              <a:cxnLst/>
              <a:rect l="l" t="t" r="r" b="b"/>
              <a:pathLst>
                <a:path w="33839" h="9199" extrusionOk="0">
                  <a:moveTo>
                    <a:pt x="7163" y="1"/>
                  </a:moveTo>
                  <a:cubicBezTo>
                    <a:pt x="4779" y="1"/>
                    <a:pt x="2391" y="39"/>
                    <a:pt x="1" y="114"/>
                  </a:cubicBezTo>
                  <a:cubicBezTo>
                    <a:pt x="3132" y="412"/>
                    <a:pt x="6085" y="948"/>
                    <a:pt x="8668" y="1805"/>
                  </a:cubicBezTo>
                  <a:cubicBezTo>
                    <a:pt x="28206" y="8246"/>
                    <a:pt x="29445" y="9199"/>
                    <a:pt x="29445" y="9199"/>
                  </a:cubicBezTo>
                  <a:lnTo>
                    <a:pt x="33838" y="1686"/>
                  </a:lnTo>
                  <a:cubicBezTo>
                    <a:pt x="25002" y="539"/>
                    <a:pt x="16106" y="1"/>
                    <a:pt x="7163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4"/>
            <p:cNvSpPr/>
            <p:nvPr/>
          </p:nvSpPr>
          <p:spPr>
            <a:xfrm>
              <a:off x="3537325" y="3593350"/>
              <a:ext cx="2253875" cy="435975"/>
            </a:xfrm>
            <a:custGeom>
              <a:avLst/>
              <a:gdLst/>
              <a:ahLst/>
              <a:cxnLst/>
              <a:rect l="l" t="t" r="r" b="b"/>
              <a:pathLst>
                <a:path w="90155" h="17439" extrusionOk="0">
                  <a:moveTo>
                    <a:pt x="68336" y="1"/>
                  </a:moveTo>
                  <a:cubicBezTo>
                    <a:pt x="44789" y="1"/>
                    <a:pt x="21041" y="4673"/>
                    <a:pt x="1" y="14315"/>
                  </a:cubicBezTo>
                  <a:cubicBezTo>
                    <a:pt x="441" y="15958"/>
                    <a:pt x="727" y="17125"/>
                    <a:pt x="727" y="17399"/>
                  </a:cubicBezTo>
                  <a:cubicBezTo>
                    <a:pt x="727" y="17426"/>
                    <a:pt x="761" y="17439"/>
                    <a:pt x="828" y="17439"/>
                  </a:cubicBezTo>
                  <a:cubicBezTo>
                    <a:pt x="1849" y="17439"/>
                    <a:pt x="10547" y="14322"/>
                    <a:pt x="21837" y="9862"/>
                  </a:cubicBezTo>
                  <a:cubicBezTo>
                    <a:pt x="29549" y="8401"/>
                    <a:pt x="38717" y="7141"/>
                    <a:pt x="47165" y="7141"/>
                  </a:cubicBezTo>
                  <a:cubicBezTo>
                    <a:pt x="49386" y="7141"/>
                    <a:pt x="51557" y="7228"/>
                    <a:pt x="53639" y="7421"/>
                  </a:cubicBezTo>
                  <a:cubicBezTo>
                    <a:pt x="56026" y="7346"/>
                    <a:pt x="58410" y="7308"/>
                    <a:pt x="60791" y="7308"/>
                  </a:cubicBezTo>
                  <a:cubicBezTo>
                    <a:pt x="69737" y="7308"/>
                    <a:pt x="78634" y="7848"/>
                    <a:pt x="87464" y="9005"/>
                  </a:cubicBezTo>
                  <a:lnTo>
                    <a:pt x="90155" y="4409"/>
                  </a:lnTo>
                  <a:cubicBezTo>
                    <a:pt x="85250" y="2540"/>
                    <a:pt x="80261" y="1135"/>
                    <a:pt x="75236" y="135"/>
                  </a:cubicBezTo>
                  <a:cubicBezTo>
                    <a:pt x="72940" y="46"/>
                    <a:pt x="70639" y="1"/>
                    <a:pt x="68336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4"/>
            <p:cNvSpPr/>
            <p:nvPr/>
          </p:nvSpPr>
          <p:spPr>
            <a:xfrm>
              <a:off x="3515000" y="3550600"/>
              <a:ext cx="1903250" cy="400925"/>
            </a:xfrm>
            <a:custGeom>
              <a:avLst/>
              <a:gdLst/>
              <a:ahLst/>
              <a:cxnLst/>
              <a:rect l="l" t="t" r="r" b="b"/>
              <a:pathLst>
                <a:path w="76130" h="16037" extrusionOk="0">
                  <a:moveTo>
                    <a:pt x="56278" y="1"/>
                  </a:moveTo>
                  <a:cubicBezTo>
                    <a:pt x="54671" y="1"/>
                    <a:pt x="53035" y="25"/>
                    <a:pt x="51376" y="82"/>
                  </a:cubicBezTo>
                  <a:cubicBezTo>
                    <a:pt x="34077" y="892"/>
                    <a:pt x="16634" y="5655"/>
                    <a:pt x="1" y="12846"/>
                  </a:cubicBezTo>
                  <a:cubicBezTo>
                    <a:pt x="322" y="14013"/>
                    <a:pt x="644" y="15108"/>
                    <a:pt x="894" y="16037"/>
                  </a:cubicBezTo>
                  <a:cubicBezTo>
                    <a:pt x="21935" y="6384"/>
                    <a:pt x="45682" y="1711"/>
                    <a:pt x="69230" y="1711"/>
                  </a:cubicBezTo>
                  <a:cubicBezTo>
                    <a:pt x="71533" y="1711"/>
                    <a:pt x="73833" y="1756"/>
                    <a:pt x="76129" y="1845"/>
                  </a:cubicBezTo>
                  <a:cubicBezTo>
                    <a:pt x="71224" y="880"/>
                    <a:pt x="66271" y="297"/>
                    <a:pt x="61282" y="71"/>
                  </a:cubicBezTo>
                  <a:cubicBezTo>
                    <a:pt x="59653" y="28"/>
                    <a:pt x="57982" y="1"/>
                    <a:pt x="56278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4"/>
            <p:cNvSpPr/>
            <p:nvPr/>
          </p:nvSpPr>
          <p:spPr>
            <a:xfrm>
              <a:off x="5047050" y="3552650"/>
              <a:ext cx="777800" cy="150925"/>
            </a:xfrm>
            <a:custGeom>
              <a:avLst/>
              <a:gdLst/>
              <a:ahLst/>
              <a:cxnLst/>
              <a:rect l="l" t="t" r="r" b="b"/>
              <a:pathLst>
                <a:path w="31112" h="6037" extrusionOk="0">
                  <a:moveTo>
                    <a:pt x="0" y="0"/>
                  </a:moveTo>
                  <a:cubicBezTo>
                    <a:pt x="10109" y="441"/>
                    <a:pt x="20098" y="2358"/>
                    <a:pt x="29766" y="6037"/>
                  </a:cubicBezTo>
                  <a:lnTo>
                    <a:pt x="31111" y="3751"/>
                  </a:lnTo>
                  <a:cubicBezTo>
                    <a:pt x="31111" y="3751"/>
                    <a:pt x="17943" y="524"/>
                    <a:pt x="0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4"/>
            <p:cNvSpPr/>
            <p:nvPr/>
          </p:nvSpPr>
          <p:spPr>
            <a:xfrm>
              <a:off x="3765050" y="2167650"/>
              <a:ext cx="1397500" cy="707275"/>
            </a:xfrm>
            <a:custGeom>
              <a:avLst/>
              <a:gdLst/>
              <a:ahLst/>
              <a:cxnLst/>
              <a:rect l="l" t="t" r="r" b="b"/>
              <a:pathLst>
                <a:path w="55900" h="28291" extrusionOk="0">
                  <a:moveTo>
                    <a:pt x="55900" y="1"/>
                  </a:moveTo>
                  <a:cubicBezTo>
                    <a:pt x="36576" y="7835"/>
                    <a:pt x="17943" y="17360"/>
                    <a:pt x="0" y="28290"/>
                  </a:cubicBezTo>
                  <a:cubicBezTo>
                    <a:pt x="5322" y="25909"/>
                    <a:pt x="10537" y="24087"/>
                    <a:pt x="15490" y="23099"/>
                  </a:cubicBezTo>
                  <a:cubicBezTo>
                    <a:pt x="49111" y="16411"/>
                    <a:pt x="54771" y="16082"/>
                    <a:pt x="55560" y="16082"/>
                  </a:cubicBezTo>
                  <a:cubicBezTo>
                    <a:pt x="55646" y="16082"/>
                    <a:pt x="55674" y="16086"/>
                    <a:pt x="55674" y="16086"/>
                  </a:cubicBezTo>
                  <a:lnTo>
                    <a:pt x="55900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4"/>
            <p:cNvSpPr/>
            <p:nvPr/>
          </p:nvSpPr>
          <p:spPr>
            <a:xfrm>
              <a:off x="3758200" y="1752425"/>
              <a:ext cx="1337400" cy="556950"/>
            </a:xfrm>
            <a:custGeom>
              <a:avLst/>
              <a:gdLst/>
              <a:ahLst/>
              <a:cxnLst/>
              <a:rect l="l" t="t" r="r" b="b"/>
              <a:pathLst>
                <a:path w="53496" h="22278" extrusionOk="0">
                  <a:moveTo>
                    <a:pt x="53495" y="1"/>
                  </a:moveTo>
                  <a:cubicBezTo>
                    <a:pt x="53494" y="1"/>
                    <a:pt x="29337" y="6799"/>
                    <a:pt x="0" y="22277"/>
                  </a:cubicBezTo>
                  <a:cubicBezTo>
                    <a:pt x="16669" y="13812"/>
                    <a:pt x="34493" y="7799"/>
                    <a:pt x="53424" y="4894"/>
                  </a:cubicBezTo>
                  <a:lnTo>
                    <a:pt x="53495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4"/>
            <p:cNvSpPr/>
            <p:nvPr/>
          </p:nvSpPr>
          <p:spPr>
            <a:xfrm>
              <a:off x="1351050" y="1919125"/>
              <a:ext cx="4228525" cy="2453000"/>
            </a:xfrm>
            <a:custGeom>
              <a:avLst/>
              <a:gdLst/>
              <a:ahLst/>
              <a:cxnLst/>
              <a:rect l="l" t="t" r="r" b="b"/>
              <a:pathLst>
                <a:path w="169141" h="98120" extrusionOk="0">
                  <a:moveTo>
                    <a:pt x="54245" y="69056"/>
                  </a:moveTo>
                  <a:lnTo>
                    <a:pt x="54245" y="69056"/>
                  </a:lnTo>
                  <a:cubicBezTo>
                    <a:pt x="50245" y="71116"/>
                    <a:pt x="46375" y="73128"/>
                    <a:pt x="42958" y="74950"/>
                  </a:cubicBezTo>
                  <a:cubicBezTo>
                    <a:pt x="43637" y="73604"/>
                    <a:pt x="44435" y="72009"/>
                    <a:pt x="45399" y="70140"/>
                  </a:cubicBezTo>
                  <a:cubicBezTo>
                    <a:pt x="48316" y="69794"/>
                    <a:pt x="51293" y="69437"/>
                    <a:pt x="54245" y="69056"/>
                  </a:cubicBezTo>
                  <a:close/>
                  <a:moveTo>
                    <a:pt x="31064" y="79808"/>
                  </a:moveTo>
                  <a:lnTo>
                    <a:pt x="33040" y="80391"/>
                  </a:lnTo>
                  <a:cubicBezTo>
                    <a:pt x="31778" y="81117"/>
                    <a:pt x="30826" y="81701"/>
                    <a:pt x="30290" y="82105"/>
                  </a:cubicBezTo>
                  <a:cubicBezTo>
                    <a:pt x="30528" y="81379"/>
                    <a:pt x="30790" y="80617"/>
                    <a:pt x="31064" y="79808"/>
                  </a:cubicBezTo>
                  <a:close/>
                  <a:moveTo>
                    <a:pt x="120242" y="0"/>
                  </a:moveTo>
                  <a:cubicBezTo>
                    <a:pt x="82582" y="17538"/>
                    <a:pt x="46340" y="38612"/>
                    <a:pt x="11252" y="60805"/>
                  </a:cubicBezTo>
                  <a:cubicBezTo>
                    <a:pt x="10883" y="61198"/>
                    <a:pt x="10490" y="61567"/>
                    <a:pt x="10121" y="61948"/>
                  </a:cubicBezTo>
                  <a:lnTo>
                    <a:pt x="10145" y="62008"/>
                  </a:lnTo>
                  <a:lnTo>
                    <a:pt x="25897" y="54054"/>
                  </a:lnTo>
                  <a:lnTo>
                    <a:pt x="25897" y="54054"/>
                  </a:lnTo>
                  <a:cubicBezTo>
                    <a:pt x="24039" y="56567"/>
                    <a:pt x="22289" y="59055"/>
                    <a:pt x="20634" y="61472"/>
                  </a:cubicBezTo>
                  <a:cubicBezTo>
                    <a:pt x="10716" y="66639"/>
                    <a:pt x="2739" y="70973"/>
                    <a:pt x="1775" y="72009"/>
                  </a:cubicBezTo>
                  <a:cubicBezTo>
                    <a:pt x="0" y="73902"/>
                    <a:pt x="4656" y="78617"/>
                    <a:pt x="8180" y="81736"/>
                  </a:cubicBezTo>
                  <a:cubicBezTo>
                    <a:pt x="3691" y="89868"/>
                    <a:pt x="1382" y="95107"/>
                    <a:pt x="1382" y="95107"/>
                  </a:cubicBezTo>
                  <a:lnTo>
                    <a:pt x="25408" y="98119"/>
                  </a:lnTo>
                  <a:cubicBezTo>
                    <a:pt x="25408" y="98119"/>
                    <a:pt x="25408" y="96833"/>
                    <a:pt x="29552" y="84260"/>
                  </a:cubicBezTo>
                  <a:cubicBezTo>
                    <a:pt x="30492" y="87475"/>
                    <a:pt x="36791" y="92750"/>
                    <a:pt x="38993" y="94500"/>
                  </a:cubicBezTo>
                  <a:cubicBezTo>
                    <a:pt x="52555" y="83641"/>
                    <a:pt x="67164" y="73914"/>
                    <a:pt x="83058" y="66425"/>
                  </a:cubicBezTo>
                  <a:cubicBezTo>
                    <a:pt x="107216" y="55269"/>
                    <a:pt x="133886" y="45434"/>
                    <a:pt x="161033" y="40279"/>
                  </a:cubicBezTo>
                  <a:lnTo>
                    <a:pt x="161033" y="40279"/>
                  </a:lnTo>
                  <a:cubicBezTo>
                    <a:pt x="160854" y="40303"/>
                    <a:pt x="160663" y="40327"/>
                    <a:pt x="160485" y="40338"/>
                  </a:cubicBezTo>
                  <a:lnTo>
                    <a:pt x="158377" y="37159"/>
                  </a:lnTo>
                  <a:lnTo>
                    <a:pt x="150210" y="41577"/>
                  </a:lnTo>
                  <a:cubicBezTo>
                    <a:pt x="144923" y="42291"/>
                    <a:pt x="140375" y="43065"/>
                    <a:pt x="137232" y="43886"/>
                  </a:cubicBezTo>
                  <a:cubicBezTo>
                    <a:pt x="151400" y="36100"/>
                    <a:pt x="165212" y="28337"/>
                    <a:pt x="166474" y="26920"/>
                  </a:cubicBezTo>
                  <a:cubicBezTo>
                    <a:pt x="169141" y="23908"/>
                    <a:pt x="156199" y="14561"/>
                    <a:pt x="156199" y="14561"/>
                  </a:cubicBezTo>
                  <a:cubicBezTo>
                    <a:pt x="156199" y="14561"/>
                    <a:pt x="148590" y="20931"/>
                    <a:pt x="132898" y="29551"/>
                  </a:cubicBezTo>
                  <a:cubicBezTo>
                    <a:pt x="132124" y="26468"/>
                    <a:pt x="131553" y="24015"/>
                    <a:pt x="131553" y="23598"/>
                  </a:cubicBezTo>
                  <a:cubicBezTo>
                    <a:pt x="131553" y="23569"/>
                    <a:pt x="131513" y="23555"/>
                    <a:pt x="131434" y="23555"/>
                  </a:cubicBezTo>
                  <a:cubicBezTo>
                    <a:pt x="130331" y="23555"/>
                    <a:pt x="121655" y="26390"/>
                    <a:pt x="110383" y="30480"/>
                  </a:cubicBezTo>
                  <a:cubicBezTo>
                    <a:pt x="109967" y="28754"/>
                    <a:pt x="109705" y="27515"/>
                    <a:pt x="109705" y="27230"/>
                  </a:cubicBezTo>
                  <a:cubicBezTo>
                    <a:pt x="109705" y="27200"/>
                    <a:pt x="109665" y="27185"/>
                    <a:pt x="109585" y="27185"/>
                  </a:cubicBezTo>
                  <a:cubicBezTo>
                    <a:pt x="108404" y="27185"/>
                    <a:pt x="98582" y="30429"/>
                    <a:pt x="86190" y="34969"/>
                  </a:cubicBezTo>
                  <a:cubicBezTo>
                    <a:pt x="85487" y="32337"/>
                    <a:pt x="84285" y="27801"/>
                    <a:pt x="83297" y="23896"/>
                  </a:cubicBezTo>
                  <a:cubicBezTo>
                    <a:pt x="101525" y="10370"/>
                    <a:pt x="120599" y="607"/>
                    <a:pt x="120599" y="607"/>
                  </a:cubicBezTo>
                  <a:lnTo>
                    <a:pt x="120242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4"/>
            <p:cNvSpPr/>
            <p:nvPr/>
          </p:nvSpPr>
          <p:spPr>
            <a:xfrm>
              <a:off x="2325875" y="2839775"/>
              <a:ext cx="4101725" cy="1456750"/>
            </a:xfrm>
            <a:custGeom>
              <a:avLst/>
              <a:gdLst/>
              <a:ahLst/>
              <a:cxnLst/>
              <a:rect l="l" t="t" r="r" b="b"/>
              <a:pathLst>
                <a:path w="164069" h="58270" extrusionOk="0">
                  <a:moveTo>
                    <a:pt x="164069" y="0"/>
                  </a:moveTo>
                  <a:cubicBezTo>
                    <a:pt x="164068" y="0"/>
                    <a:pt x="141577" y="1346"/>
                    <a:pt x="122028" y="3441"/>
                  </a:cubicBezTo>
                  <a:cubicBezTo>
                    <a:pt x="94893" y="8608"/>
                    <a:pt x="68223" y="18443"/>
                    <a:pt x="44065" y="29611"/>
                  </a:cubicBezTo>
                  <a:cubicBezTo>
                    <a:pt x="28171" y="37088"/>
                    <a:pt x="13562" y="46815"/>
                    <a:pt x="0" y="57674"/>
                  </a:cubicBezTo>
                  <a:cubicBezTo>
                    <a:pt x="477" y="58067"/>
                    <a:pt x="762" y="58269"/>
                    <a:pt x="762" y="58269"/>
                  </a:cubicBezTo>
                  <a:cubicBezTo>
                    <a:pt x="762" y="58269"/>
                    <a:pt x="5715" y="54352"/>
                    <a:pt x="15824" y="48613"/>
                  </a:cubicBezTo>
                  <a:cubicBezTo>
                    <a:pt x="18241" y="51137"/>
                    <a:pt x="21194" y="53519"/>
                    <a:pt x="22218" y="54340"/>
                  </a:cubicBezTo>
                  <a:cubicBezTo>
                    <a:pt x="23694" y="53459"/>
                    <a:pt x="25170" y="52590"/>
                    <a:pt x="26659" y="51733"/>
                  </a:cubicBezTo>
                  <a:cubicBezTo>
                    <a:pt x="30588" y="49089"/>
                    <a:pt x="37386" y="44827"/>
                    <a:pt x="47149" y="39862"/>
                  </a:cubicBezTo>
                  <a:cubicBezTo>
                    <a:pt x="47280" y="40338"/>
                    <a:pt x="47411" y="40803"/>
                    <a:pt x="47554" y="41255"/>
                  </a:cubicBezTo>
                  <a:cubicBezTo>
                    <a:pt x="64175" y="34076"/>
                    <a:pt x="81630" y="29325"/>
                    <a:pt x="98929" y="28504"/>
                  </a:cubicBezTo>
                  <a:lnTo>
                    <a:pt x="98929" y="28504"/>
                  </a:lnTo>
                  <a:lnTo>
                    <a:pt x="97679" y="28551"/>
                  </a:lnTo>
                  <a:cubicBezTo>
                    <a:pt x="111395" y="22467"/>
                    <a:pt x="123647" y="16335"/>
                    <a:pt x="127469" y="12644"/>
                  </a:cubicBezTo>
                  <a:lnTo>
                    <a:pt x="126981" y="11894"/>
                  </a:lnTo>
                  <a:cubicBezTo>
                    <a:pt x="131826" y="10799"/>
                    <a:pt x="136851" y="9739"/>
                    <a:pt x="142054" y="8739"/>
                  </a:cubicBezTo>
                  <a:lnTo>
                    <a:pt x="142066" y="8739"/>
                  </a:lnTo>
                  <a:cubicBezTo>
                    <a:pt x="149031" y="7406"/>
                    <a:pt x="156318" y="6179"/>
                    <a:pt x="163914" y="5096"/>
                  </a:cubicBezTo>
                  <a:lnTo>
                    <a:pt x="164069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4"/>
            <p:cNvSpPr/>
            <p:nvPr/>
          </p:nvSpPr>
          <p:spPr>
            <a:xfrm>
              <a:off x="1467425" y="1105925"/>
              <a:ext cx="2221450" cy="1549925"/>
            </a:xfrm>
            <a:custGeom>
              <a:avLst/>
              <a:gdLst/>
              <a:ahLst/>
              <a:cxnLst/>
              <a:rect l="l" t="t" r="r" b="b"/>
              <a:pathLst>
                <a:path w="88858" h="61997" extrusionOk="0">
                  <a:moveTo>
                    <a:pt x="85916" y="0"/>
                  </a:moveTo>
                  <a:cubicBezTo>
                    <a:pt x="70522" y="7085"/>
                    <a:pt x="57067" y="17407"/>
                    <a:pt x="45614" y="28659"/>
                  </a:cubicBezTo>
                  <a:cubicBezTo>
                    <a:pt x="26504" y="35957"/>
                    <a:pt x="5335" y="44923"/>
                    <a:pt x="1" y="49816"/>
                  </a:cubicBezTo>
                  <a:lnTo>
                    <a:pt x="7514" y="61996"/>
                  </a:lnTo>
                  <a:cubicBezTo>
                    <a:pt x="7966" y="61710"/>
                    <a:pt x="8395" y="61436"/>
                    <a:pt x="8847" y="61163"/>
                  </a:cubicBezTo>
                  <a:cubicBezTo>
                    <a:pt x="32088" y="37600"/>
                    <a:pt x="59115" y="17121"/>
                    <a:pt x="88857" y="3513"/>
                  </a:cubicBezTo>
                  <a:lnTo>
                    <a:pt x="85916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4"/>
            <p:cNvSpPr/>
            <p:nvPr/>
          </p:nvSpPr>
          <p:spPr>
            <a:xfrm>
              <a:off x="1655250" y="2634375"/>
              <a:ext cx="33375" cy="28900"/>
            </a:xfrm>
            <a:custGeom>
              <a:avLst/>
              <a:gdLst/>
              <a:ahLst/>
              <a:cxnLst/>
              <a:rect l="l" t="t" r="r" b="b"/>
              <a:pathLst>
                <a:path w="1335" h="1156" extrusionOk="0">
                  <a:moveTo>
                    <a:pt x="1334" y="1"/>
                  </a:moveTo>
                  <a:lnTo>
                    <a:pt x="1334" y="1"/>
                  </a:lnTo>
                  <a:cubicBezTo>
                    <a:pt x="882" y="287"/>
                    <a:pt x="453" y="560"/>
                    <a:pt x="1" y="834"/>
                  </a:cubicBezTo>
                  <a:lnTo>
                    <a:pt x="203" y="1156"/>
                  </a:lnTo>
                  <a:cubicBezTo>
                    <a:pt x="572" y="775"/>
                    <a:pt x="953" y="394"/>
                    <a:pt x="1334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4"/>
            <p:cNvSpPr/>
            <p:nvPr/>
          </p:nvSpPr>
          <p:spPr>
            <a:xfrm>
              <a:off x="2704500" y="989825"/>
              <a:ext cx="1654400" cy="776025"/>
            </a:xfrm>
            <a:custGeom>
              <a:avLst/>
              <a:gdLst/>
              <a:ahLst/>
              <a:cxnLst/>
              <a:rect l="l" t="t" r="r" b="b"/>
              <a:pathLst>
                <a:path w="66176" h="31041" extrusionOk="0">
                  <a:moveTo>
                    <a:pt x="65354" y="1"/>
                  </a:moveTo>
                  <a:cubicBezTo>
                    <a:pt x="56317" y="2537"/>
                    <a:pt x="47720" y="6121"/>
                    <a:pt x="39624" y="10407"/>
                  </a:cubicBezTo>
                  <a:cubicBezTo>
                    <a:pt x="40267" y="9919"/>
                    <a:pt x="40624" y="9669"/>
                    <a:pt x="40624" y="9669"/>
                  </a:cubicBezTo>
                  <a:lnTo>
                    <a:pt x="39374" y="8157"/>
                  </a:lnTo>
                  <a:cubicBezTo>
                    <a:pt x="25634" y="14443"/>
                    <a:pt x="12478" y="22194"/>
                    <a:pt x="0" y="31040"/>
                  </a:cubicBezTo>
                  <a:cubicBezTo>
                    <a:pt x="21015" y="19206"/>
                    <a:pt x="43339" y="9609"/>
                    <a:pt x="66175" y="1358"/>
                  </a:cubicBezTo>
                  <a:lnTo>
                    <a:pt x="65354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4"/>
            <p:cNvSpPr/>
            <p:nvPr/>
          </p:nvSpPr>
          <p:spPr>
            <a:xfrm>
              <a:off x="1688300" y="1023775"/>
              <a:ext cx="2724775" cy="1610625"/>
            </a:xfrm>
            <a:custGeom>
              <a:avLst/>
              <a:gdLst/>
              <a:ahLst/>
              <a:cxnLst/>
              <a:rect l="l" t="t" r="r" b="b"/>
              <a:pathLst>
                <a:path w="108991" h="64425" extrusionOk="0">
                  <a:moveTo>
                    <a:pt x="106823" y="0"/>
                  </a:moveTo>
                  <a:cubicBezTo>
                    <a:pt x="83987" y="8263"/>
                    <a:pt x="61663" y="17848"/>
                    <a:pt x="40648" y="29682"/>
                  </a:cubicBezTo>
                  <a:cubicBezTo>
                    <a:pt x="26123" y="39981"/>
                    <a:pt x="12526" y="51768"/>
                    <a:pt x="0" y="64425"/>
                  </a:cubicBezTo>
                  <a:cubicBezTo>
                    <a:pt x="35100" y="42243"/>
                    <a:pt x="71343" y="21169"/>
                    <a:pt x="108990" y="3644"/>
                  </a:cubicBezTo>
                  <a:lnTo>
                    <a:pt x="106823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4"/>
            <p:cNvSpPr/>
            <p:nvPr/>
          </p:nvSpPr>
          <p:spPr>
            <a:xfrm>
              <a:off x="346955" y="1376228"/>
              <a:ext cx="2221425" cy="1549325"/>
            </a:xfrm>
            <a:custGeom>
              <a:avLst/>
              <a:gdLst/>
              <a:ahLst/>
              <a:cxnLst/>
              <a:rect l="l" t="t" r="r" b="b"/>
              <a:pathLst>
                <a:path w="88857" h="61973" extrusionOk="0">
                  <a:moveTo>
                    <a:pt x="85928" y="0"/>
                  </a:moveTo>
                  <a:cubicBezTo>
                    <a:pt x="70533" y="7073"/>
                    <a:pt x="57067" y="17383"/>
                    <a:pt x="45637" y="28647"/>
                  </a:cubicBezTo>
                  <a:cubicBezTo>
                    <a:pt x="26516" y="35957"/>
                    <a:pt x="5346" y="44899"/>
                    <a:pt x="0" y="49804"/>
                  </a:cubicBezTo>
                  <a:lnTo>
                    <a:pt x="2036" y="53078"/>
                  </a:lnTo>
                  <a:lnTo>
                    <a:pt x="7525" y="61972"/>
                  </a:lnTo>
                  <a:cubicBezTo>
                    <a:pt x="7966" y="61686"/>
                    <a:pt x="8406" y="61425"/>
                    <a:pt x="8847" y="61139"/>
                  </a:cubicBezTo>
                  <a:cubicBezTo>
                    <a:pt x="32100" y="37600"/>
                    <a:pt x="59127" y="17098"/>
                    <a:pt x="88857" y="3513"/>
                  </a:cubicBezTo>
                  <a:lnTo>
                    <a:pt x="85928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4"/>
            <p:cNvSpPr/>
            <p:nvPr/>
          </p:nvSpPr>
          <p:spPr>
            <a:xfrm>
              <a:off x="568105" y="1294078"/>
              <a:ext cx="2724775" cy="1610625"/>
            </a:xfrm>
            <a:custGeom>
              <a:avLst/>
              <a:gdLst/>
              <a:ahLst/>
              <a:cxnLst/>
              <a:rect l="l" t="t" r="r" b="b"/>
              <a:pathLst>
                <a:path w="108991" h="64425" extrusionOk="0">
                  <a:moveTo>
                    <a:pt x="106812" y="0"/>
                  </a:moveTo>
                  <a:cubicBezTo>
                    <a:pt x="83988" y="8239"/>
                    <a:pt x="61663" y="17848"/>
                    <a:pt x="40649" y="29671"/>
                  </a:cubicBezTo>
                  <a:cubicBezTo>
                    <a:pt x="26123" y="39969"/>
                    <a:pt x="12514" y="51757"/>
                    <a:pt x="1" y="64425"/>
                  </a:cubicBezTo>
                  <a:cubicBezTo>
                    <a:pt x="35100" y="42232"/>
                    <a:pt x="71331" y="21158"/>
                    <a:pt x="108991" y="3644"/>
                  </a:cubicBezTo>
                  <a:lnTo>
                    <a:pt x="106812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4"/>
            <p:cNvSpPr/>
            <p:nvPr/>
          </p:nvSpPr>
          <p:spPr>
            <a:xfrm>
              <a:off x="4724100" y="1974775"/>
              <a:ext cx="2235125" cy="1525500"/>
            </a:xfrm>
            <a:custGeom>
              <a:avLst/>
              <a:gdLst/>
              <a:ahLst/>
              <a:cxnLst/>
              <a:rect l="l" t="t" r="r" b="b"/>
              <a:pathLst>
                <a:path w="89405" h="61020" extrusionOk="0">
                  <a:moveTo>
                    <a:pt x="82034" y="1"/>
                  </a:moveTo>
                  <a:cubicBezTo>
                    <a:pt x="81594" y="274"/>
                    <a:pt x="81141" y="548"/>
                    <a:pt x="80713" y="822"/>
                  </a:cubicBezTo>
                  <a:cubicBezTo>
                    <a:pt x="57186" y="24087"/>
                    <a:pt x="29909" y="44232"/>
                    <a:pt x="0" y="57484"/>
                  </a:cubicBezTo>
                  <a:lnTo>
                    <a:pt x="2881" y="61020"/>
                  </a:lnTo>
                  <a:cubicBezTo>
                    <a:pt x="18360" y="54126"/>
                    <a:pt x="31945" y="43982"/>
                    <a:pt x="43517" y="32862"/>
                  </a:cubicBezTo>
                  <a:cubicBezTo>
                    <a:pt x="62722" y="25789"/>
                    <a:pt x="83999" y="17086"/>
                    <a:pt x="89404" y="12264"/>
                  </a:cubicBezTo>
                  <a:lnTo>
                    <a:pt x="82034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4"/>
            <p:cNvSpPr/>
            <p:nvPr/>
          </p:nvSpPr>
          <p:spPr>
            <a:xfrm>
              <a:off x="3998700" y="1994725"/>
              <a:ext cx="2742925" cy="1578500"/>
            </a:xfrm>
            <a:custGeom>
              <a:avLst/>
              <a:gdLst/>
              <a:ahLst/>
              <a:cxnLst/>
              <a:rect l="l" t="t" r="r" b="b"/>
              <a:pathLst>
                <a:path w="109717" h="63140" extrusionOk="0">
                  <a:moveTo>
                    <a:pt x="109717" y="0"/>
                  </a:moveTo>
                  <a:lnTo>
                    <a:pt x="109717" y="0"/>
                  </a:lnTo>
                  <a:cubicBezTo>
                    <a:pt x="74355" y="21765"/>
                    <a:pt x="37862" y="42398"/>
                    <a:pt x="1" y="59460"/>
                  </a:cubicBezTo>
                  <a:lnTo>
                    <a:pt x="2132" y="63139"/>
                  </a:lnTo>
                  <a:cubicBezTo>
                    <a:pt x="25051" y="55174"/>
                    <a:pt x="47495" y="45851"/>
                    <a:pt x="68652" y="34266"/>
                  </a:cubicBezTo>
                  <a:cubicBezTo>
                    <a:pt x="83309" y="24146"/>
                    <a:pt x="97048" y="12526"/>
                    <a:pt x="109717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4"/>
            <p:cNvSpPr/>
            <p:nvPr/>
          </p:nvSpPr>
          <p:spPr>
            <a:xfrm>
              <a:off x="2937850" y="3328825"/>
              <a:ext cx="111050" cy="72650"/>
            </a:xfrm>
            <a:custGeom>
              <a:avLst/>
              <a:gdLst/>
              <a:ahLst/>
              <a:cxnLst/>
              <a:rect l="l" t="t" r="r" b="b"/>
              <a:pathLst>
                <a:path w="4442" h="2906" extrusionOk="0">
                  <a:moveTo>
                    <a:pt x="4442" y="0"/>
                  </a:moveTo>
                  <a:cubicBezTo>
                    <a:pt x="2953" y="845"/>
                    <a:pt x="1465" y="1726"/>
                    <a:pt x="1" y="2607"/>
                  </a:cubicBezTo>
                  <a:cubicBezTo>
                    <a:pt x="239" y="2798"/>
                    <a:pt x="370" y="2905"/>
                    <a:pt x="370" y="2905"/>
                  </a:cubicBezTo>
                  <a:cubicBezTo>
                    <a:pt x="370" y="2905"/>
                    <a:pt x="1715" y="1834"/>
                    <a:pt x="4442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4"/>
            <p:cNvSpPr/>
            <p:nvPr/>
          </p:nvSpPr>
          <p:spPr>
            <a:xfrm>
              <a:off x="4934525" y="2971775"/>
              <a:ext cx="845975" cy="229675"/>
            </a:xfrm>
            <a:custGeom>
              <a:avLst/>
              <a:gdLst/>
              <a:ahLst/>
              <a:cxnLst/>
              <a:rect l="l" t="t" r="r" b="b"/>
              <a:pathLst>
                <a:path w="33839" h="9187" extrusionOk="0">
                  <a:moveTo>
                    <a:pt x="7169" y="0"/>
                  </a:moveTo>
                  <a:cubicBezTo>
                    <a:pt x="4782" y="0"/>
                    <a:pt x="2393" y="38"/>
                    <a:pt x="1" y="114"/>
                  </a:cubicBezTo>
                  <a:cubicBezTo>
                    <a:pt x="3132" y="411"/>
                    <a:pt x="6085" y="947"/>
                    <a:pt x="8669" y="1792"/>
                  </a:cubicBezTo>
                  <a:cubicBezTo>
                    <a:pt x="28195" y="8234"/>
                    <a:pt x="29445" y="9186"/>
                    <a:pt x="29445" y="9186"/>
                  </a:cubicBezTo>
                  <a:lnTo>
                    <a:pt x="33838" y="1673"/>
                  </a:lnTo>
                  <a:cubicBezTo>
                    <a:pt x="25006" y="536"/>
                    <a:pt x="16106" y="0"/>
                    <a:pt x="7169" y="0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4"/>
            <p:cNvSpPr/>
            <p:nvPr/>
          </p:nvSpPr>
          <p:spPr>
            <a:xfrm>
              <a:off x="3593600" y="2788800"/>
              <a:ext cx="2253875" cy="436025"/>
            </a:xfrm>
            <a:custGeom>
              <a:avLst/>
              <a:gdLst/>
              <a:ahLst/>
              <a:cxnLst/>
              <a:rect l="l" t="t" r="r" b="b"/>
              <a:pathLst>
                <a:path w="90155" h="17441" extrusionOk="0">
                  <a:moveTo>
                    <a:pt x="68337" y="1"/>
                  </a:moveTo>
                  <a:cubicBezTo>
                    <a:pt x="44787" y="1"/>
                    <a:pt x="21044" y="4682"/>
                    <a:pt x="0" y="14314"/>
                  </a:cubicBezTo>
                  <a:cubicBezTo>
                    <a:pt x="441" y="15957"/>
                    <a:pt x="726" y="17136"/>
                    <a:pt x="726" y="17398"/>
                  </a:cubicBezTo>
                  <a:cubicBezTo>
                    <a:pt x="726" y="17426"/>
                    <a:pt x="762" y="17440"/>
                    <a:pt x="831" y="17440"/>
                  </a:cubicBezTo>
                  <a:cubicBezTo>
                    <a:pt x="1871" y="17440"/>
                    <a:pt x="10550" y="14316"/>
                    <a:pt x="21824" y="9873"/>
                  </a:cubicBezTo>
                  <a:cubicBezTo>
                    <a:pt x="29537" y="8414"/>
                    <a:pt x="38696" y="7148"/>
                    <a:pt x="47136" y="7148"/>
                  </a:cubicBezTo>
                  <a:cubicBezTo>
                    <a:pt x="49367" y="7148"/>
                    <a:pt x="51547" y="7236"/>
                    <a:pt x="53638" y="7433"/>
                  </a:cubicBezTo>
                  <a:cubicBezTo>
                    <a:pt x="56026" y="7357"/>
                    <a:pt x="58412" y="7319"/>
                    <a:pt x="60796" y="7319"/>
                  </a:cubicBezTo>
                  <a:cubicBezTo>
                    <a:pt x="69736" y="7319"/>
                    <a:pt x="78637" y="7857"/>
                    <a:pt x="87463" y="9004"/>
                  </a:cubicBezTo>
                  <a:lnTo>
                    <a:pt x="90154" y="4408"/>
                  </a:lnTo>
                  <a:cubicBezTo>
                    <a:pt x="85249" y="2551"/>
                    <a:pt x="80260" y="1134"/>
                    <a:pt x="75224" y="134"/>
                  </a:cubicBezTo>
                  <a:cubicBezTo>
                    <a:pt x="72932" y="45"/>
                    <a:pt x="70635" y="1"/>
                    <a:pt x="68337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4"/>
            <p:cNvSpPr/>
            <p:nvPr/>
          </p:nvSpPr>
          <p:spPr>
            <a:xfrm>
              <a:off x="3571275" y="2746225"/>
              <a:ext cx="1902925" cy="401050"/>
            </a:xfrm>
            <a:custGeom>
              <a:avLst/>
              <a:gdLst/>
              <a:ahLst/>
              <a:cxnLst/>
              <a:rect l="l" t="t" r="r" b="b"/>
              <a:pathLst>
                <a:path w="76117" h="16042" extrusionOk="0">
                  <a:moveTo>
                    <a:pt x="56422" y="1"/>
                  </a:moveTo>
                  <a:cubicBezTo>
                    <a:pt x="54769" y="1"/>
                    <a:pt x="53084" y="27"/>
                    <a:pt x="51376" y="87"/>
                  </a:cubicBezTo>
                  <a:cubicBezTo>
                    <a:pt x="34076" y="885"/>
                    <a:pt x="16633" y="5647"/>
                    <a:pt x="0" y="12838"/>
                  </a:cubicBezTo>
                  <a:cubicBezTo>
                    <a:pt x="322" y="14017"/>
                    <a:pt x="631" y="15101"/>
                    <a:pt x="893" y="16041"/>
                  </a:cubicBezTo>
                  <a:cubicBezTo>
                    <a:pt x="21954" y="6379"/>
                    <a:pt x="45717" y="1706"/>
                    <a:pt x="69286" y="1706"/>
                  </a:cubicBezTo>
                  <a:cubicBezTo>
                    <a:pt x="71566" y="1706"/>
                    <a:pt x="73843" y="1750"/>
                    <a:pt x="76117" y="1837"/>
                  </a:cubicBezTo>
                  <a:cubicBezTo>
                    <a:pt x="71223" y="873"/>
                    <a:pt x="66270" y="289"/>
                    <a:pt x="61282" y="75"/>
                  </a:cubicBezTo>
                  <a:cubicBezTo>
                    <a:pt x="59698" y="27"/>
                    <a:pt x="58076" y="1"/>
                    <a:pt x="56422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4"/>
            <p:cNvSpPr/>
            <p:nvPr/>
          </p:nvSpPr>
          <p:spPr>
            <a:xfrm>
              <a:off x="5103300" y="2748375"/>
              <a:ext cx="777800" cy="150650"/>
            </a:xfrm>
            <a:custGeom>
              <a:avLst/>
              <a:gdLst/>
              <a:ahLst/>
              <a:cxnLst/>
              <a:rect l="l" t="t" r="r" b="b"/>
              <a:pathLst>
                <a:path w="31112" h="6026" extrusionOk="0">
                  <a:moveTo>
                    <a:pt x="1" y="1"/>
                  </a:moveTo>
                  <a:lnTo>
                    <a:pt x="1" y="1"/>
                  </a:lnTo>
                  <a:cubicBezTo>
                    <a:pt x="10109" y="429"/>
                    <a:pt x="20098" y="2346"/>
                    <a:pt x="29766" y="6025"/>
                  </a:cubicBezTo>
                  <a:lnTo>
                    <a:pt x="31112" y="3751"/>
                  </a:lnTo>
                  <a:cubicBezTo>
                    <a:pt x="31112" y="3751"/>
                    <a:pt x="17931" y="525"/>
                    <a:pt x="1" y="1"/>
                  </a:cubicBez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4"/>
            <p:cNvSpPr/>
            <p:nvPr/>
          </p:nvSpPr>
          <p:spPr>
            <a:xfrm>
              <a:off x="3821300" y="1363100"/>
              <a:ext cx="1397525" cy="707250"/>
            </a:xfrm>
            <a:custGeom>
              <a:avLst/>
              <a:gdLst/>
              <a:ahLst/>
              <a:cxnLst/>
              <a:rect l="l" t="t" r="r" b="b"/>
              <a:pathLst>
                <a:path w="55901" h="28290" extrusionOk="0">
                  <a:moveTo>
                    <a:pt x="55900" y="0"/>
                  </a:moveTo>
                  <a:cubicBezTo>
                    <a:pt x="36576" y="7847"/>
                    <a:pt x="17943" y="17371"/>
                    <a:pt x="0" y="28289"/>
                  </a:cubicBezTo>
                  <a:cubicBezTo>
                    <a:pt x="5323" y="25908"/>
                    <a:pt x="10537" y="24099"/>
                    <a:pt x="15490" y="23098"/>
                  </a:cubicBezTo>
                  <a:cubicBezTo>
                    <a:pt x="49204" y="16403"/>
                    <a:pt x="54802" y="16082"/>
                    <a:pt x="55566" y="16082"/>
                  </a:cubicBezTo>
                  <a:cubicBezTo>
                    <a:pt x="55647" y="16082"/>
                    <a:pt x="55674" y="16086"/>
                    <a:pt x="55674" y="16086"/>
                  </a:cubicBezTo>
                  <a:lnTo>
                    <a:pt x="55900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4"/>
            <p:cNvSpPr/>
            <p:nvPr/>
          </p:nvSpPr>
          <p:spPr>
            <a:xfrm>
              <a:off x="1547200" y="1189275"/>
              <a:ext cx="3402550" cy="2559925"/>
            </a:xfrm>
            <a:custGeom>
              <a:avLst/>
              <a:gdLst/>
              <a:ahLst/>
              <a:cxnLst/>
              <a:rect l="l" t="t" r="r" b="b"/>
              <a:pathLst>
                <a:path w="136102" h="102397" extrusionOk="0">
                  <a:moveTo>
                    <a:pt x="136101" y="0"/>
                  </a:moveTo>
                  <a:lnTo>
                    <a:pt x="136101" y="0"/>
                  </a:lnTo>
                  <a:cubicBezTo>
                    <a:pt x="126505" y="1465"/>
                    <a:pt x="117194" y="3739"/>
                    <a:pt x="108181" y="6715"/>
                  </a:cubicBezTo>
                  <a:cubicBezTo>
                    <a:pt x="65795" y="28599"/>
                    <a:pt x="27540" y="59984"/>
                    <a:pt x="1" y="98072"/>
                  </a:cubicBezTo>
                  <a:cubicBezTo>
                    <a:pt x="2215" y="100310"/>
                    <a:pt x="3727" y="101917"/>
                    <a:pt x="3989" y="102370"/>
                  </a:cubicBezTo>
                  <a:cubicBezTo>
                    <a:pt x="4000" y="102388"/>
                    <a:pt x="4018" y="102397"/>
                    <a:pt x="4043" y="102397"/>
                  </a:cubicBezTo>
                  <a:cubicBezTo>
                    <a:pt x="5001" y="102397"/>
                    <a:pt x="16456" y="89158"/>
                    <a:pt x="31088" y="71045"/>
                  </a:cubicBezTo>
                  <a:cubicBezTo>
                    <a:pt x="45102" y="59210"/>
                    <a:pt x="63116" y="45744"/>
                    <a:pt x="80046" y="38148"/>
                  </a:cubicBezTo>
                  <a:cubicBezTo>
                    <a:pt x="98013" y="27230"/>
                    <a:pt x="116634" y="17705"/>
                    <a:pt x="135970" y="9858"/>
                  </a:cubicBezTo>
                  <a:lnTo>
                    <a:pt x="136101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4"/>
            <p:cNvSpPr/>
            <p:nvPr/>
          </p:nvSpPr>
          <p:spPr>
            <a:xfrm>
              <a:off x="3814450" y="947875"/>
              <a:ext cx="1337400" cy="556925"/>
            </a:xfrm>
            <a:custGeom>
              <a:avLst/>
              <a:gdLst/>
              <a:ahLst/>
              <a:cxnLst/>
              <a:rect l="l" t="t" r="r" b="b"/>
              <a:pathLst>
                <a:path w="53496" h="22277" extrusionOk="0">
                  <a:moveTo>
                    <a:pt x="53495" y="0"/>
                  </a:moveTo>
                  <a:cubicBezTo>
                    <a:pt x="53495" y="0"/>
                    <a:pt x="29337" y="6799"/>
                    <a:pt x="1" y="22277"/>
                  </a:cubicBezTo>
                  <a:cubicBezTo>
                    <a:pt x="16669" y="13811"/>
                    <a:pt x="34481" y="7799"/>
                    <a:pt x="53412" y="4894"/>
                  </a:cubicBezTo>
                  <a:lnTo>
                    <a:pt x="53495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4"/>
            <p:cNvSpPr/>
            <p:nvPr/>
          </p:nvSpPr>
          <p:spPr>
            <a:xfrm>
              <a:off x="1232150" y="1226932"/>
              <a:ext cx="4228525" cy="2452700"/>
            </a:xfrm>
            <a:custGeom>
              <a:avLst/>
              <a:gdLst/>
              <a:ahLst/>
              <a:cxnLst/>
              <a:rect l="l" t="t" r="r" b="b"/>
              <a:pathLst>
                <a:path w="169141" h="98108" extrusionOk="0">
                  <a:moveTo>
                    <a:pt x="54246" y="69057"/>
                  </a:moveTo>
                  <a:cubicBezTo>
                    <a:pt x="50233" y="71128"/>
                    <a:pt x="46364" y="73141"/>
                    <a:pt x="42959" y="74950"/>
                  </a:cubicBezTo>
                  <a:cubicBezTo>
                    <a:pt x="43637" y="73617"/>
                    <a:pt x="44435" y="72021"/>
                    <a:pt x="45399" y="70140"/>
                  </a:cubicBezTo>
                  <a:cubicBezTo>
                    <a:pt x="48316" y="69807"/>
                    <a:pt x="51293" y="69450"/>
                    <a:pt x="54246" y="69057"/>
                  </a:cubicBezTo>
                  <a:close/>
                  <a:moveTo>
                    <a:pt x="31052" y="79820"/>
                  </a:moveTo>
                  <a:lnTo>
                    <a:pt x="33041" y="80403"/>
                  </a:lnTo>
                  <a:cubicBezTo>
                    <a:pt x="31767" y="81130"/>
                    <a:pt x="30814" y="81713"/>
                    <a:pt x="30278" y="82106"/>
                  </a:cubicBezTo>
                  <a:cubicBezTo>
                    <a:pt x="30516" y="81380"/>
                    <a:pt x="30790" y="80618"/>
                    <a:pt x="31052" y="79820"/>
                  </a:cubicBezTo>
                  <a:close/>
                  <a:moveTo>
                    <a:pt x="120230" y="1"/>
                  </a:moveTo>
                  <a:cubicBezTo>
                    <a:pt x="82583" y="17515"/>
                    <a:pt x="46340" y="38601"/>
                    <a:pt x="11252" y="60782"/>
                  </a:cubicBezTo>
                  <a:cubicBezTo>
                    <a:pt x="10871" y="61163"/>
                    <a:pt x="10490" y="61544"/>
                    <a:pt x="10121" y="61925"/>
                  </a:cubicBezTo>
                  <a:lnTo>
                    <a:pt x="10145" y="61984"/>
                  </a:lnTo>
                  <a:lnTo>
                    <a:pt x="25897" y="54019"/>
                  </a:lnTo>
                  <a:lnTo>
                    <a:pt x="25897" y="54019"/>
                  </a:lnTo>
                  <a:cubicBezTo>
                    <a:pt x="24028" y="56543"/>
                    <a:pt x="22289" y="59020"/>
                    <a:pt x="20634" y="61449"/>
                  </a:cubicBezTo>
                  <a:cubicBezTo>
                    <a:pt x="10716" y="66628"/>
                    <a:pt x="2739" y="70962"/>
                    <a:pt x="1763" y="71986"/>
                  </a:cubicBezTo>
                  <a:cubicBezTo>
                    <a:pt x="1" y="73879"/>
                    <a:pt x="4656" y="78594"/>
                    <a:pt x="8180" y="81701"/>
                  </a:cubicBezTo>
                  <a:cubicBezTo>
                    <a:pt x="3692" y="89869"/>
                    <a:pt x="1382" y="95108"/>
                    <a:pt x="1382" y="95108"/>
                  </a:cubicBezTo>
                  <a:lnTo>
                    <a:pt x="25397" y="98108"/>
                  </a:lnTo>
                  <a:cubicBezTo>
                    <a:pt x="25397" y="98108"/>
                    <a:pt x="25397" y="96834"/>
                    <a:pt x="29552" y="84249"/>
                  </a:cubicBezTo>
                  <a:cubicBezTo>
                    <a:pt x="30493" y="87464"/>
                    <a:pt x="36791" y="92738"/>
                    <a:pt x="38982" y="94488"/>
                  </a:cubicBezTo>
                  <a:cubicBezTo>
                    <a:pt x="52543" y="83630"/>
                    <a:pt x="67164" y="73903"/>
                    <a:pt x="83059" y="66425"/>
                  </a:cubicBezTo>
                  <a:cubicBezTo>
                    <a:pt x="107205" y="55281"/>
                    <a:pt x="133887" y="45435"/>
                    <a:pt x="161033" y="40291"/>
                  </a:cubicBezTo>
                  <a:lnTo>
                    <a:pt x="161033" y="40291"/>
                  </a:lnTo>
                  <a:cubicBezTo>
                    <a:pt x="160854" y="40303"/>
                    <a:pt x="160652" y="40339"/>
                    <a:pt x="160473" y="40351"/>
                  </a:cubicBezTo>
                  <a:lnTo>
                    <a:pt x="158378" y="37160"/>
                  </a:lnTo>
                  <a:lnTo>
                    <a:pt x="150210" y="41589"/>
                  </a:lnTo>
                  <a:cubicBezTo>
                    <a:pt x="144924" y="42303"/>
                    <a:pt x="140375" y="43077"/>
                    <a:pt x="137232" y="43887"/>
                  </a:cubicBezTo>
                  <a:cubicBezTo>
                    <a:pt x="151401" y="36100"/>
                    <a:pt x="165212" y="28337"/>
                    <a:pt x="166474" y="26921"/>
                  </a:cubicBezTo>
                  <a:cubicBezTo>
                    <a:pt x="169141" y="23920"/>
                    <a:pt x="156187" y="14574"/>
                    <a:pt x="156187" y="14574"/>
                  </a:cubicBezTo>
                  <a:cubicBezTo>
                    <a:pt x="156187" y="14574"/>
                    <a:pt x="148591" y="20944"/>
                    <a:pt x="132898" y="29552"/>
                  </a:cubicBezTo>
                  <a:cubicBezTo>
                    <a:pt x="132124" y="26480"/>
                    <a:pt x="131541" y="24015"/>
                    <a:pt x="131541" y="23599"/>
                  </a:cubicBezTo>
                  <a:cubicBezTo>
                    <a:pt x="131541" y="23569"/>
                    <a:pt x="131501" y="23555"/>
                    <a:pt x="131423" y="23555"/>
                  </a:cubicBezTo>
                  <a:cubicBezTo>
                    <a:pt x="130321" y="23555"/>
                    <a:pt x="121655" y="26390"/>
                    <a:pt x="110384" y="30481"/>
                  </a:cubicBezTo>
                  <a:cubicBezTo>
                    <a:pt x="109967" y="28754"/>
                    <a:pt x="109693" y="27516"/>
                    <a:pt x="109693" y="27230"/>
                  </a:cubicBezTo>
                  <a:cubicBezTo>
                    <a:pt x="109695" y="27200"/>
                    <a:pt x="109655" y="27185"/>
                    <a:pt x="109576" y="27185"/>
                  </a:cubicBezTo>
                  <a:cubicBezTo>
                    <a:pt x="108404" y="27185"/>
                    <a:pt x="98582" y="30429"/>
                    <a:pt x="86178" y="34969"/>
                  </a:cubicBezTo>
                  <a:cubicBezTo>
                    <a:pt x="85488" y="32338"/>
                    <a:pt x="84273" y="27802"/>
                    <a:pt x="83297" y="23896"/>
                  </a:cubicBezTo>
                  <a:cubicBezTo>
                    <a:pt x="101525" y="10371"/>
                    <a:pt x="120587" y="608"/>
                    <a:pt x="120587" y="608"/>
                  </a:cubicBezTo>
                  <a:lnTo>
                    <a:pt x="120230" y="1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4"/>
            <p:cNvSpPr/>
            <p:nvPr/>
          </p:nvSpPr>
          <p:spPr>
            <a:xfrm>
              <a:off x="2382125" y="2035500"/>
              <a:ext cx="4101725" cy="1456750"/>
            </a:xfrm>
            <a:custGeom>
              <a:avLst/>
              <a:gdLst/>
              <a:ahLst/>
              <a:cxnLst/>
              <a:rect l="l" t="t" r="r" b="b"/>
              <a:pathLst>
                <a:path w="164069" h="58270" extrusionOk="0">
                  <a:moveTo>
                    <a:pt x="164069" y="0"/>
                  </a:moveTo>
                  <a:cubicBezTo>
                    <a:pt x="164068" y="1"/>
                    <a:pt x="141578" y="1334"/>
                    <a:pt x="122016" y="3441"/>
                  </a:cubicBezTo>
                  <a:cubicBezTo>
                    <a:pt x="94894" y="8597"/>
                    <a:pt x="68212" y="18443"/>
                    <a:pt x="44066" y="29599"/>
                  </a:cubicBezTo>
                  <a:cubicBezTo>
                    <a:pt x="28171" y="37088"/>
                    <a:pt x="13550" y="46804"/>
                    <a:pt x="1" y="57674"/>
                  </a:cubicBezTo>
                  <a:cubicBezTo>
                    <a:pt x="477" y="58055"/>
                    <a:pt x="751" y="58270"/>
                    <a:pt x="751" y="58270"/>
                  </a:cubicBezTo>
                  <a:cubicBezTo>
                    <a:pt x="751" y="58270"/>
                    <a:pt x="5716" y="54352"/>
                    <a:pt x="15812" y="48602"/>
                  </a:cubicBezTo>
                  <a:cubicBezTo>
                    <a:pt x="18241" y="51138"/>
                    <a:pt x="21194" y="53519"/>
                    <a:pt x="22218" y="54340"/>
                  </a:cubicBezTo>
                  <a:cubicBezTo>
                    <a:pt x="23694" y="53459"/>
                    <a:pt x="25159" y="52578"/>
                    <a:pt x="26647" y="51733"/>
                  </a:cubicBezTo>
                  <a:cubicBezTo>
                    <a:pt x="30576" y="49078"/>
                    <a:pt x="37386" y="44827"/>
                    <a:pt x="47149" y="39851"/>
                  </a:cubicBezTo>
                  <a:cubicBezTo>
                    <a:pt x="47280" y="40327"/>
                    <a:pt x="47411" y="40791"/>
                    <a:pt x="47542" y="41256"/>
                  </a:cubicBezTo>
                  <a:cubicBezTo>
                    <a:pt x="64175" y="34064"/>
                    <a:pt x="81630" y="29314"/>
                    <a:pt x="98918" y="28504"/>
                  </a:cubicBezTo>
                  <a:lnTo>
                    <a:pt x="98918" y="28504"/>
                  </a:lnTo>
                  <a:lnTo>
                    <a:pt x="97668" y="28540"/>
                  </a:lnTo>
                  <a:cubicBezTo>
                    <a:pt x="111396" y="22456"/>
                    <a:pt x="123647" y="16324"/>
                    <a:pt x="127469" y="12633"/>
                  </a:cubicBezTo>
                  <a:lnTo>
                    <a:pt x="126981" y="11895"/>
                  </a:lnTo>
                  <a:cubicBezTo>
                    <a:pt x="131827" y="10788"/>
                    <a:pt x="136839" y="9728"/>
                    <a:pt x="142054" y="8740"/>
                  </a:cubicBezTo>
                  <a:lnTo>
                    <a:pt x="142066" y="8740"/>
                  </a:lnTo>
                  <a:cubicBezTo>
                    <a:pt x="149031" y="7394"/>
                    <a:pt x="156306" y="6180"/>
                    <a:pt x="163914" y="5084"/>
                  </a:cubicBezTo>
                  <a:lnTo>
                    <a:pt x="164069" y="0"/>
                  </a:lnTo>
                  <a:close/>
                </a:path>
              </a:pathLst>
            </a:custGeom>
            <a:solidFill>
              <a:srgbClr val="80B5D6">
                <a:alpha val="20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726;p54"/>
          <p:cNvGrpSpPr/>
          <p:nvPr/>
        </p:nvGrpSpPr>
        <p:grpSpPr>
          <a:xfrm rot="-451418">
            <a:off x="658375" y="720601"/>
            <a:ext cx="1459864" cy="966493"/>
            <a:chOff x="3930675" y="743750"/>
            <a:chExt cx="630850" cy="417650"/>
          </a:xfrm>
        </p:grpSpPr>
        <p:sp>
          <p:nvSpPr>
            <p:cNvPr id="727" name="Google Shape;727;p54"/>
            <p:cNvSpPr/>
            <p:nvPr/>
          </p:nvSpPr>
          <p:spPr>
            <a:xfrm>
              <a:off x="3930675" y="743750"/>
              <a:ext cx="630850" cy="417650"/>
            </a:xfrm>
            <a:custGeom>
              <a:avLst/>
              <a:gdLst/>
              <a:ahLst/>
              <a:cxnLst/>
              <a:rect l="l" t="t" r="r" b="b"/>
              <a:pathLst>
                <a:path w="25234" h="16706" extrusionOk="0">
                  <a:moveTo>
                    <a:pt x="13883" y="1638"/>
                  </a:moveTo>
                  <a:cubicBezTo>
                    <a:pt x="15749" y="1638"/>
                    <a:pt x="17666" y="2348"/>
                    <a:pt x="18162" y="4215"/>
                  </a:cubicBezTo>
                  <a:cubicBezTo>
                    <a:pt x="17956" y="4133"/>
                    <a:pt x="17732" y="4089"/>
                    <a:pt x="17504" y="4089"/>
                  </a:cubicBezTo>
                  <a:cubicBezTo>
                    <a:pt x="17334" y="4089"/>
                    <a:pt x="17162" y="4113"/>
                    <a:pt x="16994" y="4164"/>
                  </a:cubicBezTo>
                  <a:cubicBezTo>
                    <a:pt x="16281" y="2998"/>
                    <a:pt x="14923" y="2499"/>
                    <a:pt x="13568" y="2499"/>
                  </a:cubicBezTo>
                  <a:cubicBezTo>
                    <a:pt x="12826" y="2499"/>
                    <a:pt x="12084" y="2649"/>
                    <a:pt x="11450" y="2920"/>
                  </a:cubicBezTo>
                  <a:cubicBezTo>
                    <a:pt x="9436" y="3782"/>
                    <a:pt x="8147" y="5984"/>
                    <a:pt x="8461" y="8165"/>
                  </a:cubicBezTo>
                  <a:cubicBezTo>
                    <a:pt x="8465" y="8192"/>
                    <a:pt x="8482" y="8210"/>
                    <a:pt x="8504" y="8216"/>
                  </a:cubicBezTo>
                  <a:cubicBezTo>
                    <a:pt x="8511" y="8218"/>
                    <a:pt x="8519" y="8219"/>
                    <a:pt x="8527" y="8219"/>
                  </a:cubicBezTo>
                  <a:cubicBezTo>
                    <a:pt x="8568" y="8219"/>
                    <a:pt x="8612" y="8191"/>
                    <a:pt x="8611" y="8143"/>
                  </a:cubicBezTo>
                  <a:cubicBezTo>
                    <a:pt x="8554" y="6156"/>
                    <a:pt x="9419" y="4222"/>
                    <a:pt x="11248" y="3284"/>
                  </a:cubicBezTo>
                  <a:cubicBezTo>
                    <a:pt x="11922" y="2937"/>
                    <a:pt x="12753" y="2742"/>
                    <a:pt x="13579" y="2742"/>
                  </a:cubicBezTo>
                  <a:cubicBezTo>
                    <a:pt x="14837" y="2742"/>
                    <a:pt x="16084" y="3194"/>
                    <a:pt x="16755" y="4255"/>
                  </a:cubicBezTo>
                  <a:cubicBezTo>
                    <a:pt x="16438" y="4405"/>
                    <a:pt x="16133" y="4667"/>
                    <a:pt x="15915" y="4979"/>
                  </a:cubicBezTo>
                  <a:cubicBezTo>
                    <a:pt x="15407" y="4091"/>
                    <a:pt x="14401" y="3724"/>
                    <a:pt x="13382" y="3724"/>
                  </a:cubicBezTo>
                  <a:cubicBezTo>
                    <a:pt x="12686" y="3724"/>
                    <a:pt x="11985" y="3895"/>
                    <a:pt x="11431" y="4188"/>
                  </a:cubicBezTo>
                  <a:cubicBezTo>
                    <a:pt x="9890" y="5003"/>
                    <a:pt x="9035" y="6851"/>
                    <a:pt x="9302" y="8555"/>
                  </a:cubicBezTo>
                  <a:cubicBezTo>
                    <a:pt x="9048" y="8416"/>
                    <a:pt x="8778" y="8308"/>
                    <a:pt x="8498" y="8236"/>
                  </a:cubicBezTo>
                  <a:cubicBezTo>
                    <a:pt x="8212" y="8160"/>
                    <a:pt x="7918" y="8121"/>
                    <a:pt x="7632" y="8121"/>
                  </a:cubicBezTo>
                  <a:cubicBezTo>
                    <a:pt x="7564" y="8121"/>
                    <a:pt x="7496" y="8123"/>
                    <a:pt x="7428" y="8128"/>
                  </a:cubicBezTo>
                  <a:cubicBezTo>
                    <a:pt x="7325" y="5375"/>
                    <a:pt x="9017" y="2869"/>
                    <a:pt x="11649" y="1987"/>
                  </a:cubicBezTo>
                  <a:cubicBezTo>
                    <a:pt x="12309" y="1765"/>
                    <a:pt x="13091" y="1638"/>
                    <a:pt x="13883" y="1638"/>
                  </a:cubicBezTo>
                  <a:close/>
                  <a:moveTo>
                    <a:pt x="13392" y="3956"/>
                  </a:moveTo>
                  <a:cubicBezTo>
                    <a:pt x="14357" y="3956"/>
                    <a:pt x="15292" y="4315"/>
                    <a:pt x="15763" y="5189"/>
                  </a:cubicBezTo>
                  <a:cubicBezTo>
                    <a:pt x="15767" y="5196"/>
                    <a:pt x="15771" y="5199"/>
                    <a:pt x="15776" y="5205"/>
                  </a:cubicBezTo>
                  <a:cubicBezTo>
                    <a:pt x="15565" y="5606"/>
                    <a:pt x="15506" y="6057"/>
                    <a:pt x="15736" y="6450"/>
                  </a:cubicBezTo>
                  <a:cubicBezTo>
                    <a:pt x="15676" y="6432"/>
                    <a:pt x="15615" y="6416"/>
                    <a:pt x="15552" y="6402"/>
                  </a:cubicBezTo>
                  <a:cubicBezTo>
                    <a:pt x="15584" y="6382"/>
                    <a:pt x="15606" y="6350"/>
                    <a:pt x="15601" y="6307"/>
                  </a:cubicBezTo>
                  <a:cubicBezTo>
                    <a:pt x="15456" y="5083"/>
                    <a:pt x="14451" y="4429"/>
                    <a:pt x="13382" y="4429"/>
                  </a:cubicBezTo>
                  <a:cubicBezTo>
                    <a:pt x="12911" y="4429"/>
                    <a:pt x="12428" y="4556"/>
                    <a:pt x="12000" y="4818"/>
                  </a:cubicBezTo>
                  <a:cubicBezTo>
                    <a:pt x="10479" y="5745"/>
                    <a:pt x="10003" y="7811"/>
                    <a:pt x="10337" y="9525"/>
                  </a:cubicBezTo>
                  <a:cubicBezTo>
                    <a:pt x="10124" y="9168"/>
                    <a:pt x="9813" y="8873"/>
                    <a:pt x="9450" y="8646"/>
                  </a:cubicBezTo>
                  <a:cubicBezTo>
                    <a:pt x="9399" y="7080"/>
                    <a:pt x="9860" y="5464"/>
                    <a:pt x="11247" y="4565"/>
                  </a:cubicBezTo>
                  <a:cubicBezTo>
                    <a:pt x="11832" y="4185"/>
                    <a:pt x="12622" y="3956"/>
                    <a:pt x="13392" y="3956"/>
                  </a:cubicBezTo>
                  <a:close/>
                  <a:moveTo>
                    <a:pt x="21245" y="4010"/>
                  </a:moveTo>
                  <a:cubicBezTo>
                    <a:pt x="21489" y="4010"/>
                    <a:pt x="21735" y="4054"/>
                    <a:pt x="21973" y="4145"/>
                  </a:cubicBezTo>
                  <a:cubicBezTo>
                    <a:pt x="23079" y="4572"/>
                    <a:pt x="23437" y="5983"/>
                    <a:pt x="22463" y="6751"/>
                  </a:cubicBezTo>
                  <a:cubicBezTo>
                    <a:pt x="22343" y="6845"/>
                    <a:pt x="22453" y="6996"/>
                    <a:pt x="22576" y="6996"/>
                  </a:cubicBezTo>
                  <a:cubicBezTo>
                    <a:pt x="22609" y="6996"/>
                    <a:pt x="22642" y="6985"/>
                    <a:pt x="22673" y="6961"/>
                  </a:cubicBezTo>
                  <a:cubicBezTo>
                    <a:pt x="22678" y="6956"/>
                    <a:pt x="22685" y="6952"/>
                    <a:pt x="22691" y="6947"/>
                  </a:cubicBezTo>
                  <a:cubicBezTo>
                    <a:pt x="22704" y="6946"/>
                    <a:pt x="22716" y="6946"/>
                    <a:pt x="22729" y="6946"/>
                  </a:cubicBezTo>
                  <a:cubicBezTo>
                    <a:pt x="23853" y="6946"/>
                    <a:pt x="24847" y="7904"/>
                    <a:pt x="24490" y="9079"/>
                  </a:cubicBezTo>
                  <a:cubicBezTo>
                    <a:pt x="24242" y="9899"/>
                    <a:pt x="23573" y="10247"/>
                    <a:pt x="22859" y="10247"/>
                  </a:cubicBezTo>
                  <a:cubicBezTo>
                    <a:pt x="22317" y="10247"/>
                    <a:pt x="21749" y="10047"/>
                    <a:pt x="21319" y="9699"/>
                  </a:cubicBezTo>
                  <a:cubicBezTo>
                    <a:pt x="21290" y="9675"/>
                    <a:pt x="21258" y="9664"/>
                    <a:pt x="21227" y="9664"/>
                  </a:cubicBezTo>
                  <a:cubicBezTo>
                    <a:pt x="21112" y="9664"/>
                    <a:pt x="21012" y="9801"/>
                    <a:pt x="21121" y="9899"/>
                  </a:cubicBezTo>
                  <a:cubicBezTo>
                    <a:pt x="21173" y="9950"/>
                    <a:pt x="21235" y="9996"/>
                    <a:pt x="21293" y="10043"/>
                  </a:cubicBezTo>
                  <a:cubicBezTo>
                    <a:pt x="21652" y="10671"/>
                    <a:pt x="20754" y="10990"/>
                    <a:pt x="20188" y="10990"/>
                  </a:cubicBezTo>
                  <a:cubicBezTo>
                    <a:pt x="20107" y="10990"/>
                    <a:pt x="20033" y="10983"/>
                    <a:pt x="19970" y="10970"/>
                  </a:cubicBezTo>
                  <a:cubicBezTo>
                    <a:pt x="19499" y="10872"/>
                    <a:pt x="19111" y="10594"/>
                    <a:pt x="18843" y="10196"/>
                  </a:cubicBezTo>
                  <a:cubicBezTo>
                    <a:pt x="18814" y="10153"/>
                    <a:pt x="18773" y="10135"/>
                    <a:pt x="18732" y="10135"/>
                  </a:cubicBezTo>
                  <a:cubicBezTo>
                    <a:pt x="18702" y="10135"/>
                    <a:pt x="18671" y="10145"/>
                    <a:pt x="18646" y="10163"/>
                  </a:cubicBezTo>
                  <a:cubicBezTo>
                    <a:pt x="18614" y="10167"/>
                    <a:pt x="18583" y="10186"/>
                    <a:pt x="18558" y="10221"/>
                  </a:cubicBezTo>
                  <a:cubicBezTo>
                    <a:pt x="18183" y="10759"/>
                    <a:pt x="17484" y="11063"/>
                    <a:pt x="16802" y="11063"/>
                  </a:cubicBezTo>
                  <a:cubicBezTo>
                    <a:pt x="16472" y="11063"/>
                    <a:pt x="16146" y="10992"/>
                    <a:pt x="15862" y="10842"/>
                  </a:cubicBezTo>
                  <a:cubicBezTo>
                    <a:pt x="15011" y="10392"/>
                    <a:pt x="15004" y="9388"/>
                    <a:pt x="15689" y="8811"/>
                  </a:cubicBezTo>
                  <a:cubicBezTo>
                    <a:pt x="15742" y="8767"/>
                    <a:pt x="15694" y="8691"/>
                    <a:pt x="15637" y="8691"/>
                  </a:cubicBezTo>
                  <a:cubicBezTo>
                    <a:pt x="15632" y="8691"/>
                    <a:pt x="15627" y="8691"/>
                    <a:pt x="15622" y="8693"/>
                  </a:cubicBezTo>
                  <a:cubicBezTo>
                    <a:pt x="15592" y="8701"/>
                    <a:pt x="15569" y="8711"/>
                    <a:pt x="15543" y="8718"/>
                  </a:cubicBezTo>
                  <a:cubicBezTo>
                    <a:pt x="15548" y="8657"/>
                    <a:pt x="15491" y="8588"/>
                    <a:pt x="15419" y="8588"/>
                  </a:cubicBezTo>
                  <a:cubicBezTo>
                    <a:pt x="15413" y="8588"/>
                    <a:pt x="15407" y="8589"/>
                    <a:pt x="15400" y="8590"/>
                  </a:cubicBezTo>
                  <a:cubicBezTo>
                    <a:pt x="15327" y="8603"/>
                    <a:pt x="15255" y="8609"/>
                    <a:pt x="15184" y="8609"/>
                  </a:cubicBezTo>
                  <a:cubicBezTo>
                    <a:pt x="14561" y="8609"/>
                    <a:pt x="14034" y="8138"/>
                    <a:pt x="14188" y="7439"/>
                  </a:cubicBezTo>
                  <a:cubicBezTo>
                    <a:pt x="14316" y="6862"/>
                    <a:pt x="14824" y="6569"/>
                    <a:pt x="15355" y="6569"/>
                  </a:cubicBezTo>
                  <a:cubicBezTo>
                    <a:pt x="15545" y="6569"/>
                    <a:pt x="15738" y="6607"/>
                    <a:pt x="15917" y="6682"/>
                  </a:cubicBezTo>
                  <a:lnTo>
                    <a:pt x="15927" y="6692"/>
                  </a:lnTo>
                  <a:cubicBezTo>
                    <a:pt x="15944" y="6709"/>
                    <a:pt x="15965" y="6717"/>
                    <a:pt x="15985" y="6717"/>
                  </a:cubicBezTo>
                  <a:cubicBezTo>
                    <a:pt x="16047" y="6717"/>
                    <a:pt x="16108" y="6650"/>
                    <a:pt x="16065" y="6585"/>
                  </a:cubicBezTo>
                  <a:cubicBezTo>
                    <a:pt x="15331" y="5467"/>
                    <a:pt x="16547" y="4410"/>
                    <a:pt x="17611" y="4410"/>
                  </a:cubicBezTo>
                  <a:cubicBezTo>
                    <a:pt x="18204" y="4410"/>
                    <a:pt x="18751" y="4739"/>
                    <a:pt x="18884" y="5572"/>
                  </a:cubicBezTo>
                  <a:cubicBezTo>
                    <a:pt x="18895" y="5637"/>
                    <a:pt x="18949" y="5667"/>
                    <a:pt x="19005" y="5667"/>
                  </a:cubicBezTo>
                  <a:cubicBezTo>
                    <a:pt x="19050" y="5667"/>
                    <a:pt x="19096" y="5648"/>
                    <a:pt x="19123" y="5613"/>
                  </a:cubicBezTo>
                  <a:cubicBezTo>
                    <a:pt x="19158" y="5601"/>
                    <a:pt x="19180" y="5558"/>
                    <a:pt x="19160" y="5516"/>
                  </a:cubicBezTo>
                  <a:cubicBezTo>
                    <a:pt x="18960" y="5088"/>
                    <a:pt x="19926" y="4435"/>
                    <a:pt x="20193" y="4288"/>
                  </a:cubicBezTo>
                  <a:cubicBezTo>
                    <a:pt x="20524" y="4106"/>
                    <a:pt x="20883" y="4010"/>
                    <a:pt x="21245" y="4010"/>
                  </a:cubicBezTo>
                  <a:close/>
                  <a:moveTo>
                    <a:pt x="7715" y="8402"/>
                  </a:moveTo>
                  <a:cubicBezTo>
                    <a:pt x="8998" y="8402"/>
                    <a:pt x="10414" y="9306"/>
                    <a:pt x="10355" y="10748"/>
                  </a:cubicBezTo>
                  <a:cubicBezTo>
                    <a:pt x="10351" y="10841"/>
                    <a:pt x="10420" y="10887"/>
                    <a:pt x="10491" y="10887"/>
                  </a:cubicBezTo>
                  <a:cubicBezTo>
                    <a:pt x="10547" y="10887"/>
                    <a:pt x="10605" y="10859"/>
                    <a:pt x="10630" y="10802"/>
                  </a:cubicBezTo>
                  <a:cubicBezTo>
                    <a:pt x="10799" y="10729"/>
                    <a:pt x="10965" y="10696"/>
                    <a:pt x="11124" y="10696"/>
                  </a:cubicBezTo>
                  <a:cubicBezTo>
                    <a:pt x="12082" y="10696"/>
                    <a:pt x="12804" y="11892"/>
                    <a:pt x="12446" y="12841"/>
                  </a:cubicBezTo>
                  <a:cubicBezTo>
                    <a:pt x="12162" y="13602"/>
                    <a:pt x="11253" y="14074"/>
                    <a:pt x="10411" y="14074"/>
                  </a:cubicBezTo>
                  <a:cubicBezTo>
                    <a:pt x="10130" y="14074"/>
                    <a:pt x="9855" y="14021"/>
                    <a:pt x="9615" y="13908"/>
                  </a:cubicBezTo>
                  <a:cubicBezTo>
                    <a:pt x="9592" y="13897"/>
                    <a:pt x="9569" y="13892"/>
                    <a:pt x="9547" y="13892"/>
                  </a:cubicBezTo>
                  <a:cubicBezTo>
                    <a:pt x="9410" y="13892"/>
                    <a:pt x="9317" y="14090"/>
                    <a:pt x="9464" y="14164"/>
                  </a:cubicBezTo>
                  <a:cubicBezTo>
                    <a:pt x="9470" y="14167"/>
                    <a:pt x="9477" y="14171"/>
                    <a:pt x="9483" y="14173"/>
                  </a:cubicBezTo>
                  <a:cubicBezTo>
                    <a:pt x="9418" y="15140"/>
                    <a:pt x="8903" y="16076"/>
                    <a:pt x="7911" y="16350"/>
                  </a:cubicBezTo>
                  <a:cubicBezTo>
                    <a:pt x="7728" y="16401"/>
                    <a:pt x="7550" y="16425"/>
                    <a:pt x="7377" y="16425"/>
                  </a:cubicBezTo>
                  <a:cubicBezTo>
                    <a:pt x="6643" y="16425"/>
                    <a:pt x="6011" y="15999"/>
                    <a:pt x="5510" y="15438"/>
                  </a:cubicBezTo>
                  <a:cubicBezTo>
                    <a:pt x="5487" y="15411"/>
                    <a:pt x="5460" y="15400"/>
                    <a:pt x="5433" y="15400"/>
                  </a:cubicBezTo>
                  <a:cubicBezTo>
                    <a:pt x="5404" y="15400"/>
                    <a:pt x="5375" y="15412"/>
                    <a:pt x="5353" y="15432"/>
                  </a:cubicBezTo>
                  <a:cubicBezTo>
                    <a:pt x="5311" y="15435"/>
                    <a:pt x="5269" y="15473"/>
                    <a:pt x="5287" y="15524"/>
                  </a:cubicBezTo>
                  <a:cubicBezTo>
                    <a:pt x="5448" y="15965"/>
                    <a:pt x="4744" y="16094"/>
                    <a:pt x="4241" y="16094"/>
                  </a:cubicBezTo>
                  <a:cubicBezTo>
                    <a:pt x="4050" y="16094"/>
                    <a:pt x="3888" y="16075"/>
                    <a:pt x="3814" y="16048"/>
                  </a:cubicBezTo>
                  <a:cubicBezTo>
                    <a:pt x="3303" y="15863"/>
                    <a:pt x="3118" y="15410"/>
                    <a:pt x="3182" y="14907"/>
                  </a:cubicBezTo>
                  <a:cubicBezTo>
                    <a:pt x="3184" y="14883"/>
                    <a:pt x="3180" y="14866"/>
                    <a:pt x="3173" y="14850"/>
                  </a:cubicBezTo>
                  <a:cubicBezTo>
                    <a:pt x="3270" y="14785"/>
                    <a:pt x="3206" y="14622"/>
                    <a:pt x="3097" y="14622"/>
                  </a:cubicBezTo>
                  <a:cubicBezTo>
                    <a:pt x="3085" y="14622"/>
                    <a:pt x="3073" y="14624"/>
                    <a:pt x="3061" y="14627"/>
                  </a:cubicBezTo>
                  <a:cubicBezTo>
                    <a:pt x="2801" y="14707"/>
                    <a:pt x="2528" y="14749"/>
                    <a:pt x="2262" y="14749"/>
                  </a:cubicBezTo>
                  <a:cubicBezTo>
                    <a:pt x="1463" y="14749"/>
                    <a:pt x="715" y="14370"/>
                    <a:pt x="484" y="13475"/>
                  </a:cubicBezTo>
                  <a:cubicBezTo>
                    <a:pt x="218" y="12450"/>
                    <a:pt x="997" y="11528"/>
                    <a:pt x="1971" y="11528"/>
                  </a:cubicBezTo>
                  <a:cubicBezTo>
                    <a:pt x="2121" y="11528"/>
                    <a:pt x="2275" y="11550"/>
                    <a:pt x="2430" y="11597"/>
                  </a:cubicBezTo>
                  <a:cubicBezTo>
                    <a:pt x="2440" y="11599"/>
                    <a:pt x="2449" y="11601"/>
                    <a:pt x="2457" y="11601"/>
                  </a:cubicBezTo>
                  <a:cubicBezTo>
                    <a:pt x="2544" y="11601"/>
                    <a:pt x="2568" y="11467"/>
                    <a:pt x="2476" y="11432"/>
                  </a:cubicBezTo>
                  <a:cubicBezTo>
                    <a:pt x="2436" y="11416"/>
                    <a:pt x="2396" y="11405"/>
                    <a:pt x="2357" y="11392"/>
                  </a:cubicBezTo>
                  <a:cubicBezTo>
                    <a:pt x="1897" y="10498"/>
                    <a:pt x="2093" y="9261"/>
                    <a:pt x="3074" y="8796"/>
                  </a:cubicBezTo>
                  <a:cubicBezTo>
                    <a:pt x="3295" y="8692"/>
                    <a:pt x="3525" y="8644"/>
                    <a:pt x="3753" y="8644"/>
                  </a:cubicBezTo>
                  <a:cubicBezTo>
                    <a:pt x="4510" y="8644"/>
                    <a:pt x="5239" y="9171"/>
                    <a:pt x="5494" y="9905"/>
                  </a:cubicBezTo>
                  <a:cubicBezTo>
                    <a:pt x="5507" y="9944"/>
                    <a:pt x="5532" y="9968"/>
                    <a:pt x="5561" y="9984"/>
                  </a:cubicBezTo>
                  <a:cubicBezTo>
                    <a:pt x="5566" y="10036"/>
                    <a:pt x="5616" y="10067"/>
                    <a:pt x="5662" y="10067"/>
                  </a:cubicBezTo>
                  <a:cubicBezTo>
                    <a:pt x="5699" y="10067"/>
                    <a:pt x="5733" y="10047"/>
                    <a:pt x="5740" y="10002"/>
                  </a:cubicBezTo>
                  <a:cubicBezTo>
                    <a:pt x="5743" y="9980"/>
                    <a:pt x="5750" y="9962"/>
                    <a:pt x="5752" y="9940"/>
                  </a:cubicBezTo>
                  <a:cubicBezTo>
                    <a:pt x="5768" y="9918"/>
                    <a:pt x="5772" y="9890"/>
                    <a:pt x="5769" y="9858"/>
                  </a:cubicBezTo>
                  <a:cubicBezTo>
                    <a:pt x="5984" y="8846"/>
                    <a:pt x="6817" y="8402"/>
                    <a:pt x="7715" y="8402"/>
                  </a:cubicBezTo>
                  <a:close/>
                  <a:moveTo>
                    <a:pt x="13539" y="1"/>
                  </a:moveTo>
                  <a:cubicBezTo>
                    <a:pt x="12671" y="1"/>
                    <a:pt x="11840" y="120"/>
                    <a:pt x="11155" y="346"/>
                  </a:cubicBezTo>
                  <a:cubicBezTo>
                    <a:pt x="7706" y="1480"/>
                    <a:pt x="5409" y="5031"/>
                    <a:pt x="5914" y="8647"/>
                  </a:cubicBezTo>
                  <a:cubicBezTo>
                    <a:pt x="5919" y="8686"/>
                    <a:pt x="5951" y="8703"/>
                    <a:pt x="5984" y="8703"/>
                  </a:cubicBezTo>
                  <a:cubicBezTo>
                    <a:pt x="6005" y="8703"/>
                    <a:pt x="6025" y="8697"/>
                    <a:pt x="6041" y="8684"/>
                  </a:cubicBezTo>
                  <a:cubicBezTo>
                    <a:pt x="6058" y="8672"/>
                    <a:pt x="6068" y="8651"/>
                    <a:pt x="6067" y="8626"/>
                  </a:cubicBezTo>
                  <a:cubicBezTo>
                    <a:pt x="5873" y="5259"/>
                    <a:pt x="7659" y="1960"/>
                    <a:pt x="10892" y="732"/>
                  </a:cubicBezTo>
                  <a:cubicBezTo>
                    <a:pt x="11776" y="397"/>
                    <a:pt x="12722" y="224"/>
                    <a:pt x="13666" y="224"/>
                  </a:cubicBezTo>
                  <a:cubicBezTo>
                    <a:pt x="14359" y="224"/>
                    <a:pt x="15051" y="317"/>
                    <a:pt x="15719" y="506"/>
                  </a:cubicBezTo>
                  <a:cubicBezTo>
                    <a:pt x="17609" y="1042"/>
                    <a:pt x="19469" y="2487"/>
                    <a:pt x="19216" y="4656"/>
                  </a:cubicBezTo>
                  <a:cubicBezTo>
                    <a:pt x="19212" y="4683"/>
                    <a:pt x="19217" y="4705"/>
                    <a:pt x="19226" y="4723"/>
                  </a:cubicBezTo>
                  <a:cubicBezTo>
                    <a:pt x="19145" y="4814"/>
                    <a:pt x="19070" y="4915"/>
                    <a:pt x="19014" y="5014"/>
                  </a:cubicBezTo>
                  <a:cubicBezTo>
                    <a:pt x="18890" y="4736"/>
                    <a:pt x="18688" y="4513"/>
                    <a:pt x="18439" y="4355"/>
                  </a:cubicBezTo>
                  <a:cubicBezTo>
                    <a:pt x="18231" y="2173"/>
                    <a:pt x="15882" y="1389"/>
                    <a:pt x="13807" y="1389"/>
                  </a:cubicBezTo>
                  <a:cubicBezTo>
                    <a:pt x="13124" y="1389"/>
                    <a:pt x="12470" y="1474"/>
                    <a:pt x="11932" y="1622"/>
                  </a:cubicBezTo>
                  <a:cubicBezTo>
                    <a:pt x="9058" y="2414"/>
                    <a:pt x="6963" y="5132"/>
                    <a:pt x="7244" y="8142"/>
                  </a:cubicBezTo>
                  <a:cubicBezTo>
                    <a:pt x="6777" y="8205"/>
                    <a:pt x="6353" y="8381"/>
                    <a:pt x="6047" y="8689"/>
                  </a:cubicBezTo>
                  <a:cubicBezTo>
                    <a:pt x="5844" y="8894"/>
                    <a:pt x="5692" y="9155"/>
                    <a:pt x="5617" y="9477"/>
                  </a:cubicBezTo>
                  <a:cubicBezTo>
                    <a:pt x="5252" y="8798"/>
                    <a:pt x="4502" y="8343"/>
                    <a:pt x="3737" y="8343"/>
                  </a:cubicBezTo>
                  <a:cubicBezTo>
                    <a:pt x="3473" y="8343"/>
                    <a:pt x="3207" y="8397"/>
                    <a:pt x="2955" y="8515"/>
                  </a:cubicBezTo>
                  <a:cubicBezTo>
                    <a:pt x="1941" y="8990"/>
                    <a:pt x="1517" y="10377"/>
                    <a:pt x="2084" y="11330"/>
                  </a:cubicBezTo>
                  <a:cubicBezTo>
                    <a:pt x="2009" y="11320"/>
                    <a:pt x="1934" y="11315"/>
                    <a:pt x="1860" y="11315"/>
                  </a:cubicBezTo>
                  <a:cubicBezTo>
                    <a:pt x="843" y="11315"/>
                    <a:pt x="1" y="12252"/>
                    <a:pt x="173" y="13351"/>
                  </a:cubicBezTo>
                  <a:cubicBezTo>
                    <a:pt x="336" y="14401"/>
                    <a:pt x="1272" y="15053"/>
                    <a:pt x="2251" y="15053"/>
                  </a:cubicBezTo>
                  <a:cubicBezTo>
                    <a:pt x="2474" y="15053"/>
                    <a:pt x="2699" y="15019"/>
                    <a:pt x="2918" y="14948"/>
                  </a:cubicBezTo>
                  <a:lnTo>
                    <a:pt x="2918" y="14948"/>
                  </a:lnTo>
                  <a:cubicBezTo>
                    <a:pt x="2701" y="15648"/>
                    <a:pt x="3386" y="16296"/>
                    <a:pt x="4041" y="16375"/>
                  </a:cubicBezTo>
                  <a:cubicBezTo>
                    <a:pt x="4075" y="16379"/>
                    <a:pt x="4114" y="16381"/>
                    <a:pt x="4158" y="16381"/>
                  </a:cubicBezTo>
                  <a:cubicBezTo>
                    <a:pt x="4559" y="16381"/>
                    <a:pt x="5342" y="16209"/>
                    <a:pt x="5478" y="15825"/>
                  </a:cubicBezTo>
                  <a:cubicBezTo>
                    <a:pt x="5910" y="16437"/>
                    <a:pt x="6557" y="16705"/>
                    <a:pt x="7216" y="16705"/>
                  </a:cubicBezTo>
                  <a:cubicBezTo>
                    <a:pt x="8483" y="16705"/>
                    <a:pt x="9791" y="15712"/>
                    <a:pt x="9688" y="14256"/>
                  </a:cubicBezTo>
                  <a:lnTo>
                    <a:pt x="9688" y="14256"/>
                  </a:lnTo>
                  <a:cubicBezTo>
                    <a:pt x="9920" y="14338"/>
                    <a:pt x="10167" y="14377"/>
                    <a:pt x="10419" y="14377"/>
                  </a:cubicBezTo>
                  <a:cubicBezTo>
                    <a:pt x="11519" y="14377"/>
                    <a:pt x="12686" y="13633"/>
                    <a:pt x="12835" y="12522"/>
                  </a:cubicBezTo>
                  <a:cubicBezTo>
                    <a:pt x="12953" y="11631"/>
                    <a:pt x="12094" y="10402"/>
                    <a:pt x="11192" y="10402"/>
                  </a:cubicBezTo>
                  <a:cubicBezTo>
                    <a:pt x="11008" y="10402"/>
                    <a:pt x="10822" y="10454"/>
                    <a:pt x="10642" y="10570"/>
                  </a:cubicBezTo>
                  <a:cubicBezTo>
                    <a:pt x="10641" y="10527"/>
                    <a:pt x="10636" y="10485"/>
                    <a:pt x="10633" y="10442"/>
                  </a:cubicBezTo>
                  <a:lnTo>
                    <a:pt x="10633" y="10442"/>
                  </a:lnTo>
                  <a:cubicBezTo>
                    <a:pt x="10644" y="10449"/>
                    <a:pt x="10656" y="10451"/>
                    <a:pt x="10669" y="10451"/>
                  </a:cubicBezTo>
                  <a:cubicBezTo>
                    <a:pt x="10710" y="10451"/>
                    <a:pt x="10751" y="10417"/>
                    <a:pt x="10738" y="10360"/>
                  </a:cubicBezTo>
                  <a:cubicBezTo>
                    <a:pt x="10415" y="8750"/>
                    <a:pt x="10310" y="6864"/>
                    <a:pt x="11512" y="5555"/>
                  </a:cubicBezTo>
                  <a:cubicBezTo>
                    <a:pt x="12018" y="5003"/>
                    <a:pt x="12764" y="4701"/>
                    <a:pt x="13466" y="4701"/>
                  </a:cubicBezTo>
                  <a:cubicBezTo>
                    <a:pt x="14376" y="4701"/>
                    <a:pt x="15213" y="5207"/>
                    <a:pt x="15368" y="6335"/>
                  </a:cubicBezTo>
                  <a:cubicBezTo>
                    <a:pt x="15371" y="6351"/>
                    <a:pt x="15376" y="6363"/>
                    <a:pt x="15384" y="6374"/>
                  </a:cubicBezTo>
                  <a:cubicBezTo>
                    <a:pt x="15336" y="6369"/>
                    <a:pt x="15289" y="6367"/>
                    <a:pt x="15242" y="6367"/>
                  </a:cubicBezTo>
                  <a:cubicBezTo>
                    <a:pt x="14592" y="6367"/>
                    <a:pt x="13983" y="6785"/>
                    <a:pt x="13898" y="7533"/>
                  </a:cubicBezTo>
                  <a:cubicBezTo>
                    <a:pt x="13820" y="8225"/>
                    <a:pt x="14397" y="8881"/>
                    <a:pt x="15061" y="8881"/>
                  </a:cubicBezTo>
                  <a:cubicBezTo>
                    <a:pt x="15132" y="8881"/>
                    <a:pt x="15203" y="8874"/>
                    <a:pt x="15275" y="8858"/>
                  </a:cubicBezTo>
                  <a:lnTo>
                    <a:pt x="15275" y="8858"/>
                  </a:lnTo>
                  <a:cubicBezTo>
                    <a:pt x="14699" y="9315"/>
                    <a:pt x="14893" y="10427"/>
                    <a:pt x="15425" y="10877"/>
                  </a:cubicBezTo>
                  <a:cubicBezTo>
                    <a:pt x="15793" y="11187"/>
                    <a:pt x="16313" y="11340"/>
                    <a:pt x="16842" y="11340"/>
                  </a:cubicBezTo>
                  <a:cubicBezTo>
                    <a:pt x="17579" y="11340"/>
                    <a:pt x="18332" y="11043"/>
                    <a:pt x="18713" y="10465"/>
                  </a:cubicBezTo>
                  <a:cubicBezTo>
                    <a:pt x="19094" y="10949"/>
                    <a:pt x="19677" y="11270"/>
                    <a:pt x="20292" y="11270"/>
                  </a:cubicBezTo>
                  <a:cubicBezTo>
                    <a:pt x="20435" y="11270"/>
                    <a:pt x="20579" y="11253"/>
                    <a:pt x="20723" y="11216"/>
                  </a:cubicBezTo>
                  <a:cubicBezTo>
                    <a:pt x="21210" y="11094"/>
                    <a:pt x="21620" y="10647"/>
                    <a:pt x="21535" y="10200"/>
                  </a:cubicBezTo>
                  <a:lnTo>
                    <a:pt x="21535" y="10200"/>
                  </a:lnTo>
                  <a:cubicBezTo>
                    <a:pt x="21930" y="10435"/>
                    <a:pt x="22382" y="10557"/>
                    <a:pt x="22824" y="10557"/>
                  </a:cubicBezTo>
                  <a:cubicBezTo>
                    <a:pt x="23611" y="10557"/>
                    <a:pt x="24365" y="10169"/>
                    <a:pt x="24709" y="9334"/>
                  </a:cubicBezTo>
                  <a:cubicBezTo>
                    <a:pt x="25233" y="8066"/>
                    <a:pt x="24239" y="6720"/>
                    <a:pt x="22932" y="6720"/>
                  </a:cubicBezTo>
                  <a:cubicBezTo>
                    <a:pt x="22931" y="6720"/>
                    <a:pt x="22930" y="6720"/>
                    <a:pt x="22929" y="6720"/>
                  </a:cubicBezTo>
                  <a:cubicBezTo>
                    <a:pt x="23810" y="5718"/>
                    <a:pt x="23169" y="4150"/>
                    <a:pt x="21874" y="3783"/>
                  </a:cubicBezTo>
                  <a:cubicBezTo>
                    <a:pt x="21680" y="3729"/>
                    <a:pt x="21485" y="3704"/>
                    <a:pt x="21290" y="3704"/>
                  </a:cubicBezTo>
                  <a:cubicBezTo>
                    <a:pt x="20705" y="3704"/>
                    <a:pt x="20131" y="3935"/>
                    <a:pt x="19669" y="4306"/>
                  </a:cubicBezTo>
                  <a:cubicBezTo>
                    <a:pt x="19626" y="4341"/>
                    <a:pt x="19573" y="4384"/>
                    <a:pt x="19516" y="4435"/>
                  </a:cubicBezTo>
                  <a:cubicBezTo>
                    <a:pt x="19725" y="1317"/>
                    <a:pt x="16423" y="1"/>
                    <a:pt x="13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4"/>
            <p:cNvSpPr/>
            <p:nvPr/>
          </p:nvSpPr>
          <p:spPr>
            <a:xfrm>
              <a:off x="4281475" y="843875"/>
              <a:ext cx="270325" cy="176375"/>
            </a:xfrm>
            <a:custGeom>
              <a:avLst/>
              <a:gdLst/>
              <a:ahLst/>
              <a:cxnLst/>
              <a:rect l="l" t="t" r="r" b="b"/>
              <a:pathLst>
                <a:path w="10813" h="7055" extrusionOk="0">
                  <a:moveTo>
                    <a:pt x="7369" y="3141"/>
                  </a:moveTo>
                  <a:cubicBezTo>
                    <a:pt x="7730" y="3141"/>
                    <a:pt x="7870" y="3587"/>
                    <a:pt x="7675" y="3855"/>
                  </a:cubicBezTo>
                  <a:cubicBezTo>
                    <a:pt x="7587" y="3976"/>
                    <a:pt x="7454" y="4033"/>
                    <a:pt x="7322" y="4033"/>
                  </a:cubicBezTo>
                  <a:cubicBezTo>
                    <a:pt x="7134" y="4033"/>
                    <a:pt x="6947" y="3918"/>
                    <a:pt x="6893" y="3708"/>
                  </a:cubicBezTo>
                  <a:cubicBezTo>
                    <a:pt x="6841" y="3516"/>
                    <a:pt x="6965" y="3318"/>
                    <a:pt x="7136" y="3240"/>
                  </a:cubicBezTo>
                  <a:cubicBezTo>
                    <a:pt x="7183" y="3188"/>
                    <a:pt x="7248" y="3150"/>
                    <a:pt x="7335" y="3143"/>
                  </a:cubicBezTo>
                  <a:cubicBezTo>
                    <a:pt x="7347" y="3142"/>
                    <a:pt x="7358" y="3141"/>
                    <a:pt x="7369" y="3141"/>
                  </a:cubicBezTo>
                  <a:close/>
                  <a:moveTo>
                    <a:pt x="2954" y="3735"/>
                  </a:moveTo>
                  <a:cubicBezTo>
                    <a:pt x="2976" y="3735"/>
                    <a:pt x="2992" y="3745"/>
                    <a:pt x="3002" y="3759"/>
                  </a:cubicBezTo>
                  <a:cubicBezTo>
                    <a:pt x="3025" y="3754"/>
                    <a:pt x="3050" y="3751"/>
                    <a:pt x="3074" y="3751"/>
                  </a:cubicBezTo>
                  <a:cubicBezTo>
                    <a:pt x="3123" y="3751"/>
                    <a:pt x="3175" y="3762"/>
                    <a:pt x="3225" y="3789"/>
                  </a:cubicBezTo>
                  <a:cubicBezTo>
                    <a:pt x="3556" y="3967"/>
                    <a:pt x="3479" y="4414"/>
                    <a:pt x="3183" y="4582"/>
                  </a:cubicBezTo>
                  <a:cubicBezTo>
                    <a:pt x="3103" y="4627"/>
                    <a:pt x="3015" y="4649"/>
                    <a:pt x="2928" y="4649"/>
                  </a:cubicBezTo>
                  <a:cubicBezTo>
                    <a:pt x="2728" y="4649"/>
                    <a:pt x="2542" y="4530"/>
                    <a:pt x="2507" y="4301"/>
                  </a:cubicBezTo>
                  <a:cubicBezTo>
                    <a:pt x="2465" y="4029"/>
                    <a:pt x="2668" y="3746"/>
                    <a:pt x="2950" y="3735"/>
                  </a:cubicBezTo>
                  <a:cubicBezTo>
                    <a:pt x="2951" y="3735"/>
                    <a:pt x="2953" y="3735"/>
                    <a:pt x="2954" y="3735"/>
                  </a:cubicBezTo>
                  <a:close/>
                  <a:moveTo>
                    <a:pt x="6250" y="4339"/>
                  </a:moveTo>
                  <a:cubicBezTo>
                    <a:pt x="6308" y="4339"/>
                    <a:pt x="6367" y="4390"/>
                    <a:pt x="6348" y="4459"/>
                  </a:cubicBezTo>
                  <a:cubicBezTo>
                    <a:pt x="6199" y="4968"/>
                    <a:pt x="5760" y="5211"/>
                    <a:pt x="5312" y="5211"/>
                  </a:cubicBezTo>
                  <a:cubicBezTo>
                    <a:pt x="4848" y="5211"/>
                    <a:pt x="4374" y="4950"/>
                    <a:pt x="4205" y="4455"/>
                  </a:cubicBezTo>
                  <a:cubicBezTo>
                    <a:pt x="4189" y="4408"/>
                    <a:pt x="4231" y="4373"/>
                    <a:pt x="4272" y="4373"/>
                  </a:cubicBezTo>
                  <a:cubicBezTo>
                    <a:pt x="4293" y="4373"/>
                    <a:pt x="4314" y="4383"/>
                    <a:pt x="4325" y="4406"/>
                  </a:cubicBezTo>
                  <a:cubicBezTo>
                    <a:pt x="4513" y="4756"/>
                    <a:pt x="4834" y="5029"/>
                    <a:pt x="5249" y="5029"/>
                  </a:cubicBezTo>
                  <a:cubicBezTo>
                    <a:pt x="5254" y="5029"/>
                    <a:pt x="5258" y="5028"/>
                    <a:pt x="5263" y="5028"/>
                  </a:cubicBezTo>
                  <a:cubicBezTo>
                    <a:pt x="5697" y="5023"/>
                    <a:pt x="5971" y="4733"/>
                    <a:pt x="6173" y="4385"/>
                  </a:cubicBezTo>
                  <a:cubicBezTo>
                    <a:pt x="6191" y="4353"/>
                    <a:pt x="6221" y="4339"/>
                    <a:pt x="6250" y="4339"/>
                  </a:cubicBezTo>
                  <a:close/>
                  <a:moveTo>
                    <a:pt x="7211" y="1"/>
                  </a:moveTo>
                  <a:cubicBezTo>
                    <a:pt x="6850" y="1"/>
                    <a:pt x="6492" y="97"/>
                    <a:pt x="6161" y="279"/>
                  </a:cubicBezTo>
                  <a:cubicBezTo>
                    <a:pt x="5894" y="426"/>
                    <a:pt x="4928" y="1079"/>
                    <a:pt x="5128" y="1507"/>
                  </a:cubicBezTo>
                  <a:cubicBezTo>
                    <a:pt x="5148" y="1549"/>
                    <a:pt x="5125" y="1591"/>
                    <a:pt x="5091" y="1604"/>
                  </a:cubicBezTo>
                  <a:cubicBezTo>
                    <a:pt x="5063" y="1639"/>
                    <a:pt x="5017" y="1658"/>
                    <a:pt x="4972" y="1658"/>
                  </a:cubicBezTo>
                  <a:cubicBezTo>
                    <a:pt x="4915" y="1658"/>
                    <a:pt x="4861" y="1628"/>
                    <a:pt x="4852" y="1563"/>
                  </a:cubicBezTo>
                  <a:cubicBezTo>
                    <a:pt x="4719" y="730"/>
                    <a:pt x="4172" y="401"/>
                    <a:pt x="3579" y="401"/>
                  </a:cubicBezTo>
                  <a:cubicBezTo>
                    <a:pt x="2515" y="401"/>
                    <a:pt x="1299" y="1458"/>
                    <a:pt x="2033" y="2576"/>
                  </a:cubicBezTo>
                  <a:cubicBezTo>
                    <a:pt x="2076" y="2640"/>
                    <a:pt x="2016" y="2708"/>
                    <a:pt x="1954" y="2708"/>
                  </a:cubicBezTo>
                  <a:cubicBezTo>
                    <a:pt x="1933" y="2708"/>
                    <a:pt x="1912" y="2701"/>
                    <a:pt x="1895" y="2683"/>
                  </a:cubicBezTo>
                  <a:lnTo>
                    <a:pt x="1885" y="2673"/>
                  </a:lnTo>
                  <a:cubicBezTo>
                    <a:pt x="1706" y="2598"/>
                    <a:pt x="1513" y="2560"/>
                    <a:pt x="1323" y="2560"/>
                  </a:cubicBezTo>
                  <a:cubicBezTo>
                    <a:pt x="793" y="2560"/>
                    <a:pt x="285" y="2853"/>
                    <a:pt x="156" y="3430"/>
                  </a:cubicBezTo>
                  <a:cubicBezTo>
                    <a:pt x="1" y="4130"/>
                    <a:pt x="530" y="4600"/>
                    <a:pt x="1153" y="4600"/>
                  </a:cubicBezTo>
                  <a:cubicBezTo>
                    <a:pt x="1224" y="4600"/>
                    <a:pt x="1296" y="4594"/>
                    <a:pt x="1368" y="4582"/>
                  </a:cubicBezTo>
                  <a:cubicBezTo>
                    <a:pt x="1375" y="4581"/>
                    <a:pt x="1382" y="4580"/>
                    <a:pt x="1388" y="4580"/>
                  </a:cubicBezTo>
                  <a:cubicBezTo>
                    <a:pt x="1460" y="4580"/>
                    <a:pt x="1517" y="4649"/>
                    <a:pt x="1511" y="4709"/>
                  </a:cubicBezTo>
                  <a:cubicBezTo>
                    <a:pt x="1538" y="4702"/>
                    <a:pt x="1561" y="4692"/>
                    <a:pt x="1590" y="4683"/>
                  </a:cubicBezTo>
                  <a:cubicBezTo>
                    <a:pt x="1594" y="4682"/>
                    <a:pt x="1599" y="4682"/>
                    <a:pt x="1603" y="4682"/>
                  </a:cubicBezTo>
                  <a:cubicBezTo>
                    <a:pt x="1661" y="4682"/>
                    <a:pt x="1710" y="4757"/>
                    <a:pt x="1657" y="4801"/>
                  </a:cubicBezTo>
                  <a:cubicBezTo>
                    <a:pt x="972" y="5379"/>
                    <a:pt x="978" y="6383"/>
                    <a:pt x="1830" y="6833"/>
                  </a:cubicBezTo>
                  <a:cubicBezTo>
                    <a:pt x="2114" y="6983"/>
                    <a:pt x="2440" y="7054"/>
                    <a:pt x="2770" y="7054"/>
                  </a:cubicBezTo>
                  <a:cubicBezTo>
                    <a:pt x="3452" y="7054"/>
                    <a:pt x="4151" y="6750"/>
                    <a:pt x="4526" y="6212"/>
                  </a:cubicBezTo>
                  <a:cubicBezTo>
                    <a:pt x="4551" y="6177"/>
                    <a:pt x="4582" y="6159"/>
                    <a:pt x="4614" y="6154"/>
                  </a:cubicBezTo>
                  <a:cubicBezTo>
                    <a:pt x="4639" y="6136"/>
                    <a:pt x="4669" y="6126"/>
                    <a:pt x="4700" y="6126"/>
                  </a:cubicBezTo>
                  <a:cubicBezTo>
                    <a:pt x="4741" y="6126"/>
                    <a:pt x="4782" y="6144"/>
                    <a:pt x="4811" y="6188"/>
                  </a:cubicBezTo>
                  <a:cubicBezTo>
                    <a:pt x="5080" y="6586"/>
                    <a:pt x="5468" y="6863"/>
                    <a:pt x="5938" y="6961"/>
                  </a:cubicBezTo>
                  <a:cubicBezTo>
                    <a:pt x="6001" y="6974"/>
                    <a:pt x="6075" y="6980"/>
                    <a:pt x="6156" y="6980"/>
                  </a:cubicBezTo>
                  <a:cubicBezTo>
                    <a:pt x="6722" y="6980"/>
                    <a:pt x="7620" y="6661"/>
                    <a:pt x="7261" y="6033"/>
                  </a:cubicBezTo>
                  <a:cubicBezTo>
                    <a:pt x="7203" y="5987"/>
                    <a:pt x="7142" y="5940"/>
                    <a:pt x="7089" y="5889"/>
                  </a:cubicBezTo>
                  <a:cubicBezTo>
                    <a:pt x="6980" y="5791"/>
                    <a:pt x="7080" y="5655"/>
                    <a:pt x="7194" y="5655"/>
                  </a:cubicBezTo>
                  <a:cubicBezTo>
                    <a:pt x="7226" y="5655"/>
                    <a:pt x="7258" y="5665"/>
                    <a:pt x="7287" y="5689"/>
                  </a:cubicBezTo>
                  <a:cubicBezTo>
                    <a:pt x="7719" y="6040"/>
                    <a:pt x="8288" y="6242"/>
                    <a:pt x="8830" y="6242"/>
                  </a:cubicBezTo>
                  <a:cubicBezTo>
                    <a:pt x="9544" y="6242"/>
                    <a:pt x="10211" y="5893"/>
                    <a:pt x="10458" y="5074"/>
                  </a:cubicBezTo>
                  <a:cubicBezTo>
                    <a:pt x="10812" y="3899"/>
                    <a:pt x="9821" y="2941"/>
                    <a:pt x="8697" y="2941"/>
                  </a:cubicBezTo>
                  <a:cubicBezTo>
                    <a:pt x="8684" y="2941"/>
                    <a:pt x="8672" y="2941"/>
                    <a:pt x="8659" y="2942"/>
                  </a:cubicBezTo>
                  <a:cubicBezTo>
                    <a:pt x="8653" y="2947"/>
                    <a:pt x="8646" y="2951"/>
                    <a:pt x="8641" y="2952"/>
                  </a:cubicBezTo>
                  <a:cubicBezTo>
                    <a:pt x="8610" y="2977"/>
                    <a:pt x="8577" y="2987"/>
                    <a:pt x="8544" y="2987"/>
                  </a:cubicBezTo>
                  <a:cubicBezTo>
                    <a:pt x="8420" y="2987"/>
                    <a:pt x="8312" y="2836"/>
                    <a:pt x="8431" y="2743"/>
                  </a:cubicBezTo>
                  <a:cubicBezTo>
                    <a:pt x="9404" y="1974"/>
                    <a:pt x="9047" y="563"/>
                    <a:pt x="7941" y="137"/>
                  </a:cubicBezTo>
                  <a:cubicBezTo>
                    <a:pt x="7702" y="45"/>
                    <a:pt x="7456" y="1"/>
                    <a:pt x="7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4"/>
            <p:cNvSpPr/>
            <p:nvPr/>
          </p:nvSpPr>
          <p:spPr>
            <a:xfrm>
              <a:off x="4452500" y="922400"/>
              <a:ext cx="25750" cy="22300"/>
            </a:xfrm>
            <a:custGeom>
              <a:avLst/>
              <a:gdLst/>
              <a:ahLst/>
              <a:cxnLst/>
              <a:rect l="l" t="t" r="r" b="b"/>
              <a:pathLst>
                <a:path w="1030" h="892" extrusionOk="0">
                  <a:moveTo>
                    <a:pt x="526" y="1"/>
                  </a:moveTo>
                  <a:cubicBezTo>
                    <a:pt x="516" y="1"/>
                    <a:pt x="505" y="1"/>
                    <a:pt x="494" y="2"/>
                  </a:cubicBezTo>
                  <a:cubicBezTo>
                    <a:pt x="407" y="9"/>
                    <a:pt x="342" y="47"/>
                    <a:pt x="295" y="99"/>
                  </a:cubicBezTo>
                  <a:cubicBezTo>
                    <a:pt x="124" y="175"/>
                    <a:pt x="1" y="375"/>
                    <a:pt x="52" y="567"/>
                  </a:cubicBezTo>
                  <a:cubicBezTo>
                    <a:pt x="107" y="777"/>
                    <a:pt x="294" y="892"/>
                    <a:pt x="481" y="892"/>
                  </a:cubicBezTo>
                  <a:cubicBezTo>
                    <a:pt x="614" y="892"/>
                    <a:pt x="746" y="835"/>
                    <a:pt x="834" y="714"/>
                  </a:cubicBezTo>
                  <a:cubicBezTo>
                    <a:pt x="1029" y="446"/>
                    <a:pt x="888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4"/>
            <p:cNvSpPr/>
            <p:nvPr/>
          </p:nvSpPr>
          <p:spPr>
            <a:xfrm>
              <a:off x="4386250" y="952375"/>
              <a:ext cx="54425" cy="21775"/>
            </a:xfrm>
            <a:custGeom>
              <a:avLst/>
              <a:gdLst/>
              <a:ahLst/>
              <a:cxnLst/>
              <a:rect l="l" t="t" r="r" b="b"/>
              <a:pathLst>
                <a:path w="2177" h="871" extrusionOk="0">
                  <a:moveTo>
                    <a:pt x="2061" y="0"/>
                  </a:moveTo>
                  <a:cubicBezTo>
                    <a:pt x="2031" y="0"/>
                    <a:pt x="2001" y="14"/>
                    <a:pt x="1983" y="45"/>
                  </a:cubicBezTo>
                  <a:cubicBezTo>
                    <a:pt x="1781" y="393"/>
                    <a:pt x="1507" y="683"/>
                    <a:pt x="1075" y="688"/>
                  </a:cubicBezTo>
                  <a:cubicBezTo>
                    <a:pt x="1070" y="688"/>
                    <a:pt x="1066" y="689"/>
                    <a:pt x="1061" y="689"/>
                  </a:cubicBezTo>
                  <a:cubicBezTo>
                    <a:pt x="645" y="689"/>
                    <a:pt x="326" y="416"/>
                    <a:pt x="137" y="66"/>
                  </a:cubicBezTo>
                  <a:cubicBezTo>
                    <a:pt x="126" y="42"/>
                    <a:pt x="105" y="33"/>
                    <a:pt x="83" y="33"/>
                  </a:cubicBezTo>
                  <a:cubicBezTo>
                    <a:pt x="43" y="33"/>
                    <a:pt x="1" y="68"/>
                    <a:pt x="17" y="115"/>
                  </a:cubicBezTo>
                  <a:cubicBezTo>
                    <a:pt x="185" y="610"/>
                    <a:pt x="658" y="871"/>
                    <a:pt x="1123" y="871"/>
                  </a:cubicBezTo>
                  <a:cubicBezTo>
                    <a:pt x="1570" y="871"/>
                    <a:pt x="2010" y="628"/>
                    <a:pt x="2158" y="119"/>
                  </a:cubicBezTo>
                  <a:cubicBezTo>
                    <a:pt x="2176" y="50"/>
                    <a:pt x="2118" y="0"/>
                    <a:pt x="20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4"/>
            <p:cNvSpPr/>
            <p:nvPr/>
          </p:nvSpPr>
          <p:spPr>
            <a:xfrm>
              <a:off x="4077550" y="749375"/>
              <a:ext cx="339925" cy="211675"/>
            </a:xfrm>
            <a:custGeom>
              <a:avLst/>
              <a:gdLst/>
              <a:ahLst/>
              <a:cxnLst/>
              <a:rect l="l" t="t" r="r" b="b"/>
              <a:pathLst>
                <a:path w="13597" h="8467" extrusionOk="0">
                  <a:moveTo>
                    <a:pt x="7793" y="1"/>
                  </a:moveTo>
                  <a:cubicBezTo>
                    <a:pt x="6848" y="1"/>
                    <a:pt x="5902" y="173"/>
                    <a:pt x="5019" y="507"/>
                  </a:cubicBezTo>
                  <a:cubicBezTo>
                    <a:pt x="1785" y="1735"/>
                    <a:pt x="0" y="5034"/>
                    <a:pt x="193" y="8401"/>
                  </a:cubicBezTo>
                  <a:cubicBezTo>
                    <a:pt x="194" y="8426"/>
                    <a:pt x="184" y="8446"/>
                    <a:pt x="167" y="8459"/>
                  </a:cubicBezTo>
                  <a:lnTo>
                    <a:pt x="173" y="8466"/>
                  </a:lnTo>
                  <a:cubicBezTo>
                    <a:pt x="478" y="8156"/>
                    <a:pt x="903" y="7981"/>
                    <a:pt x="1370" y="7918"/>
                  </a:cubicBezTo>
                  <a:cubicBezTo>
                    <a:pt x="1089" y="4909"/>
                    <a:pt x="3185" y="2190"/>
                    <a:pt x="6058" y="1398"/>
                  </a:cubicBezTo>
                  <a:cubicBezTo>
                    <a:pt x="6596" y="1250"/>
                    <a:pt x="7250" y="1166"/>
                    <a:pt x="7933" y="1166"/>
                  </a:cubicBezTo>
                  <a:cubicBezTo>
                    <a:pt x="10008" y="1166"/>
                    <a:pt x="12357" y="1949"/>
                    <a:pt x="12565" y="4131"/>
                  </a:cubicBezTo>
                  <a:cubicBezTo>
                    <a:pt x="12813" y="4289"/>
                    <a:pt x="13016" y="4514"/>
                    <a:pt x="13140" y="4790"/>
                  </a:cubicBezTo>
                  <a:cubicBezTo>
                    <a:pt x="13196" y="4691"/>
                    <a:pt x="13272" y="4591"/>
                    <a:pt x="13352" y="4499"/>
                  </a:cubicBezTo>
                  <a:cubicBezTo>
                    <a:pt x="13344" y="4481"/>
                    <a:pt x="13340" y="4459"/>
                    <a:pt x="13342" y="4432"/>
                  </a:cubicBezTo>
                  <a:cubicBezTo>
                    <a:pt x="13596" y="2265"/>
                    <a:pt x="11735" y="820"/>
                    <a:pt x="9845" y="282"/>
                  </a:cubicBezTo>
                  <a:cubicBezTo>
                    <a:pt x="9178" y="93"/>
                    <a:pt x="8485" y="1"/>
                    <a:pt x="77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4"/>
            <p:cNvSpPr/>
            <p:nvPr/>
          </p:nvSpPr>
          <p:spPr>
            <a:xfrm>
              <a:off x="4113700" y="784700"/>
              <a:ext cx="271000" cy="164975"/>
            </a:xfrm>
            <a:custGeom>
              <a:avLst/>
              <a:gdLst/>
              <a:ahLst/>
              <a:cxnLst/>
              <a:rect l="l" t="t" r="r" b="b"/>
              <a:pathLst>
                <a:path w="10840" h="6599" extrusionOk="0">
                  <a:moveTo>
                    <a:pt x="6561" y="0"/>
                  </a:moveTo>
                  <a:cubicBezTo>
                    <a:pt x="5769" y="0"/>
                    <a:pt x="4987" y="128"/>
                    <a:pt x="4325" y="350"/>
                  </a:cubicBezTo>
                  <a:cubicBezTo>
                    <a:pt x="1694" y="1232"/>
                    <a:pt x="1" y="3738"/>
                    <a:pt x="104" y="6491"/>
                  </a:cubicBezTo>
                  <a:cubicBezTo>
                    <a:pt x="172" y="6486"/>
                    <a:pt x="240" y="6484"/>
                    <a:pt x="308" y="6484"/>
                  </a:cubicBezTo>
                  <a:cubicBezTo>
                    <a:pt x="594" y="6484"/>
                    <a:pt x="888" y="6523"/>
                    <a:pt x="1174" y="6599"/>
                  </a:cubicBezTo>
                  <a:lnTo>
                    <a:pt x="1181" y="6579"/>
                  </a:lnTo>
                  <a:cubicBezTo>
                    <a:pt x="1160" y="6574"/>
                    <a:pt x="1140" y="6556"/>
                    <a:pt x="1137" y="6528"/>
                  </a:cubicBezTo>
                  <a:cubicBezTo>
                    <a:pt x="823" y="4347"/>
                    <a:pt x="2111" y="2145"/>
                    <a:pt x="4125" y="1283"/>
                  </a:cubicBezTo>
                  <a:cubicBezTo>
                    <a:pt x="4761" y="1012"/>
                    <a:pt x="5504" y="862"/>
                    <a:pt x="6247" y="862"/>
                  </a:cubicBezTo>
                  <a:cubicBezTo>
                    <a:pt x="7602" y="862"/>
                    <a:pt x="8959" y="1360"/>
                    <a:pt x="9672" y="2527"/>
                  </a:cubicBezTo>
                  <a:cubicBezTo>
                    <a:pt x="9841" y="2476"/>
                    <a:pt x="10013" y="2451"/>
                    <a:pt x="10183" y="2451"/>
                  </a:cubicBezTo>
                  <a:cubicBezTo>
                    <a:pt x="10411" y="2451"/>
                    <a:pt x="10635" y="2495"/>
                    <a:pt x="10839" y="2578"/>
                  </a:cubicBezTo>
                  <a:cubicBezTo>
                    <a:pt x="10344" y="711"/>
                    <a:pt x="8427" y="0"/>
                    <a:pt x="6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4"/>
            <p:cNvSpPr/>
            <p:nvPr/>
          </p:nvSpPr>
          <p:spPr>
            <a:xfrm>
              <a:off x="4343100" y="937250"/>
              <a:ext cx="27300" cy="22875"/>
            </a:xfrm>
            <a:custGeom>
              <a:avLst/>
              <a:gdLst/>
              <a:ahLst/>
              <a:cxnLst/>
              <a:rect l="l" t="t" r="r" b="b"/>
              <a:pathLst>
                <a:path w="1092" h="915" extrusionOk="0">
                  <a:moveTo>
                    <a:pt x="279" y="283"/>
                  </a:moveTo>
                  <a:lnTo>
                    <a:pt x="279" y="283"/>
                  </a:lnTo>
                  <a:cubicBezTo>
                    <a:pt x="268" y="337"/>
                    <a:pt x="273" y="393"/>
                    <a:pt x="299" y="443"/>
                  </a:cubicBezTo>
                  <a:cubicBezTo>
                    <a:pt x="283" y="451"/>
                    <a:pt x="274" y="471"/>
                    <a:pt x="273" y="489"/>
                  </a:cubicBezTo>
                  <a:lnTo>
                    <a:pt x="273" y="496"/>
                  </a:lnTo>
                  <a:lnTo>
                    <a:pt x="273" y="503"/>
                  </a:lnTo>
                  <a:cubicBezTo>
                    <a:pt x="276" y="530"/>
                    <a:pt x="292" y="554"/>
                    <a:pt x="320" y="556"/>
                  </a:cubicBezTo>
                  <a:cubicBezTo>
                    <a:pt x="335" y="562"/>
                    <a:pt x="351" y="568"/>
                    <a:pt x="367" y="574"/>
                  </a:cubicBezTo>
                  <a:cubicBezTo>
                    <a:pt x="377" y="578"/>
                    <a:pt x="386" y="580"/>
                    <a:pt x="395" y="580"/>
                  </a:cubicBezTo>
                  <a:cubicBezTo>
                    <a:pt x="409" y="580"/>
                    <a:pt x="422" y="575"/>
                    <a:pt x="431" y="567"/>
                  </a:cubicBezTo>
                  <a:cubicBezTo>
                    <a:pt x="470" y="587"/>
                    <a:pt x="512" y="597"/>
                    <a:pt x="553" y="597"/>
                  </a:cubicBezTo>
                  <a:cubicBezTo>
                    <a:pt x="617" y="597"/>
                    <a:pt x="680" y="573"/>
                    <a:pt x="725" y="532"/>
                  </a:cubicBezTo>
                  <a:lnTo>
                    <a:pt x="725" y="532"/>
                  </a:lnTo>
                  <a:cubicBezTo>
                    <a:pt x="679" y="617"/>
                    <a:pt x="583" y="681"/>
                    <a:pt x="494" y="695"/>
                  </a:cubicBezTo>
                  <a:cubicBezTo>
                    <a:pt x="475" y="698"/>
                    <a:pt x="457" y="700"/>
                    <a:pt x="440" y="700"/>
                  </a:cubicBezTo>
                  <a:cubicBezTo>
                    <a:pt x="232" y="700"/>
                    <a:pt x="190" y="448"/>
                    <a:pt x="279" y="283"/>
                  </a:cubicBezTo>
                  <a:close/>
                  <a:moveTo>
                    <a:pt x="489" y="0"/>
                  </a:moveTo>
                  <a:cubicBezTo>
                    <a:pt x="488" y="0"/>
                    <a:pt x="486" y="0"/>
                    <a:pt x="485" y="0"/>
                  </a:cubicBezTo>
                  <a:cubicBezTo>
                    <a:pt x="203" y="11"/>
                    <a:pt x="0" y="294"/>
                    <a:pt x="42" y="567"/>
                  </a:cubicBezTo>
                  <a:cubicBezTo>
                    <a:pt x="77" y="796"/>
                    <a:pt x="263" y="914"/>
                    <a:pt x="463" y="914"/>
                  </a:cubicBezTo>
                  <a:cubicBezTo>
                    <a:pt x="549" y="914"/>
                    <a:pt x="638" y="892"/>
                    <a:pt x="718" y="847"/>
                  </a:cubicBezTo>
                  <a:cubicBezTo>
                    <a:pt x="1013" y="681"/>
                    <a:pt x="1091" y="232"/>
                    <a:pt x="760" y="54"/>
                  </a:cubicBezTo>
                  <a:cubicBezTo>
                    <a:pt x="710" y="27"/>
                    <a:pt x="658" y="16"/>
                    <a:pt x="609" y="16"/>
                  </a:cubicBezTo>
                  <a:cubicBezTo>
                    <a:pt x="585" y="16"/>
                    <a:pt x="560" y="19"/>
                    <a:pt x="537" y="24"/>
                  </a:cubicBezTo>
                  <a:cubicBezTo>
                    <a:pt x="527" y="10"/>
                    <a:pt x="511" y="0"/>
                    <a:pt x="4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4"/>
            <p:cNvSpPr/>
            <p:nvPr/>
          </p:nvSpPr>
          <p:spPr>
            <a:xfrm>
              <a:off x="4143050" y="812325"/>
              <a:ext cx="206475" cy="145350"/>
            </a:xfrm>
            <a:custGeom>
              <a:avLst/>
              <a:gdLst/>
              <a:ahLst/>
              <a:cxnLst/>
              <a:rect l="l" t="t" r="r" b="b"/>
              <a:pathLst>
                <a:path w="8259" h="5814" extrusionOk="0">
                  <a:moveTo>
                    <a:pt x="5081" y="1"/>
                  </a:moveTo>
                  <a:cubicBezTo>
                    <a:pt x="4255" y="1"/>
                    <a:pt x="3424" y="196"/>
                    <a:pt x="2749" y="542"/>
                  </a:cubicBezTo>
                  <a:cubicBezTo>
                    <a:pt x="921" y="1480"/>
                    <a:pt x="56" y="3415"/>
                    <a:pt x="113" y="5401"/>
                  </a:cubicBezTo>
                  <a:cubicBezTo>
                    <a:pt x="114" y="5449"/>
                    <a:pt x="72" y="5477"/>
                    <a:pt x="31" y="5477"/>
                  </a:cubicBezTo>
                  <a:cubicBezTo>
                    <a:pt x="22" y="5477"/>
                    <a:pt x="15" y="5476"/>
                    <a:pt x="7" y="5474"/>
                  </a:cubicBezTo>
                  <a:lnTo>
                    <a:pt x="1" y="5494"/>
                  </a:lnTo>
                  <a:cubicBezTo>
                    <a:pt x="280" y="5566"/>
                    <a:pt x="552" y="5675"/>
                    <a:pt x="805" y="5814"/>
                  </a:cubicBezTo>
                  <a:cubicBezTo>
                    <a:pt x="537" y="4109"/>
                    <a:pt x="1392" y="2261"/>
                    <a:pt x="2934" y="1447"/>
                  </a:cubicBezTo>
                  <a:cubicBezTo>
                    <a:pt x="3488" y="1153"/>
                    <a:pt x="4190" y="982"/>
                    <a:pt x="4885" y="982"/>
                  </a:cubicBezTo>
                  <a:cubicBezTo>
                    <a:pt x="5904" y="982"/>
                    <a:pt x="6909" y="1350"/>
                    <a:pt x="7417" y="2238"/>
                  </a:cubicBezTo>
                  <a:cubicBezTo>
                    <a:pt x="7635" y="1925"/>
                    <a:pt x="7940" y="1664"/>
                    <a:pt x="8258" y="1514"/>
                  </a:cubicBezTo>
                  <a:cubicBezTo>
                    <a:pt x="7587" y="453"/>
                    <a:pt x="6339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4"/>
            <p:cNvSpPr/>
            <p:nvPr/>
          </p:nvSpPr>
          <p:spPr>
            <a:xfrm>
              <a:off x="4165675" y="842650"/>
              <a:ext cx="159425" cy="139150"/>
            </a:xfrm>
            <a:custGeom>
              <a:avLst/>
              <a:gdLst/>
              <a:ahLst/>
              <a:cxnLst/>
              <a:rect l="l" t="t" r="r" b="b"/>
              <a:pathLst>
                <a:path w="6377" h="5566" extrusionOk="0">
                  <a:moveTo>
                    <a:pt x="3990" y="0"/>
                  </a:moveTo>
                  <a:cubicBezTo>
                    <a:pt x="3220" y="0"/>
                    <a:pt x="2432" y="228"/>
                    <a:pt x="1848" y="607"/>
                  </a:cubicBezTo>
                  <a:cubicBezTo>
                    <a:pt x="461" y="1506"/>
                    <a:pt x="0" y="3121"/>
                    <a:pt x="51" y="4687"/>
                  </a:cubicBezTo>
                  <a:cubicBezTo>
                    <a:pt x="414" y="4914"/>
                    <a:pt x="725" y="5209"/>
                    <a:pt x="938" y="5565"/>
                  </a:cubicBezTo>
                  <a:cubicBezTo>
                    <a:pt x="603" y="3852"/>
                    <a:pt x="1079" y="1786"/>
                    <a:pt x="2601" y="858"/>
                  </a:cubicBezTo>
                  <a:cubicBezTo>
                    <a:pt x="3028" y="598"/>
                    <a:pt x="3511" y="472"/>
                    <a:pt x="3982" y="472"/>
                  </a:cubicBezTo>
                  <a:cubicBezTo>
                    <a:pt x="5051" y="472"/>
                    <a:pt x="6057" y="1125"/>
                    <a:pt x="6203" y="2348"/>
                  </a:cubicBezTo>
                  <a:cubicBezTo>
                    <a:pt x="6207" y="2392"/>
                    <a:pt x="6185" y="2425"/>
                    <a:pt x="6153" y="2443"/>
                  </a:cubicBezTo>
                  <a:cubicBezTo>
                    <a:pt x="6216" y="2457"/>
                    <a:pt x="6278" y="2473"/>
                    <a:pt x="6337" y="2492"/>
                  </a:cubicBezTo>
                  <a:cubicBezTo>
                    <a:pt x="6107" y="2101"/>
                    <a:pt x="6165" y="1650"/>
                    <a:pt x="6376" y="1249"/>
                  </a:cubicBezTo>
                  <a:cubicBezTo>
                    <a:pt x="6371" y="1243"/>
                    <a:pt x="6366" y="1240"/>
                    <a:pt x="6363" y="1233"/>
                  </a:cubicBezTo>
                  <a:cubicBezTo>
                    <a:pt x="5892" y="359"/>
                    <a:pt x="4955" y="0"/>
                    <a:pt x="3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4"/>
            <p:cNvSpPr/>
            <p:nvPr/>
          </p:nvSpPr>
          <p:spPr>
            <a:xfrm>
              <a:off x="3936050" y="953775"/>
              <a:ext cx="314750" cy="200575"/>
            </a:xfrm>
            <a:custGeom>
              <a:avLst/>
              <a:gdLst/>
              <a:ahLst/>
              <a:cxnLst/>
              <a:rect l="l" t="t" r="r" b="b"/>
              <a:pathLst>
                <a:path w="12590" h="8023" extrusionOk="0">
                  <a:moveTo>
                    <a:pt x="8586" y="3352"/>
                  </a:moveTo>
                  <a:cubicBezTo>
                    <a:pt x="8587" y="3352"/>
                    <a:pt x="8588" y="3352"/>
                    <a:pt x="8588" y="3352"/>
                  </a:cubicBezTo>
                  <a:cubicBezTo>
                    <a:pt x="8954" y="3356"/>
                    <a:pt x="9403" y="3695"/>
                    <a:pt x="9354" y="4093"/>
                  </a:cubicBezTo>
                  <a:cubicBezTo>
                    <a:pt x="9348" y="4136"/>
                    <a:pt x="9304" y="4174"/>
                    <a:pt x="9264" y="4174"/>
                  </a:cubicBezTo>
                  <a:cubicBezTo>
                    <a:pt x="9241" y="4174"/>
                    <a:pt x="9219" y="4162"/>
                    <a:pt x="9205" y="4133"/>
                  </a:cubicBezTo>
                  <a:cubicBezTo>
                    <a:pt x="9085" y="3870"/>
                    <a:pt x="8968" y="3617"/>
                    <a:pt x="8645" y="3577"/>
                  </a:cubicBezTo>
                  <a:cubicBezTo>
                    <a:pt x="8621" y="3574"/>
                    <a:pt x="8597" y="3572"/>
                    <a:pt x="8574" y="3572"/>
                  </a:cubicBezTo>
                  <a:cubicBezTo>
                    <a:pt x="8275" y="3572"/>
                    <a:pt x="8032" y="3815"/>
                    <a:pt x="7956" y="4097"/>
                  </a:cubicBezTo>
                  <a:cubicBezTo>
                    <a:pt x="7948" y="4131"/>
                    <a:pt x="7918" y="4147"/>
                    <a:pt x="7888" y="4147"/>
                  </a:cubicBezTo>
                  <a:cubicBezTo>
                    <a:pt x="7852" y="4147"/>
                    <a:pt x="7816" y="4123"/>
                    <a:pt x="7820" y="4078"/>
                  </a:cubicBezTo>
                  <a:cubicBezTo>
                    <a:pt x="7853" y="3684"/>
                    <a:pt x="8176" y="3352"/>
                    <a:pt x="8586" y="3352"/>
                  </a:cubicBezTo>
                  <a:close/>
                  <a:moveTo>
                    <a:pt x="3291" y="3886"/>
                  </a:moveTo>
                  <a:cubicBezTo>
                    <a:pt x="3723" y="3886"/>
                    <a:pt x="4084" y="4276"/>
                    <a:pt x="4280" y="4628"/>
                  </a:cubicBezTo>
                  <a:cubicBezTo>
                    <a:pt x="4320" y="4700"/>
                    <a:pt x="4262" y="4761"/>
                    <a:pt x="4199" y="4761"/>
                  </a:cubicBezTo>
                  <a:cubicBezTo>
                    <a:pt x="4171" y="4761"/>
                    <a:pt x="4143" y="4749"/>
                    <a:pt x="4122" y="4720"/>
                  </a:cubicBezTo>
                  <a:cubicBezTo>
                    <a:pt x="3944" y="4470"/>
                    <a:pt x="3729" y="4198"/>
                    <a:pt x="3417" y="4115"/>
                  </a:cubicBezTo>
                  <a:cubicBezTo>
                    <a:pt x="3376" y="4104"/>
                    <a:pt x="3334" y="4099"/>
                    <a:pt x="3291" y="4099"/>
                  </a:cubicBezTo>
                  <a:cubicBezTo>
                    <a:pt x="2975" y="4099"/>
                    <a:pt x="2631" y="4370"/>
                    <a:pt x="2746" y="4710"/>
                  </a:cubicBezTo>
                  <a:cubicBezTo>
                    <a:pt x="2756" y="4741"/>
                    <a:pt x="2728" y="4765"/>
                    <a:pt x="2701" y="4765"/>
                  </a:cubicBezTo>
                  <a:cubicBezTo>
                    <a:pt x="2687" y="4765"/>
                    <a:pt x="2674" y="4758"/>
                    <a:pt x="2666" y="4743"/>
                  </a:cubicBezTo>
                  <a:cubicBezTo>
                    <a:pt x="2496" y="4380"/>
                    <a:pt x="2757" y="3986"/>
                    <a:pt x="3134" y="3903"/>
                  </a:cubicBezTo>
                  <a:cubicBezTo>
                    <a:pt x="3187" y="3892"/>
                    <a:pt x="3240" y="3886"/>
                    <a:pt x="3291" y="3886"/>
                  </a:cubicBezTo>
                  <a:close/>
                  <a:moveTo>
                    <a:pt x="7500" y="0"/>
                  </a:moveTo>
                  <a:cubicBezTo>
                    <a:pt x="6601" y="0"/>
                    <a:pt x="5768" y="443"/>
                    <a:pt x="5553" y="1456"/>
                  </a:cubicBezTo>
                  <a:cubicBezTo>
                    <a:pt x="5555" y="1488"/>
                    <a:pt x="5552" y="1515"/>
                    <a:pt x="5536" y="1538"/>
                  </a:cubicBezTo>
                  <a:cubicBezTo>
                    <a:pt x="5532" y="1560"/>
                    <a:pt x="5526" y="1577"/>
                    <a:pt x="5523" y="1600"/>
                  </a:cubicBezTo>
                  <a:cubicBezTo>
                    <a:pt x="5516" y="1645"/>
                    <a:pt x="5481" y="1665"/>
                    <a:pt x="5444" y="1665"/>
                  </a:cubicBezTo>
                  <a:cubicBezTo>
                    <a:pt x="5398" y="1665"/>
                    <a:pt x="5349" y="1634"/>
                    <a:pt x="5345" y="1581"/>
                  </a:cubicBezTo>
                  <a:cubicBezTo>
                    <a:pt x="5316" y="1566"/>
                    <a:pt x="5291" y="1541"/>
                    <a:pt x="5278" y="1503"/>
                  </a:cubicBezTo>
                  <a:cubicBezTo>
                    <a:pt x="5023" y="769"/>
                    <a:pt x="4294" y="242"/>
                    <a:pt x="3537" y="242"/>
                  </a:cubicBezTo>
                  <a:cubicBezTo>
                    <a:pt x="3309" y="242"/>
                    <a:pt x="3079" y="290"/>
                    <a:pt x="2858" y="394"/>
                  </a:cubicBezTo>
                  <a:cubicBezTo>
                    <a:pt x="1876" y="859"/>
                    <a:pt x="1680" y="2095"/>
                    <a:pt x="2140" y="2990"/>
                  </a:cubicBezTo>
                  <a:cubicBezTo>
                    <a:pt x="2180" y="3002"/>
                    <a:pt x="2218" y="3014"/>
                    <a:pt x="2259" y="3030"/>
                  </a:cubicBezTo>
                  <a:cubicBezTo>
                    <a:pt x="2351" y="3064"/>
                    <a:pt x="2326" y="3198"/>
                    <a:pt x="2240" y="3198"/>
                  </a:cubicBezTo>
                  <a:cubicBezTo>
                    <a:pt x="2232" y="3198"/>
                    <a:pt x="2223" y="3196"/>
                    <a:pt x="2213" y="3194"/>
                  </a:cubicBezTo>
                  <a:cubicBezTo>
                    <a:pt x="2058" y="3147"/>
                    <a:pt x="1905" y="3126"/>
                    <a:pt x="1756" y="3126"/>
                  </a:cubicBezTo>
                  <a:cubicBezTo>
                    <a:pt x="783" y="3126"/>
                    <a:pt x="1" y="4049"/>
                    <a:pt x="267" y="5073"/>
                  </a:cubicBezTo>
                  <a:cubicBezTo>
                    <a:pt x="498" y="5967"/>
                    <a:pt x="1246" y="6346"/>
                    <a:pt x="2044" y="6346"/>
                  </a:cubicBezTo>
                  <a:cubicBezTo>
                    <a:pt x="2311" y="6346"/>
                    <a:pt x="2583" y="6304"/>
                    <a:pt x="2844" y="6224"/>
                  </a:cubicBezTo>
                  <a:cubicBezTo>
                    <a:pt x="2856" y="6221"/>
                    <a:pt x="2867" y="6219"/>
                    <a:pt x="2878" y="6219"/>
                  </a:cubicBezTo>
                  <a:cubicBezTo>
                    <a:pt x="2988" y="6219"/>
                    <a:pt x="3054" y="6383"/>
                    <a:pt x="2957" y="6447"/>
                  </a:cubicBezTo>
                  <a:cubicBezTo>
                    <a:pt x="2963" y="6463"/>
                    <a:pt x="2968" y="6481"/>
                    <a:pt x="2965" y="6504"/>
                  </a:cubicBezTo>
                  <a:cubicBezTo>
                    <a:pt x="2901" y="7006"/>
                    <a:pt x="3087" y="7460"/>
                    <a:pt x="3598" y="7646"/>
                  </a:cubicBezTo>
                  <a:cubicBezTo>
                    <a:pt x="3672" y="7673"/>
                    <a:pt x="3834" y="7691"/>
                    <a:pt x="4025" y="7691"/>
                  </a:cubicBezTo>
                  <a:cubicBezTo>
                    <a:pt x="4528" y="7691"/>
                    <a:pt x="5232" y="7563"/>
                    <a:pt x="5071" y="7120"/>
                  </a:cubicBezTo>
                  <a:cubicBezTo>
                    <a:pt x="5051" y="7071"/>
                    <a:pt x="5095" y="7032"/>
                    <a:pt x="5137" y="7030"/>
                  </a:cubicBezTo>
                  <a:cubicBezTo>
                    <a:pt x="5159" y="7011"/>
                    <a:pt x="5188" y="6998"/>
                    <a:pt x="5217" y="6998"/>
                  </a:cubicBezTo>
                  <a:cubicBezTo>
                    <a:pt x="5244" y="6998"/>
                    <a:pt x="5271" y="7009"/>
                    <a:pt x="5294" y="7035"/>
                  </a:cubicBezTo>
                  <a:cubicBezTo>
                    <a:pt x="5794" y="7597"/>
                    <a:pt x="6428" y="8023"/>
                    <a:pt x="7161" y="8023"/>
                  </a:cubicBezTo>
                  <a:cubicBezTo>
                    <a:pt x="7334" y="8023"/>
                    <a:pt x="7512" y="7999"/>
                    <a:pt x="7695" y="7948"/>
                  </a:cubicBezTo>
                  <a:cubicBezTo>
                    <a:pt x="8687" y="7674"/>
                    <a:pt x="9201" y="6737"/>
                    <a:pt x="9267" y="5771"/>
                  </a:cubicBezTo>
                  <a:cubicBezTo>
                    <a:pt x="9262" y="5768"/>
                    <a:pt x="9254" y="5765"/>
                    <a:pt x="9247" y="5762"/>
                  </a:cubicBezTo>
                  <a:cubicBezTo>
                    <a:pt x="9100" y="5687"/>
                    <a:pt x="9192" y="5490"/>
                    <a:pt x="9330" y="5490"/>
                  </a:cubicBezTo>
                  <a:cubicBezTo>
                    <a:pt x="9352" y="5490"/>
                    <a:pt x="9374" y="5495"/>
                    <a:pt x="9398" y="5506"/>
                  </a:cubicBezTo>
                  <a:cubicBezTo>
                    <a:pt x="9639" y="5620"/>
                    <a:pt x="9914" y="5673"/>
                    <a:pt x="10196" y="5673"/>
                  </a:cubicBezTo>
                  <a:cubicBezTo>
                    <a:pt x="11038" y="5673"/>
                    <a:pt x="11947" y="5201"/>
                    <a:pt x="12231" y="4440"/>
                  </a:cubicBezTo>
                  <a:cubicBezTo>
                    <a:pt x="12589" y="3490"/>
                    <a:pt x="11867" y="2295"/>
                    <a:pt x="10910" y="2295"/>
                  </a:cubicBezTo>
                  <a:cubicBezTo>
                    <a:pt x="10750" y="2295"/>
                    <a:pt x="10584" y="2328"/>
                    <a:pt x="10415" y="2401"/>
                  </a:cubicBezTo>
                  <a:cubicBezTo>
                    <a:pt x="10390" y="2457"/>
                    <a:pt x="10333" y="2486"/>
                    <a:pt x="10277" y="2486"/>
                  </a:cubicBezTo>
                  <a:cubicBezTo>
                    <a:pt x="10205" y="2486"/>
                    <a:pt x="10135" y="2439"/>
                    <a:pt x="10138" y="2345"/>
                  </a:cubicBezTo>
                  <a:cubicBezTo>
                    <a:pt x="10198" y="904"/>
                    <a:pt x="8782" y="0"/>
                    <a:pt x="7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4"/>
            <p:cNvSpPr/>
            <p:nvPr/>
          </p:nvSpPr>
          <p:spPr>
            <a:xfrm>
              <a:off x="4131500" y="1037575"/>
              <a:ext cx="39675" cy="20550"/>
            </a:xfrm>
            <a:custGeom>
              <a:avLst/>
              <a:gdLst/>
              <a:ahLst/>
              <a:cxnLst/>
              <a:rect l="l" t="t" r="r" b="b"/>
              <a:pathLst>
                <a:path w="1587" h="822" extrusionOk="0">
                  <a:moveTo>
                    <a:pt x="770" y="0"/>
                  </a:moveTo>
                  <a:cubicBezTo>
                    <a:pt x="359" y="0"/>
                    <a:pt x="35" y="332"/>
                    <a:pt x="4" y="726"/>
                  </a:cubicBezTo>
                  <a:cubicBezTo>
                    <a:pt x="0" y="770"/>
                    <a:pt x="36" y="794"/>
                    <a:pt x="73" y="794"/>
                  </a:cubicBezTo>
                  <a:cubicBezTo>
                    <a:pt x="102" y="794"/>
                    <a:pt x="132" y="778"/>
                    <a:pt x="140" y="744"/>
                  </a:cubicBezTo>
                  <a:cubicBezTo>
                    <a:pt x="216" y="463"/>
                    <a:pt x="460" y="221"/>
                    <a:pt x="760" y="221"/>
                  </a:cubicBezTo>
                  <a:cubicBezTo>
                    <a:pt x="783" y="221"/>
                    <a:pt x="807" y="222"/>
                    <a:pt x="830" y="225"/>
                  </a:cubicBezTo>
                  <a:cubicBezTo>
                    <a:pt x="1153" y="265"/>
                    <a:pt x="1269" y="518"/>
                    <a:pt x="1390" y="780"/>
                  </a:cubicBezTo>
                  <a:cubicBezTo>
                    <a:pt x="1403" y="810"/>
                    <a:pt x="1425" y="822"/>
                    <a:pt x="1447" y="822"/>
                  </a:cubicBezTo>
                  <a:cubicBezTo>
                    <a:pt x="1487" y="822"/>
                    <a:pt x="1531" y="784"/>
                    <a:pt x="1537" y="741"/>
                  </a:cubicBezTo>
                  <a:cubicBezTo>
                    <a:pt x="1587" y="342"/>
                    <a:pt x="1137" y="2"/>
                    <a:pt x="771" y="0"/>
                  </a:cubicBezTo>
                  <a:cubicBezTo>
                    <a:pt x="771" y="0"/>
                    <a:pt x="770" y="0"/>
                    <a:pt x="7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4"/>
            <p:cNvSpPr/>
            <p:nvPr/>
          </p:nvSpPr>
          <p:spPr>
            <a:xfrm>
              <a:off x="3998450" y="1050925"/>
              <a:ext cx="45600" cy="21975"/>
            </a:xfrm>
            <a:custGeom>
              <a:avLst/>
              <a:gdLst/>
              <a:ahLst/>
              <a:cxnLst/>
              <a:rect l="l" t="t" r="r" b="b"/>
              <a:pathLst>
                <a:path w="1824" h="879" extrusionOk="0">
                  <a:moveTo>
                    <a:pt x="796" y="0"/>
                  </a:moveTo>
                  <a:cubicBezTo>
                    <a:pt x="744" y="0"/>
                    <a:pt x="692" y="6"/>
                    <a:pt x="638" y="17"/>
                  </a:cubicBezTo>
                  <a:cubicBezTo>
                    <a:pt x="262" y="100"/>
                    <a:pt x="0" y="494"/>
                    <a:pt x="170" y="857"/>
                  </a:cubicBezTo>
                  <a:cubicBezTo>
                    <a:pt x="178" y="872"/>
                    <a:pt x="191" y="879"/>
                    <a:pt x="205" y="879"/>
                  </a:cubicBezTo>
                  <a:cubicBezTo>
                    <a:pt x="232" y="879"/>
                    <a:pt x="260" y="855"/>
                    <a:pt x="250" y="824"/>
                  </a:cubicBezTo>
                  <a:cubicBezTo>
                    <a:pt x="135" y="484"/>
                    <a:pt x="479" y="213"/>
                    <a:pt x="795" y="213"/>
                  </a:cubicBezTo>
                  <a:cubicBezTo>
                    <a:pt x="838" y="213"/>
                    <a:pt x="880" y="218"/>
                    <a:pt x="921" y="229"/>
                  </a:cubicBezTo>
                  <a:cubicBezTo>
                    <a:pt x="1233" y="311"/>
                    <a:pt x="1448" y="583"/>
                    <a:pt x="1626" y="834"/>
                  </a:cubicBezTo>
                  <a:cubicBezTo>
                    <a:pt x="1647" y="863"/>
                    <a:pt x="1676" y="875"/>
                    <a:pt x="1703" y="875"/>
                  </a:cubicBezTo>
                  <a:cubicBezTo>
                    <a:pt x="1766" y="875"/>
                    <a:pt x="1824" y="814"/>
                    <a:pt x="1784" y="742"/>
                  </a:cubicBezTo>
                  <a:cubicBezTo>
                    <a:pt x="1587" y="390"/>
                    <a:pt x="1227" y="0"/>
                    <a:pt x="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9" name="Google Shape;739;p54"/>
          <p:cNvGrpSpPr/>
          <p:nvPr/>
        </p:nvGrpSpPr>
        <p:grpSpPr>
          <a:xfrm rot="-1583194">
            <a:off x="2660278" y="942042"/>
            <a:ext cx="422890" cy="426404"/>
            <a:chOff x="5030375" y="427250"/>
            <a:chExt cx="192525" cy="194125"/>
          </a:xfrm>
        </p:grpSpPr>
        <p:sp>
          <p:nvSpPr>
            <p:cNvPr id="740" name="Google Shape;740;p54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4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4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4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4" name="Google Shape;744;p54"/>
          <p:cNvGrpSpPr/>
          <p:nvPr/>
        </p:nvGrpSpPr>
        <p:grpSpPr>
          <a:xfrm>
            <a:off x="7747556" y="2081359"/>
            <a:ext cx="462821" cy="384153"/>
            <a:chOff x="4336700" y="486125"/>
            <a:chExt cx="214150" cy="177750"/>
          </a:xfrm>
        </p:grpSpPr>
        <p:grpSp>
          <p:nvGrpSpPr>
            <p:cNvPr id="745" name="Google Shape;745;p54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746" name="Google Shape;746;p54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54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54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54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0" name="Google Shape;750;p54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54"/>
          <p:cNvGrpSpPr/>
          <p:nvPr/>
        </p:nvGrpSpPr>
        <p:grpSpPr>
          <a:xfrm rot="-542678">
            <a:off x="6302135" y="4086425"/>
            <a:ext cx="422883" cy="426398"/>
            <a:chOff x="5030375" y="427250"/>
            <a:chExt cx="192525" cy="194125"/>
          </a:xfrm>
        </p:grpSpPr>
        <p:sp>
          <p:nvSpPr>
            <p:cNvPr id="752" name="Google Shape;752;p54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4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4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4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54"/>
          <p:cNvSpPr/>
          <p:nvPr/>
        </p:nvSpPr>
        <p:spPr>
          <a:xfrm rot="-1160437">
            <a:off x="845523" y="2463004"/>
            <a:ext cx="409557" cy="384147"/>
          </a:xfrm>
          <a:custGeom>
            <a:avLst/>
            <a:gdLst/>
            <a:ahLst/>
            <a:cxnLst/>
            <a:rect l="l" t="t" r="r" b="b"/>
            <a:pathLst>
              <a:path w="7108" h="6667" extrusionOk="0">
                <a:moveTo>
                  <a:pt x="3051" y="248"/>
                </a:moveTo>
                <a:cubicBezTo>
                  <a:pt x="3072" y="248"/>
                  <a:pt x="3092" y="249"/>
                  <a:pt x="3113" y="250"/>
                </a:cubicBezTo>
                <a:cubicBezTo>
                  <a:pt x="3755" y="277"/>
                  <a:pt x="4037" y="809"/>
                  <a:pt x="4089" y="1387"/>
                </a:cubicBezTo>
                <a:cubicBezTo>
                  <a:pt x="4109" y="1778"/>
                  <a:pt x="4001" y="2174"/>
                  <a:pt x="3851" y="2548"/>
                </a:cubicBezTo>
                <a:cubicBezTo>
                  <a:pt x="3818" y="2542"/>
                  <a:pt x="3786" y="2540"/>
                  <a:pt x="3753" y="2538"/>
                </a:cubicBezTo>
                <a:cubicBezTo>
                  <a:pt x="3774" y="2251"/>
                  <a:pt x="3643" y="1907"/>
                  <a:pt x="3561" y="1639"/>
                </a:cubicBezTo>
                <a:cubicBezTo>
                  <a:pt x="3478" y="1370"/>
                  <a:pt x="3404" y="1033"/>
                  <a:pt x="3219" y="815"/>
                </a:cubicBezTo>
                <a:cubicBezTo>
                  <a:pt x="3199" y="792"/>
                  <a:pt x="3174" y="782"/>
                  <a:pt x="3148" y="782"/>
                </a:cubicBezTo>
                <a:cubicBezTo>
                  <a:pt x="3091" y="782"/>
                  <a:pt x="3033" y="830"/>
                  <a:pt x="3033" y="891"/>
                </a:cubicBezTo>
                <a:cubicBezTo>
                  <a:pt x="3033" y="1181"/>
                  <a:pt x="3177" y="1489"/>
                  <a:pt x="3240" y="1772"/>
                </a:cubicBezTo>
                <a:cubicBezTo>
                  <a:pt x="3300" y="2038"/>
                  <a:pt x="3312" y="2345"/>
                  <a:pt x="3411" y="2599"/>
                </a:cubicBezTo>
                <a:cubicBezTo>
                  <a:pt x="3400" y="2605"/>
                  <a:pt x="3389" y="2609"/>
                  <a:pt x="3377" y="2614"/>
                </a:cubicBezTo>
                <a:cubicBezTo>
                  <a:pt x="3238" y="2355"/>
                  <a:pt x="3079" y="2106"/>
                  <a:pt x="2945" y="1843"/>
                </a:cubicBezTo>
                <a:cubicBezTo>
                  <a:pt x="2812" y="1580"/>
                  <a:pt x="2700" y="1303"/>
                  <a:pt x="2553" y="1046"/>
                </a:cubicBezTo>
                <a:cubicBezTo>
                  <a:pt x="2534" y="1014"/>
                  <a:pt x="2498" y="998"/>
                  <a:pt x="2462" y="998"/>
                </a:cubicBezTo>
                <a:cubicBezTo>
                  <a:pt x="2406" y="998"/>
                  <a:pt x="2352" y="1034"/>
                  <a:pt x="2360" y="1098"/>
                </a:cubicBezTo>
                <a:cubicBezTo>
                  <a:pt x="2436" y="1681"/>
                  <a:pt x="2724" y="2334"/>
                  <a:pt x="3066" y="2811"/>
                </a:cubicBezTo>
                <a:cubicBezTo>
                  <a:pt x="3073" y="2821"/>
                  <a:pt x="3080" y="2828"/>
                  <a:pt x="3088" y="2837"/>
                </a:cubicBezTo>
                <a:cubicBezTo>
                  <a:pt x="3084" y="2841"/>
                  <a:pt x="3080" y="2846"/>
                  <a:pt x="3077" y="2849"/>
                </a:cubicBezTo>
                <a:cubicBezTo>
                  <a:pt x="3061" y="2869"/>
                  <a:pt x="3047" y="2890"/>
                  <a:pt x="3033" y="2910"/>
                </a:cubicBezTo>
                <a:cubicBezTo>
                  <a:pt x="2722" y="2775"/>
                  <a:pt x="2431" y="2583"/>
                  <a:pt x="2175" y="2376"/>
                </a:cubicBezTo>
                <a:cubicBezTo>
                  <a:pt x="1741" y="2021"/>
                  <a:pt x="1550" y="1488"/>
                  <a:pt x="1813" y="962"/>
                </a:cubicBezTo>
                <a:cubicBezTo>
                  <a:pt x="2038" y="509"/>
                  <a:pt x="2553" y="248"/>
                  <a:pt x="3051" y="248"/>
                </a:cubicBezTo>
                <a:close/>
                <a:moveTo>
                  <a:pt x="3718" y="2818"/>
                </a:moveTo>
                <a:cubicBezTo>
                  <a:pt x="3824" y="2818"/>
                  <a:pt x="3931" y="2847"/>
                  <a:pt x="4026" y="2905"/>
                </a:cubicBezTo>
                <a:cubicBezTo>
                  <a:pt x="4235" y="3091"/>
                  <a:pt x="4281" y="3370"/>
                  <a:pt x="4068" y="3582"/>
                </a:cubicBezTo>
                <a:cubicBezTo>
                  <a:pt x="3966" y="3683"/>
                  <a:pt x="3824" y="3742"/>
                  <a:pt x="3682" y="3742"/>
                </a:cubicBezTo>
                <a:cubicBezTo>
                  <a:pt x="3608" y="3742"/>
                  <a:pt x="3534" y="3726"/>
                  <a:pt x="3466" y="3691"/>
                </a:cubicBezTo>
                <a:cubicBezTo>
                  <a:pt x="3208" y="3562"/>
                  <a:pt x="3126" y="3219"/>
                  <a:pt x="3318" y="2997"/>
                </a:cubicBezTo>
                <a:cubicBezTo>
                  <a:pt x="3425" y="2876"/>
                  <a:pt x="3570" y="2818"/>
                  <a:pt x="3718" y="2818"/>
                </a:cubicBezTo>
                <a:close/>
                <a:moveTo>
                  <a:pt x="5606" y="1603"/>
                </a:moveTo>
                <a:cubicBezTo>
                  <a:pt x="5840" y="1603"/>
                  <a:pt x="6074" y="1682"/>
                  <a:pt x="6284" y="1858"/>
                </a:cubicBezTo>
                <a:cubicBezTo>
                  <a:pt x="6690" y="2194"/>
                  <a:pt x="6828" y="2785"/>
                  <a:pt x="6693" y="3281"/>
                </a:cubicBezTo>
                <a:cubicBezTo>
                  <a:pt x="6546" y="3815"/>
                  <a:pt x="6096" y="3996"/>
                  <a:pt x="5610" y="3996"/>
                </a:cubicBezTo>
                <a:cubicBezTo>
                  <a:pt x="5535" y="3996"/>
                  <a:pt x="5460" y="3992"/>
                  <a:pt x="5385" y="3984"/>
                </a:cubicBezTo>
                <a:cubicBezTo>
                  <a:pt x="5036" y="3930"/>
                  <a:pt x="4701" y="3773"/>
                  <a:pt x="4392" y="3580"/>
                </a:cubicBezTo>
                <a:cubicBezTo>
                  <a:pt x="4415" y="3537"/>
                  <a:pt x="4435" y="3492"/>
                  <a:pt x="4449" y="3447"/>
                </a:cubicBezTo>
                <a:cubicBezTo>
                  <a:pt x="4478" y="3449"/>
                  <a:pt x="4507" y="3450"/>
                  <a:pt x="4537" y="3450"/>
                </a:cubicBezTo>
                <a:cubicBezTo>
                  <a:pt x="4788" y="3450"/>
                  <a:pt x="5057" y="3391"/>
                  <a:pt x="5287" y="3353"/>
                </a:cubicBezTo>
                <a:cubicBezTo>
                  <a:pt x="5558" y="3307"/>
                  <a:pt x="5981" y="3281"/>
                  <a:pt x="6181" y="3075"/>
                </a:cubicBezTo>
                <a:cubicBezTo>
                  <a:pt x="6190" y="3066"/>
                  <a:pt x="6190" y="3047"/>
                  <a:pt x="6177" y="3042"/>
                </a:cubicBezTo>
                <a:cubicBezTo>
                  <a:pt x="6090" y="3005"/>
                  <a:pt x="5990" y="2992"/>
                  <a:pt x="5886" y="2992"/>
                </a:cubicBezTo>
                <a:cubicBezTo>
                  <a:pt x="5686" y="2992"/>
                  <a:pt x="5468" y="3039"/>
                  <a:pt x="5291" y="3050"/>
                </a:cubicBezTo>
                <a:cubicBezTo>
                  <a:pt x="5213" y="3055"/>
                  <a:pt x="5131" y="3057"/>
                  <a:pt x="5047" y="3057"/>
                </a:cubicBezTo>
                <a:cubicBezTo>
                  <a:pt x="4982" y="3057"/>
                  <a:pt x="4916" y="3056"/>
                  <a:pt x="4851" y="3056"/>
                </a:cubicBezTo>
                <a:cubicBezTo>
                  <a:pt x="4720" y="3056"/>
                  <a:pt x="4589" y="3059"/>
                  <a:pt x="4465" y="3075"/>
                </a:cubicBezTo>
                <a:cubicBezTo>
                  <a:pt x="4453" y="3029"/>
                  <a:pt x="4436" y="2985"/>
                  <a:pt x="4414" y="2940"/>
                </a:cubicBezTo>
                <a:cubicBezTo>
                  <a:pt x="4484" y="2905"/>
                  <a:pt x="4553" y="2862"/>
                  <a:pt x="4624" y="2826"/>
                </a:cubicBezTo>
                <a:cubicBezTo>
                  <a:pt x="4799" y="2739"/>
                  <a:pt x="4979" y="2662"/>
                  <a:pt x="5160" y="2593"/>
                </a:cubicBezTo>
                <a:cubicBezTo>
                  <a:pt x="5331" y="2530"/>
                  <a:pt x="5504" y="2475"/>
                  <a:pt x="5678" y="2420"/>
                </a:cubicBezTo>
                <a:cubicBezTo>
                  <a:pt x="5819" y="2375"/>
                  <a:pt x="5967" y="2353"/>
                  <a:pt x="6068" y="2236"/>
                </a:cubicBezTo>
                <a:cubicBezTo>
                  <a:pt x="6074" y="2230"/>
                  <a:pt x="6073" y="2219"/>
                  <a:pt x="6066" y="2215"/>
                </a:cubicBezTo>
                <a:cubicBezTo>
                  <a:pt x="5987" y="2164"/>
                  <a:pt x="5886" y="2144"/>
                  <a:pt x="5775" y="2144"/>
                </a:cubicBezTo>
                <a:cubicBezTo>
                  <a:pt x="5523" y="2144"/>
                  <a:pt x="5223" y="2245"/>
                  <a:pt x="5037" y="2299"/>
                </a:cubicBezTo>
                <a:cubicBezTo>
                  <a:pt x="4861" y="2350"/>
                  <a:pt x="4690" y="2413"/>
                  <a:pt x="4522" y="2484"/>
                </a:cubicBezTo>
                <a:cubicBezTo>
                  <a:pt x="4400" y="2536"/>
                  <a:pt x="4265" y="2581"/>
                  <a:pt x="4160" y="2659"/>
                </a:cubicBezTo>
                <a:cubicBezTo>
                  <a:pt x="4147" y="2650"/>
                  <a:pt x="4133" y="2642"/>
                  <a:pt x="4119" y="2635"/>
                </a:cubicBezTo>
                <a:cubicBezTo>
                  <a:pt x="4305" y="2372"/>
                  <a:pt x="4538" y="2137"/>
                  <a:pt x="4778" y="1933"/>
                </a:cubicBezTo>
                <a:cubicBezTo>
                  <a:pt x="5024" y="1725"/>
                  <a:pt x="5315" y="1603"/>
                  <a:pt x="5606" y="1603"/>
                </a:cubicBezTo>
                <a:close/>
                <a:moveTo>
                  <a:pt x="1476" y="2687"/>
                </a:moveTo>
                <a:cubicBezTo>
                  <a:pt x="1645" y="2687"/>
                  <a:pt x="1821" y="2719"/>
                  <a:pt x="1996" y="2778"/>
                </a:cubicBezTo>
                <a:cubicBezTo>
                  <a:pt x="2312" y="2882"/>
                  <a:pt x="2624" y="3018"/>
                  <a:pt x="2903" y="3202"/>
                </a:cubicBezTo>
                <a:cubicBezTo>
                  <a:pt x="2853" y="3195"/>
                  <a:pt x="2802" y="3191"/>
                  <a:pt x="2748" y="3191"/>
                </a:cubicBezTo>
                <a:cubicBezTo>
                  <a:pt x="2487" y="3191"/>
                  <a:pt x="2187" y="3272"/>
                  <a:pt x="1965" y="3320"/>
                </a:cubicBezTo>
                <a:cubicBezTo>
                  <a:pt x="1636" y="3390"/>
                  <a:pt x="1227" y="3469"/>
                  <a:pt x="955" y="3677"/>
                </a:cubicBezTo>
                <a:cubicBezTo>
                  <a:pt x="937" y="3690"/>
                  <a:pt x="942" y="3721"/>
                  <a:pt x="966" y="3721"/>
                </a:cubicBezTo>
                <a:cubicBezTo>
                  <a:pt x="983" y="3721"/>
                  <a:pt x="1000" y="3721"/>
                  <a:pt x="1018" y="3721"/>
                </a:cubicBezTo>
                <a:cubicBezTo>
                  <a:pt x="1342" y="3721"/>
                  <a:pt x="1680" y="3615"/>
                  <a:pt x="2000" y="3582"/>
                </a:cubicBezTo>
                <a:cubicBezTo>
                  <a:pt x="2176" y="3563"/>
                  <a:pt x="2352" y="3549"/>
                  <a:pt x="2529" y="3542"/>
                </a:cubicBezTo>
                <a:cubicBezTo>
                  <a:pt x="2549" y="3542"/>
                  <a:pt x="2569" y="3541"/>
                  <a:pt x="2589" y="3541"/>
                </a:cubicBezTo>
                <a:cubicBezTo>
                  <a:pt x="2634" y="3541"/>
                  <a:pt x="2680" y="3543"/>
                  <a:pt x="2726" y="3543"/>
                </a:cubicBezTo>
                <a:cubicBezTo>
                  <a:pt x="2809" y="3543"/>
                  <a:pt x="2891" y="3538"/>
                  <a:pt x="2970" y="3515"/>
                </a:cubicBezTo>
                <a:cubicBezTo>
                  <a:pt x="2971" y="3521"/>
                  <a:pt x="2974" y="3526"/>
                  <a:pt x="2975" y="3530"/>
                </a:cubicBezTo>
                <a:cubicBezTo>
                  <a:pt x="2859" y="3562"/>
                  <a:pt x="2753" y="3641"/>
                  <a:pt x="2644" y="3698"/>
                </a:cubicBezTo>
                <a:cubicBezTo>
                  <a:pt x="2479" y="3785"/>
                  <a:pt x="2311" y="3863"/>
                  <a:pt x="2141" y="3940"/>
                </a:cubicBezTo>
                <a:cubicBezTo>
                  <a:pt x="1839" y="4078"/>
                  <a:pt x="1430" y="4173"/>
                  <a:pt x="1184" y="4402"/>
                </a:cubicBezTo>
                <a:cubicBezTo>
                  <a:pt x="1171" y="4415"/>
                  <a:pt x="1177" y="4439"/>
                  <a:pt x="1194" y="4443"/>
                </a:cubicBezTo>
                <a:cubicBezTo>
                  <a:pt x="1247" y="4454"/>
                  <a:pt x="1302" y="4459"/>
                  <a:pt x="1358" y="4459"/>
                </a:cubicBezTo>
                <a:cubicBezTo>
                  <a:pt x="1660" y="4459"/>
                  <a:pt x="1999" y="4317"/>
                  <a:pt x="2260" y="4221"/>
                </a:cubicBezTo>
                <a:cubicBezTo>
                  <a:pt x="2435" y="4157"/>
                  <a:pt x="2607" y="4085"/>
                  <a:pt x="2777" y="4011"/>
                </a:cubicBezTo>
                <a:cubicBezTo>
                  <a:pt x="2882" y="3964"/>
                  <a:pt x="2996" y="3928"/>
                  <a:pt x="3089" y="3863"/>
                </a:cubicBezTo>
                <a:lnTo>
                  <a:pt x="3089" y="3863"/>
                </a:lnTo>
                <a:cubicBezTo>
                  <a:pt x="2849" y="4259"/>
                  <a:pt x="2557" y="4640"/>
                  <a:pt x="2175" y="4876"/>
                </a:cubicBezTo>
                <a:cubicBezTo>
                  <a:pt x="1932" y="5012"/>
                  <a:pt x="1671" y="5098"/>
                  <a:pt x="1422" y="5098"/>
                </a:cubicBezTo>
                <a:cubicBezTo>
                  <a:pt x="1132" y="5098"/>
                  <a:pt x="860" y="4981"/>
                  <a:pt x="652" y="4689"/>
                </a:cubicBezTo>
                <a:cubicBezTo>
                  <a:pt x="344" y="4256"/>
                  <a:pt x="269" y="3632"/>
                  <a:pt x="567" y="3174"/>
                </a:cubicBezTo>
                <a:cubicBezTo>
                  <a:pt x="792" y="2830"/>
                  <a:pt x="1119" y="2687"/>
                  <a:pt x="1476" y="2687"/>
                </a:cubicBezTo>
                <a:close/>
                <a:moveTo>
                  <a:pt x="4333" y="3877"/>
                </a:moveTo>
                <a:cubicBezTo>
                  <a:pt x="4637" y="4017"/>
                  <a:pt x="4921" y="4192"/>
                  <a:pt x="5141" y="4427"/>
                </a:cubicBezTo>
                <a:cubicBezTo>
                  <a:pt x="5523" y="4877"/>
                  <a:pt x="5704" y="5453"/>
                  <a:pt x="5271" y="5934"/>
                </a:cubicBezTo>
                <a:cubicBezTo>
                  <a:pt x="5007" y="6228"/>
                  <a:pt x="4611" y="6416"/>
                  <a:pt x="4215" y="6416"/>
                </a:cubicBezTo>
                <a:cubicBezTo>
                  <a:pt x="4072" y="6416"/>
                  <a:pt x="3929" y="6392"/>
                  <a:pt x="3793" y="6339"/>
                </a:cubicBezTo>
                <a:cubicBezTo>
                  <a:pt x="3228" y="6120"/>
                  <a:pt x="3041" y="5591"/>
                  <a:pt x="3111" y="5023"/>
                </a:cubicBezTo>
                <a:cubicBezTo>
                  <a:pt x="3148" y="4713"/>
                  <a:pt x="3213" y="4401"/>
                  <a:pt x="3325" y="4110"/>
                </a:cubicBezTo>
                <a:cubicBezTo>
                  <a:pt x="3333" y="4188"/>
                  <a:pt x="3352" y="4265"/>
                  <a:pt x="3365" y="4339"/>
                </a:cubicBezTo>
                <a:cubicBezTo>
                  <a:pt x="3403" y="4557"/>
                  <a:pt x="3457" y="4772"/>
                  <a:pt x="3533" y="4979"/>
                </a:cubicBezTo>
                <a:cubicBezTo>
                  <a:pt x="3647" y="5297"/>
                  <a:pt x="3802" y="5732"/>
                  <a:pt x="4087" y="5934"/>
                </a:cubicBezTo>
                <a:cubicBezTo>
                  <a:pt x="4088" y="5934"/>
                  <a:pt x="4089" y="5935"/>
                  <a:pt x="4090" y="5935"/>
                </a:cubicBezTo>
                <a:cubicBezTo>
                  <a:pt x="4093" y="5935"/>
                  <a:pt x="4097" y="5929"/>
                  <a:pt x="4097" y="5925"/>
                </a:cubicBezTo>
                <a:cubicBezTo>
                  <a:pt x="4071" y="5741"/>
                  <a:pt x="3971" y="5566"/>
                  <a:pt x="3911" y="5389"/>
                </a:cubicBezTo>
                <a:cubicBezTo>
                  <a:pt x="3846" y="5205"/>
                  <a:pt x="3794" y="5021"/>
                  <a:pt x="3752" y="4831"/>
                </a:cubicBezTo>
                <a:cubicBezTo>
                  <a:pt x="3710" y="4628"/>
                  <a:pt x="3680" y="4422"/>
                  <a:pt x="3668" y="4214"/>
                </a:cubicBezTo>
                <a:cubicBezTo>
                  <a:pt x="3664" y="4145"/>
                  <a:pt x="3665" y="4084"/>
                  <a:pt x="3662" y="4027"/>
                </a:cubicBezTo>
                <a:lnTo>
                  <a:pt x="3662" y="4027"/>
                </a:lnTo>
                <a:cubicBezTo>
                  <a:pt x="3667" y="4027"/>
                  <a:pt x="3672" y="4027"/>
                  <a:pt x="3676" y="4027"/>
                </a:cubicBezTo>
                <a:cubicBezTo>
                  <a:pt x="3780" y="4027"/>
                  <a:pt x="3880" y="4006"/>
                  <a:pt x="3973" y="3966"/>
                </a:cubicBezTo>
                <a:cubicBezTo>
                  <a:pt x="3992" y="4002"/>
                  <a:pt x="4011" y="4040"/>
                  <a:pt x="4031" y="4078"/>
                </a:cubicBezTo>
                <a:cubicBezTo>
                  <a:pt x="4126" y="4278"/>
                  <a:pt x="4216" y="4482"/>
                  <a:pt x="4302" y="4686"/>
                </a:cubicBezTo>
                <a:cubicBezTo>
                  <a:pt x="4383" y="4878"/>
                  <a:pt x="4458" y="5072"/>
                  <a:pt x="4535" y="5265"/>
                </a:cubicBezTo>
                <a:cubicBezTo>
                  <a:pt x="4596" y="5415"/>
                  <a:pt x="4641" y="5575"/>
                  <a:pt x="4746" y="5695"/>
                </a:cubicBezTo>
                <a:cubicBezTo>
                  <a:pt x="4755" y="5706"/>
                  <a:pt x="4769" y="5711"/>
                  <a:pt x="4783" y="5711"/>
                </a:cubicBezTo>
                <a:cubicBezTo>
                  <a:pt x="4808" y="5711"/>
                  <a:pt x="4833" y="5696"/>
                  <a:pt x="4838" y="5670"/>
                </a:cubicBezTo>
                <a:cubicBezTo>
                  <a:pt x="4893" y="5316"/>
                  <a:pt x="4688" y="4853"/>
                  <a:pt x="4574" y="4519"/>
                </a:cubicBezTo>
                <a:cubicBezTo>
                  <a:pt x="4506" y="4324"/>
                  <a:pt x="4434" y="4131"/>
                  <a:pt x="4357" y="3939"/>
                </a:cubicBezTo>
                <a:lnTo>
                  <a:pt x="4333" y="3877"/>
                </a:lnTo>
                <a:close/>
                <a:moveTo>
                  <a:pt x="3042" y="1"/>
                </a:moveTo>
                <a:cubicBezTo>
                  <a:pt x="2507" y="1"/>
                  <a:pt x="1965" y="266"/>
                  <a:pt x="1670" y="714"/>
                </a:cubicBezTo>
                <a:cubicBezTo>
                  <a:pt x="1316" y="1250"/>
                  <a:pt x="1390" y="1952"/>
                  <a:pt x="1840" y="2406"/>
                </a:cubicBezTo>
                <a:cubicBezTo>
                  <a:pt x="1870" y="2436"/>
                  <a:pt x="1901" y="2465"/>
                  <a:pt x="1932" y="2495"/>
                </a:cubicBezTo>
                <a:cubicBezTo>
                  <a:pt x="1862" y="2478"/>
                  <a:pt x="1794" y="2463"/>
                  <a:pt x="1726" y="2451"/>
                </a:cubicBezTo>
                <a:cubicBezTo>
                  <a:pt x="1645" y="2437"/>
                  <a:pt x="1564" y="2430"/>
                  <a:pt x="1485" y="2430"/>
                </a:cubicBezTo>
                <a:cubicBezTo>
                  <a:pt x="959" y="2430"/>
                  <a:pt x="480" y="2734"/>
                  <a:pt x="256" y="3231"/>
                </a:cubicBezTo>
                <a:cubicBezTo>
                  <a:pt x="0" y="3805"/>
                  <a:pt x="151" y="4519"/>
                  <a:pt x="566" y="4979"/>
                </a:cubicBezTo>
                <a:cubicBezTo>
                  <a:pt x="806" y="5245"/>
                  <a:pt x="1101" y="5352"/>
                  <a:pt x="1408" y="5352"/>
                </a:cubicBezTo>
                <a:cubicBezTo>
                  <a:pt x="1708" y="5352"/>
                  <a:pt x="2019" y="5249"/>
                  <a:pt x="2300" y="5091"/>
                </a:cubicBezTo>
                <a:cubicBezTo>
                  <a:pt x="2538" y="4945"/>
                  <a:pt x="2743" y="4748"/>
                  <a:pt x="2924" y="4527"/>
                </a:cubicBezTo>
                <a:lnTo>
                  <a:pt x="2924" y="4527"/>
                </a:lnTo>
                <a:cubicBezTo>
                  <a:pt x="2852" y="4836"/>
                  <a:pt x="2824" y="5152"/>
                  <a:pt x="2847" y="5443"/>
                </a:cubicBezTo>
                <a:cubicBezTo>
                  <a:pt x="2895" y="6041"/>
                  <a:pt x="3349" y="6529"/>
                  <a:pt x="3939" y="6640"/>
                </a:cubicBezTo>
                <a:cubicBezTo>
                  <a:pt x="4029" y="6658"/>
                  <a:pt x="4121" y="6666"/>
                  <a:pt x="4213" y="6666"/>
                </a:cubicBezTo>
                <a:cubicBezTo>
                  <a:pt x="4732" y="6666"/>
                  <a:pt x="5249" y="6397"/>
                  <a:pt x="5554" y="5977"/>
                </a:cubicBezTo>
                <a:cubicBezTo>
                  <a:pt x="5973" y="5402"/>
                  <a:pt x="5737" y="4751"/>
                  <a:pt x="5313" y="4256"/>
                </a:cubicBezTo>
                <a:lnTo>
                  <a:pt x="5274" y="4218"/>
                </a:lnTo>
                <a:lnTo>
                  <a:pt x="5274" y="4218"/>
                </a:lnTo>
                <a:cubicBezTo>
                  <a:pt x="5294" y="4221"/>
                  <a:pt x="5315" y="4225"/>
                  <a:pt x="5333" y="4228"/>
                </a:cubicBezTo>
                <a:cubicBezTo>
                  <a:pt x="5336" y="4229"/>
                  <a:pt x="5338" y="4229"/>
                  <a:pt x="5341" y="4229"/>
                </a:cubicBezTo>
                <a:cubicBezTo>
                  <a:pt x="5344" y="4229"/>
                  <a:pt x="5346" y="4229"/>
                  <a:pt x="5349" y="4229"/>
                </a:cubicBezTo>
                <a:cubicBezTo>
                  <a:pt x="5354" y="4230"/>
                  <a:pt x="5361" y="4231"/>
                  <a:pt x="5366" y="4233"/>
                </a:cubicBezTo>
                <a:cubicBezTo>
                  <a:pt x="5448" y="4242"/>
                  <a:pt x="5530" y="4247"/>
                  <a:pt x="5611" y="4247"/>
                </a:cubicBezTo>
                <a:cubicBezTo>
                  <a:pt x="6165" y="4247"/>
                  <a:pt x="6689" y="4030"/>
                  <a:pt x="6896" y="3459"/>
                </a:cubicBezTo>
                <a:cubicBezTo>
                  <a:pt x="7107" y="2879"/>
                  <a:pt x="6965" y="2156"/>
                  <a:pt x="6513" y="1728"/>
                </a:cubicBezTo>
                <a:cubicBezTo>
                  <a:pt x="6253" y="1482"/>
                  <a:pt x="5916" y="1353"/>
                  <a:pt x="5577" y="1353"/>
                </a:cubicBezTo>
                <a:cubicBezTo>
                  <a:pt x="5339" y="1353"/>
                  <a:pt x="5100" y="1417"/>
                  <a:pt x="4885" y="1550"/>
                </a:cubicBezTo>
                <a:cubicBezTo>
                  <a:pt x="4668" y="1683"/>
                  <a:pt x="4460" y="1856"/>
                  <a:pt x="4270" y="2052"/>
                </a:cubicBezTo>
                <a:cubicBezTo>
                  <a:pt x="4322" y="1832"/>
                  <a:pt x="4349" y="1609"/>
                  <a:pt x="4338" y="1387"/>
                </a:cubicBezTo>
                <a:cubicBezTo>
                  <a:pt x="4281" y="753"/>
                  <a:pt x="3988" y="134"/>
                  <a:pt x="3299" y="22"/>
                </a:cubicBezTo>
                <a:cubicBezTo>
                  <a:pt x="3215" y="8"/>
                  <a:pt x="3129" y="1"/>
                  <a:pt x="30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54"/>
          <p:cNvSpPr/>
          <p:nvPr/>
        </p:nvSpPr>
        <p:spPr>
          <a:xfrm rot="2180486">
            <a:off x="2490552" y="4094854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54"/>
          <p:cNvSpPr/>
          <p:nvPr/>
        </p:nvSpPr>
        <p:spPr>
          <a:xfrm rot="-1055745">
            <a:off x="5998650" y="1002297"/>
            <a:ext cx="309819" cy="305873"/>
          </a:xfrm>
          <a:custGeom>
            <a:avLst/>
            <a:gdLst/>
            <a:ahLst/>
            <a:cxnLst/>
            <a:rect l="l" t="t" r="r" b="b"/>
            <a:pathLst>
              <a:path w="4541" h="4483" extrusionOk="0">
                <a:moveTo>
                  <a:pt x="2301" y="353"/>
                </a:moveTo>
                <a:cubicBezTo>
                  <a:pt x="2430" y="586"/>
                  <a:pt x="2553" y="825"/>
                  <a:pt x="2674" y="1063"/>
                </a:cubicBezTo>
                <a:cubicBezTo>
                  <a:pt x="2738" y="1187"/>
                  <a:pt x="2796" y="1316"/>
                  <a:pt x="2866" y="1436"/>
                </a:cubicBezTo>
                <a:cubicBezTo>
                  <a:pt x="2919" y="1529"/>
                  <a:pt x="2973" y="1533"/>
                  <a:pt x="3072" y="1554"/>
                </a:cubicBezTo>
                <a:cubicBezTo>
                  <a:pt x="3451" y="1637"/>
                  <a:pt x="3826" y="1761"/>
                  <a:pt x="4195" y="1884"/>
                </a:cubicBezTo>
                <a:cubicBezTo>
                  <a:pt x="3923" y="2156"/>
                  <a:pt x="3668" y="2442"/>
                  <a:pt x="3386" y="2696"/>
                </a:cubicBezTo>
                <a:cubicBezTo>
                  <a:pt x="3357" y="2722"/>
                  <a:pt x="3342" y="2773"/>
                  <a:pt x="3356" y="2809"/>
                </a:cubicBezTo>
                <a:cubicBezTo>
                  <a:pt x="3509" y="3248"/>
                  <a:pt x="3627" y="3720"/>
                  <a:pt x="3679" y="4186"/>
                </a:cubicBezTo>
                <a:cubicBezTo>
                  <a:pt x="3431" y="4079"/>
                  <a:pt x="3197" y="3934"/>
                  <a:pt x="2968" y="3799"/>
                </a:cubicBezTo>
                <a:cubicBezTo>
                  <a:pt x="2836" y="3722"/>
                  <a:pt x="2707" y="3643"/>
                  <a:pt x="2574" y="3567"/>
                </a:cubicBezTo>
                <a:cubicBezTo>
                  <a:pt x="2506" y="3529"/>
                  <a:pt x="2424" y="3468"/>
                  <a:pt x="2344" y="3452"/>
                </a:cubicBezTo>
                <a:cubicBezTo>
                  <a:pt x="2333" y="3450"/>
                  <a:pt x="2322" y="3449"/>
                  <a:pt x="2310" y="3449"/>
                </a:cubicBezTo>
                <a:cubicBezTo>
                  <a:pt x="2150" y="3449"/>
                  <a:pt x="1947" y="3644"/>
                  <a:pt x="1829" y="3720"/>
                </a:cubicBezTo>
                <a:cubicBezTo>
                  <a:pt x="1586" y="3876"/>
                  <a:pt x="1339" y="4039"/>
                  <a:pt x="1078" y="4168"/>
                </a:cubicBezTo>
                <a:cubicBezTo>
                  <a:pt x="1145" y="3712"/>
                  <a:pt x="1215" y="3255"/>
                  <a:pt x="1326" y="2809"/>
                </a:cubicBezTo>
                <a:cubicBezTo>
                  <a:pt x="1339" y="2756"/>
                  <a:pt x="1316" y="2707"/>
                  <a:pt x="1273" y="2678"/>
                </a:cubicBezTo>
                <a:cubicBezTo>
                  <a:pt x="958" y="2461"/>
                  <a:pt x="643" y="2224"/>
                  <a:pt x="362" y="1960"/>
                </a:cubicBezTo>
                <a:cubicBezTo>
                  <a:pt x="604" y="1875"/>
                  <a:pt x="845" y="1799"/>
                  <a:pt x="1089" y="1722"/>
                </a:cubicBezTo>
                <a:cubicBezTo>
                  <a:pt x="1222" y="1680"/>
                  <a:pt x="1356" y="1639"/>
                  <a:pt x="1487" y="1597"/>
                </a:cubicBezTo>
                <a:cubicBezTo>
                  <a:pt x="1581" y="1565"/>
                  <a:pt x="1686" y="1549"/>
                  <a:pt x="1743" y="1466"/>
                </a:cubicBezTo>
                <a:cubicBezTo>
                  <a:pt x="1809" y="1370"/>
                  <a:pt x="1849" y="1238"/>
                  <a:pt x="1901" y="1132"/>
                </a:cubicBezTo>
                <a:cubicBezTo>
                  <a:pt x="1964" y="1003"/>
                  <a:pt x="2030" y="873"/>
                  <a:pt x="2097" y="746"/>
                </a:cubicBezTo>
                <a:cubicBezTo>
                  <a:pt x="2164" y="614"/>
                  <a:pt x="2231" y="484"/>
                  <a:pt x="2301" y="353"/>
                </a:cubicBezTo>
                <a:close/>
                <a:moveTo>
                  <a:pt x="2297" y="0"/>
                </a:moveTo>
                <a:cubicBezTo>
                  <a:pt x="2258" y="0"/>
                  <a:pt x="2219" y="19"/>
                  <a:pt x="2197" y="57"/>
                </a:cubicBezTo>
                <a:cubicBezTo>
                  <a:pt x="2104" y="223"/>
                  <a:pt x="2016" y="392"/>
                  <a:pt x="1930" y="562"/>
                </a:cubicBezTo>
                <a:cubicBezTo>
                  <a:pt x="1813" y="785"/>
                  <a:pt x="1642" y="1036"/>
                  <a:pt x="1573" y="1280"/>
                </a:cubicBezTo>
                <a:cubicBezTo>
                  <a:pt x="1572" y="1282"/>
                  <a:pt x="1558" y="1312"/>
                  <a:pt x="1554" y="1326"/>
                </a:cubicBezTo>
                <a:cubicBezTo>
                  <a:pt x="1548" y="1329"/>
                  <a:pt x="1539" y="1333"/>
                  <a:pt x="1533" y="1337"/>
                </a:cubicBezTo>
                <a:cubicBezTo>
                  <a:pt x="1484" y="1352"/>
                  <a:pt x="1435" y="1369"/>
                  <a:pt x="1386" y="1385"/>
                </a:cubicBezTo>
                <a:cubicBezTo>
                  <a:pt x="1257" y="1427"/>
                  <a:pt x="1129" y="1467"/>
                  <a:pt x="999" y="1507"/>
                </a:cubicBezTo>
                <a:cubicBezTo>
                  <a:pt x="703" y="1601"/>
                  <a:pt x="408" y="1694"/>
                  <a:pt x="118" y="1804"/>
                </a:cubicBezTo>
                <a:cubicBezTo>
                  <a:pt x="37" y="1834"/>
                  <a:pt x="1" y="1930"/>
                  <a:pt x="66" y="1998"/>
                </a:cubicBezTo>
                <a:cubicBezTo>
                  <a:pt x="371" y="2307"/>
                  <a:pt x="725" y="2581"/>
                  <a:pt x="1082" y="2830"/>
                </a:cubicBezTo>
                <a:cubicBezTo>
                  <a:pt x="964" y="3324"/>
                  <a:pt x="895" y="3829"/>
                  <a:pt x="822" y="4332"/>
                </a:cubicBezTo>
                <a:cubicBezTo>
                  <a:pt x="813" y="4395"/>
                  <a:pt x="856" y="4482"/>
                  <a:pt x="926" y="4482"/>
                </a:cubicBezTo>
                <a:cubicBezTo>
                  <a:pt x="938" y="4482"/>
                  <a:pt x="951" y="4480"/>
                  <a:pt x="964" y="4474"/>
                </a:cubicBezTo>
                <a:cubicBezTo>
                  <a:pt x="1269" y="4348"/>
                  <a:pt x="1550" y="4173"/>
                  <a:pt x="1827" y="3997"/>
                </a:cubicBezTo>
                <a:cubicBezTo>
                  <a:pt x="1951" y="3920"/>
                  <a:pt x="2072" y="3839"/>
                  <a:pt x="2195" y="3761"/>
                </a:cubicBezTo>
                <a:cubicBezTo>
                  <a:pt x="2226" y="3740"/>
                  <a:pt x="2274" y="3720"/>
                  <a:pt x="2303" y="3694"/>
                </a:cubicBezTo>
                <a:cubicBezTo>
                  <a:pt x="2346" y="3738"/>
                  <a:pt x="2507" y="3798"/>
                  <a:pt x="2551" y="3824"/>
                </a:cubicBezTo>
                <a:cubicBezTo>
                  <a:pt x="2685" y="3903"/>
                  <a:pt x="2819" y="3984"/>
                  <a:pt x="2954" y="4061"/>
                </a:cubicBezTo>
                <a:cubicBezTo>
                  <a:pt x="3218" y="4215"/>
                  <a:pt x="3489" y="4374"/>
                  <a:pt x="3780" y="4473"/>
                </a:cubicBezTo>
                <a:cubicBezTo>
                  <a:pt x="3790" y="4476"/>
                  <a:pt x="3801" y="4478"/>
                  <a:pt x="3811" y="4478"/>
                </a:cubicBezTo>
                <a:cubicBezTo>
                  <a:pt x="3871" y="4478"/>
                  <a:pt x="3932" y="4424"/>
                  <a:pt x="3926" y="4362"/>
                </a:cubicBezTo>
                <a:cubicBezTo>
                  <a:pt x="3888" y="3841"/>
                  <a:pt x="3769" y="3308"/>
                  <a:pt x="3600" y="2813"/>
                </a:cubicBezTo>
                <a:cubicBezTo>
                  <a:pt x="3905" y="2531"/>
                  <a:pt x="4178" y="2217"/>
                  <a:pt x="4479" y="1930"/>
                </a:cubicBezTo>
                <a:cubicBezTo>
                  <a:pt x="4482" y="1927"/>
                  <a:pt x="4486" y="1924"/>
                  <a:pt x="4490" y="1920"/>
                </a:cubicBezTo>
                <a:lnTo>
                  <a:pt x="4492" y="1918"/>
                </a:lnTo>
                <a:cubicBezTo>
                  <a:pt x="4541" y="1872"/>
                  <a:pt x="4536" y="1815"/>
                  <a:pt x="4506" y="1774"/>
                </a:cubicBezTo>
                <a:cubicBezTo>
                  <a:pt x="4492" y="1752"/>
                  <a:pt x="4471" y="1733"/>
                  <a:pt x="4440" y="1723"/>
                </a:cubicBezTo>
                <a:cubicBezTo>
                  <a:pt x="3994" y="1577"/>
                  <a:pt x="3532" y="1393"/>
                  <a:pt x="3064" y="1318"/>
                </a:cubicBezTo>
                <a:cubicBezTo>
                  <a:pt x="2842" y="898"/>
                  <a:pt x="2640" y="467"/>
                  <a:pt x="2398" y="57"/>
                </a:cubicBezTo>
                <a:cubicBezTo>
                  <a:pt x="2376" y="19"/>
                  <a:pt x="2337" y="0"/>
                  <a:pt x="22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54"/>
          <p:cNvSpPr/>
          <p:nvPr/>
        </p:nvSpPr>
        <p:spPr>
          <a:xfrm rot="4073727">
            <a:off x="5165143" y="4088730"/>
            <a:ext cx="435807" cy="421763"/>
          </a:xfrm>
          <a:custGeom>
            <a:avLst/>
            <a:gdLst/>
            <a:ahLst/>
            <a:cxnLst/>
            <a:rect l="l" t="t" r="r" b="b"/>
            <a:pathLst>
              <a:path w="4903" h="4745" extrusionOk="0">
                <a:moveTo>
                  <a:pt x="3696" y="230"/>
                </a:moveTo>
                <a:cubicBezTo>
                  <a:pt x="3722" y="230"/>
                  <a:pt x="3746" y="236"/>
                  <a:pt x="3770" y="246"/>
                </a:cubicBezTo>
                <a:cubicBezTo>
                  <a:pt x="3664" y="326"/>
                  <a:pt x="3569" y="455"/>
                  <a:pt x="3498" y="525"/>
                </a:cubicBezTo>
                <a:cubicBezTo>
                  <a:pt x="3254" y="772"/>
                  <a:pt x="3011" y="1017"/>
                  <a:pt x="2768" y="1263"/>
                </a:cubicBezTo>
                <a:cubicBezTo>
                  <a:pt x="2213" y="1824"/>
                  <a:pt x="1642" y="2374"/>
                  <a:pt x="1109" y="2957"/>
                </a:cubicBezTo>
                <a:cubicBezTo>
                  <a:pt x="1005" y="3071"/>
                  <a:pt x="891" y="3183"/>
                  <a:pt x="800" y="3309"/>
                </a:cubicBezTo>
                <a:cubicBezTo>
                  <a:pt x="795" y="3316"/>
                  <a:pt x="792" y="3325"/>
                  <a:pt x="791" y="3333"/>
                </a:cubicBezTo>
                <a:cubicBezTo>
                  <a:pt x="745" y="3297"/>
                  <a:pt x="696" y="3263"/>
                  <a:pt x="647" y="3228"/>
                </a:cubicBezTo>
                <a:cubicBezTo>
                  <a:pt x="1605" y="2232"/>
                  <a:pt x="2580" y="1253"/>
                  <a:pt x="3564" y="284"/>
                </a:cubicBezTo>
                <a:cubicBezTo>
                  <a:pt x="3610" y="246"/>
                  <a:pt x="3654" y="230"/>
                  <a:pt x="3696" y="230"/>
                </a:cubicBezTo>
                <a:close/>
                <a:moveTo>
                  <a:pt x="4063" y="498"/>
                </a:moveTo>
                <a:lnTo>
                  <a:pt x="4176" y="611"/>
                </a:lnTo>
                <a:cubicBezTo>
                  <a:pt x="4062" y="690"/>
                  <a:pt x="3959" y="830"/>
                  <a:pt x="3884" y="907"/>
                </a:cubicBezTo>
                <a:cubicBezTo>
                  <a:pt x="3641" y="1152"/>
                  <a:pt x="3397" y="1398"/>
                  <a:pt x="3155" y="1643"/>
                </a:cubicBezTo>
                <a:cubicBezTo>
                  <a:pt x="2599" y="2204"/>
                  <a:pt x="2027" y="2754"/>
                  <a:pt x="1496" y="3337"/>
                </a:cubicBezTo>
                <a:cubicBezTo>
                  <a:pt x="1393" y="3450"/>
                  <a:pt x="1280" y="3560"/>
                  <a:pt x="1191" y="3683"/>
                </a:cubicBezTo>
                <a:cubicBezTo>
                  <a:pt x="1134" y="3625"/>
                  <a:pt x="1074" y="3568"/>
                  <a:pt x="1012" y="3514"/>
                </a:cubicBezTo>
                <a:cubicBezTo>
                  <a:pt x="1100" y="3447"/>
                  <a:pt x="1181" y="3370"/>
                  <a:pt x="1261" y="3295"/>
                </a:cubicBezTo>
                <a:cubicBezTo>
                  <a:pt x="1524" y="3052"/>
                  <a:pt x="1778" y="2801"/>
                  <a:pt x="2029" y="2547"/>
                </a:cubicBezTo>
                <a:lnTo>
                  <a:pt x="3680" y="884"/>
                </a:lnTo>
                <a:cubicBezTo>
                  <a:pt x="3770" y="795"/>
                  <a:pt x="3968" y="648"/>
                  <a:pt x="4063" y="498"/>
                </a:cubicBezTo>
                <a:close/>
                <a:moveTo>
                  <a:pt x="4440" y="892"/>
                </a:moveTo>
                <a:lnTo>
                  <a:pt x="4440" y="892"/>
                </a:lnTo>
                <a:cubicBezTo>
                  <a:pt x="4502" y="984"/>
                  <a:pt x="4506" y="1074"/>
                  <a:pt x="4406" y="1193"/>
                </a:cubicBezTo>
                <a:cubicBezTo>
                  <a:pt x="4349" y="1261"/>
                  <a:pt x="4281" y="1323"/>
                  <a:pt x="4221" y="1388"/>
                </a:cubicBezTo>
                <a:cubicBezTo>
                  <a:pt x="3905" y="1719"/>
                  <a:pt x="3584" y="2045"/>
                  <a:pt x="3260" y="2369"/>
                </a:cubicBezTo>
                <a:cubicBezTo>
                  <a:pt x="2687" y="2948"/>
                  <a:pt x="2109" y="3523"/>
                  <a:pt x="1522" y="4088"/>
                </a:cubicBezTo>
                <a:cubicBezTo>
                  <a:pt x="1478" y="4024"/>
                  <a:pt x="1434" y="3963"/>
                  <a:pt x="1385" y="3903"/>
                </a:cubicBezTo>
                <a:cubicBezTo>
                  <a:pt x="1478" y="3836"/>
                  <a:pt x="1560" y="3755"/>
                  <a:pt x="1644" y="3677"/>
                </a:cubicBezTo>
                <a:cubicBezTo>
                  <a:pt x="1907" y="3435"/>
                  <a:pt x="2161" y="3183"/>
                  <a:pt x="2413" y="2929"/>
                </a:cubicBezTo>
                <a:lnTo>
                  <a:pt x="4063" y="1266"/>
                </a:lnTo>
                <a:cubicBezTo>
                  <a:pt x="4150" y="1178"/>
                  <a:pt x="4341" y="1037"/>
                  <a:pt x="4440" y="892"/>
                </a:cubicBezTo>
                <a:close/>
                <a:moveTo>
                  <a:pt x="547" y="3439"/>
                </a:moveTo>
                <a:cubicBezTo>
                  <a:pt x="840" y="3649"/>
                  <a:pt x="1107" y="3895"/>
                  <a:pt x="1313" y="4191"/>
                </a:cubicBezTo>
                <a:cubicBezTo>
                  <a:pt x="1067" y="4249"/>
                  <a:pt x="822" y="4317"/>
                  <a:pt x="579" y="4384"/>
                </a:cubicBezTo>
                <a:cubicBezTo>
                  <a:pt x="525" y="4294"/>
                  <a:pt x="447" y="4219"/>
                  <a:pt x="353" y="4178"/>
                </a:cubicBezTo>
                <a:cubicBezTo>
                  <a:pt x="420" y="3932"/>
                  <a:pt x="490" y="3688"/>
                  <a:pt x="547" y="3439"/>
                </a:cubicBezTo>
                <a:close/>
                <a:moveTo>
                  <a:pt x="3711" y="0"/>
                </a:moveTo>
                <a:cubicBezTo>
                  <a:pt x="3612" y="0"/>
                  <a:pt x="3513" y="36"/>
                  <a:pt x="3424" y="103"/>
                </a:cubicBezTo>
                <a:cubicBezTo>
                  <a:pt x="3416" y="108"/>
                  <a:pt x="3407" y="113"/>
                  <a:pt x="3400" y="120"/>
                </a:cubicBezTo>
                <a:cubicBezTo>
                  <a:pt x="2384" y="1121"/>
                  <a:pt x="1376" y="2133"/>
                  <a:pt x="388" y="3164"/>
                </a:cubicBezTo>
                <a:cubicBezTo>
                  <a:pt x="374" y="3178"/>
                  <a:pt x="362" y="3195"/>
                  <a:pt x="358" y="3214"/>
                </a:cubicBezTo>
                <a:cubicBezTo>
                  <a:pt x="264" y="3682"/>
                  <a:pt x="116" y="4135"/>
                  <a:pt x="4" y="4597"/>
                </a:cubicBezTo>
                <a:cubicBezTo>
                  <a:pt x="2" y="4606"/>
                  <a:pt x="1" y="4612"/>
                  <a:pt x="1" y="4620"/>
                </a:cubicBezTo>
                <a:lnTo>
                  <a:pt x="1" y="4628"/>
                </a:lnTo>
                <a:cubicBezTo>
                  <a:pt x="1" y="4633"/>
                  <a:pt x="1" y="4637"/>
                  <a:pt x="3" y="4641"/>
                </a:cubicBezTo>
                <a:cubicBezTo>
                  <a:pt x="3" y="4646"/>
                  <a:pt x="4" y="4651"/>
                  <a:pt x="5" y="4656"/>
                </a:cubicBezTo>
                <a:cubicBezTo>
                  <a:pt x="6" y="4659"/>
                  <a:pt x="6" y="4663"/>
                  <a:pt x="7" y="4667"/>
                </a:cubicBezTo>
                <a:cubicBezTo>
                  <a:pt x="9" y="4669"/>
                  <a:pt x="9" y="4670"/>
                  <a:pt x="10" y="4673"/>
                </a:cubicBezTo>
                <a:cubicBezTo>
                  <a:pt x="21" y="4701"/>
                  <a:pt x="44" y="4725"/>
                  <a:pt x="72" y="4736"/>
                </a:cubicBezTo>
                <a:cubicBezTo>
                  <a:pt x="74" y="4737"/>
                  <a:pt x="78" y="4739"/>
                  <a:pt x="82" y="4740"/>
                </a:cubicBezTo>
                <a:cubicBezTo>
                  <a:pt x="84" y="4741"/>
                  <a:pt x="85" y="4741"/>
                  <a:pt x="88" y="4741"/>
                </a:cubicBezTo>
                <a:cubicBezTo>
                  <a:pt x="94" y="4742"/>
                  <a:pt x="99" y="4744"/>
                  <a:pt x="105" y="4744"/>
                </a:cubicBezTo>
                <a:lnTo>
                  <a:pt x="124" y="4744"/>
                </a:lnTo>
                <a:cubicBezTo>
                  <a:pt x="130" y="4744"/>
                  <a:pt x="139" y="4742"/>
                  <a:pt x="146" y="4741"/>
                </a:cubicBezTo>
                <a:cubicBezTo>
                  <a:pt x="608" y="4625"/>
                  <a:pt x="1064" y="4480"/>
                  <a:pt x="1532" y="4382"/>
                </a:cubicBezTo>
                <a:cubicBezTo>
                  <a:pt x="1554" y="4378"/>
                  <a:pt x="1570" y="4366"/>
                  <a:pt x="1585" y="4351"/>
                </a:cubicBezTo>
                <a:cubicBezTo>
                  <a:pt x="2176" y="3787"/>
                  <a:pt x="2753" y="3211"/>
                  <a:pt x="3330" y="2632"/>
                </a:cubicBezTo>
                <a:cubicBezTo>
                  <a:pt x="3642" y="2318"/>
                  <a:pt x="3952" y="2002"/>
                  <a:pt x="4260" y="1684"/>
                </a:cubicBezTo>
                <a:cubicBezTo>
                  <a:pt x="4490" y="1444"/>
                  <a:pt x="4903" y="1132"/>
                  <a:pt x="4648" y="767"/>
                </a:cubicBezTo>
                <a:cubicBezTo>
                  <a:pt x="4563" y="645"/>
                  <a:pt x="4434" y="541"/>
                  <a:pt x="4330" y="436"/>
                </a:cubicBezTo>
                <a:cubicBezTo>
                  <a:pt x="4223" y="331"/>
                  <a:pt x="4119" y="218"/>
                  <a:pt x="4007" y="119"/>
                </a:cubicBezTo>
                <a:cubicBezTo>
                  <a:pt x="3916" y="38"/>
                  <a:pt x="3813" y="0"/>
                  <a:pt x="371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0" name="Google Shape;760;p54"/>
          <p:cNvGrpSpPr/>
          <p:nvPr/>
        </p:nvGrpSpPr>
        <p:grpSpPr>
          <a:xfrm rot="749171" flipH="1">
            <a:off x="3682843" y="4119476"/>
            <a:ext cx="568348" cy="471722"/>
            <a:chOff x="4336700" y="486125"/>
            <a:chExt cx="214150" cy="177750"/>
          </a:xfrm>
        </p:grpSpPr>
        <p:grpSp>
          <p:nvGrpSpPr>
            <p:cNvPr id="761" name="Google Shape;761;p54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762" name="Google Shape;762;p54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54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54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54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6" name="Google Shape;766;p54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7" name="Google Shape;767;p54"/>
          <p:cNvSpPr/>
          <p:nvPr/>
        </p:nvSpPr>
        <p:spPr>
          <a:xfrm rot="-2180486" flipH="1">
            <a:off x="3669464" y="762491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54"/>
          <p:cNvSpPr/>
          <p:nvPr/>
        </p:nvSpPr>
        <p:spPr>
          <a:xfrm rot="1590410">
            <a:off x="7711501" y="2884120"/>
            <a:ext cx="309819" cy="305876"/>
          </a:xfrm>
          <a:custGeom>
            <a:avLst/>
            <a:gdLst/>
            <a:ahLst/>
            <a:cxnLst/>
            <a:rect l="l" t="t" r="r" b="b"/>
            <a:pathLst>
              <a:path w="4541" h="4483" extrusionOk="0">
                <a:moveTo>
                  <a:pt x="2301" y="353"/>
                </a:moveTo>
                <a:cubicBezTo>
                  <a:pt x="2430" y="586"/>
                  <a:pt x="2553" y="825"/>
                  <a:pt x="2674" y="1063"/>
                </a:cubicBezTo>
                <a:cubicBezTo>
                  <a:pt x="2738" y="1187"/>
                  <a:pt x="2796" y="1316"/>
                  <a:pt x="2866" y="1436"/>
                </a:cubicBezTo>
                <a:cubicBezTo>
                  <a:pt x="2919" y="1529"/>
                  <a:pt x="2973" y="1533"/>
                  <a:pt x="3072" y="1554"/>
                </a:cubicBezTo>
                <a:cubicBezTo>
                  <a:pt x="3451" y="1637"/>
                  <a:pt x="3826" y="1761"/>
                  <a:pt x="4195" y="1884"/>
                </a:cubicBezTo>
                <a:cubicBezTo>
                  <a:pt x="3923" y="2156"/>
                  <a:pt x="3668" y="2442"/>
                  <a:pt x="3386" y="2696"/>
                </a:cubicBezTo>
                <a:cubicBezTo>
                  <a:pt x="3357" y="2722"/>
                  <a:pt x="3342" y="2773"/>
                  <a:pt x="3356" y="2809"/>
                </a:cubicBezTo>
                <a:cubicBezTo>
                  <a:pt x="3509" y="3248"/>
                  <a:pt x="3627" y="3720"/>
                  <a:pt x="3679" y="4186"/>
                </a:cubicBezTo>
                <a:cubicBezTo>
                  <a:pt x="3431" y="4079"/>
                  <a:pt x="3197" y="3934"/>
                  <a:pt x="2968" y="3799"/>
                </a:cubicBezTo>
                <a:cubicBezTo>
                  <a:pt x="2836" y="3722"/>
                  <a:pt x="2707" y="3643"/>
                  <a:pt x="2574" y="3567"/>
                </a:cubicBezTo>
                <a:cubicBezTo>
                  <a:pt x="2506" y="3529"/>
                  <a:pt x="2424" y="3468"/>
                  <a:pt x="2344" y="3452"/>
                </a:cubicBezTo>
                <a:cubicBezTo>
                  <a:pt x="2333" y="3450"/>
                  <a:pt x="2322" y="3449"/>
                  <a:pt x="2310" y="3449"/>
                </a:cubicBezTo>
                <a:cubicBezTo>
                  <a:pt x="2150" y="3449"/>
                  <a:pt x="1947" y="3644"/>
                  <a:pt x="1829" y="3720"/>
                </a:cubicBezTo>
                <a:cubicBezTo>
                  <a:pt x="1586" y="3876"/>
                  <a:pt x="1339" y="4039"/>
                  <a:pt x="1078" y="4168"/>
                </a:cubicBezTo>
                <a:cubicBezTo>
                  <a:pt x="1145" y="3712"/>
                  <a:pt x="1215" y="3255"/>
                  <a:pt x="1326" y="2809"/>
                </a:cubicBezTo>
                <a:cubicBezTo>
                  <a:pt x="1339" y="2756"/>
                  <a:pt x="1316" y="2707"/>
                  <a:pt x="1273" y="2678"/>
                </a:cubicBezTo>
                <a:cubicBezTo>
                  <a:pt x="958" y="2461"/>
                  <a:pt x="643" y="2224"/>
                  <a:pt x="362" y="1960"/>
                </a:cubicBezTo>
                <a:cubicBezTo>
                  <a:pt x="604" y="1875"/>
                  <a:pt x="845" y="1799"/>
                  <a:pt x="1089" y="1722"/>
                </a:cubicBezTo>
                <a:cubicBezTo>
                  <a:pt x="1222" y="1680"/>
                  <a:pt x="1356" y="1639"/>
                  <a:pt x="1487" y="1597"/>
                </a:cubicBezTo>
                <a:cubicBezTo>
                  <a:pt x="1581" y="1565"/>
                  <a:pt x="1686" y="1549"/>
                  <a:pt x="1743" y="1466"/>
                </a:cubicBezTo>
                <a:cubicBezTo>
                  <a:pt x="1809" y="1370"/>
                  <a:pt x="1849" y="1238"/>
                  <a:pt x="1901" y="1132"/>
                </a:cubicBezTo>
                <a:cubicBezTo>
                  <a:pt x="1964" y="1003"/>
                  <a:pt x="2030" y="873"/>
                  <a:pt x="2097" y="746"/>
                </a:cubicBezTo>
                <a:cubicBezTo>
                  <a:pt x="2164" y="614"/>
                  <a:pt x="2231" y="484"/>
                  <a:pt x="2301" y="353"/>
                </a:cubicBezTo>
                <a:close/>
                <a:moveTo>
                  <a:pt x="2297" y="0"/>
                </a:moveTo>
                <a:cubicBezTo>
                  <a:pt x="2258" y="0"/>
                  <a:pt x="2219" y="19"/>
                  <a:pt x="2197" y="57"/>
                </a:cubicBezTo>
                <a:cubicBezTo>
                  <a:pt x="2104" y="223"/>
                  <a:pt x="2016" y="392"/>
                  <a:pt x="1930" y="562"/>
                </a:cubicBezTo>
                <a:cubicBezTo>
                  <a:pt x="1813" y="785"/>
                  <a:pt x="1642" y="1036"/>
                  <a:pt x="1573" y="1280"/>
                </a:cubicBezTo>
                <a:cubicBezTo>
                  <a:pt x="1572" y="1282"/>
                  <a:pt x="1558" y="1312"/>
                  <a:pt x="1554" y="1326"/>
                </a:cubicBezTo>
                <a:cubicBezTo>
                  <a:pt x="1548" y="1329"/>
                  <a:pt x="1539" y="1333"/>
                  <a:pt x="1533" y="1337"/>
                </a:cubicBezTo>
                <a:cubicBezTo>
                  <a:pt x="1484" y="1352"/>
                  <a:pt x="1435" y="1369"/>
                  <a:pt x="1386" y="1385"/>
                </a:cubicBezTo>
                <a:cubicBezTo>
                  <a:pt x="1257" y="1427"/>
                  <a:pt x="1129" y="1467"/>
                  <a:pt x="999" y="1507"/>
                </a:cubicBezTo>
                <a:cubicBezTo>
                  <a:pt x="703" y="1601"/>
                  <a:pt x="408" y="1694"/>
                  <a:pt x="118" y="1804"/>
                </a:cubicBezTo>
                <a:cubicBezTo>
                  <a:pt x="37" y="1834"/>
                  <a:pt x="1" y="1930"/>
                  <a:pt x="66" y="1998"/>
                </a:cubicBezTo>
                <a:cubicBezTo>
                  <a:pt x="371" y="2307"/>
                  <a:pt x="725" y="2581"/>
                  <a:pt x="1082" y="2830"/>
                </a:cubicBezTo>
                <a:cubicBezTo>
                  <a:pt x="964" y="3324"/>
                  <a:pt x="895" y="3829"/>
                  <a:pt x="822" y="4332"/>
                </a:cubicBezTo>
                <a:cubicBezTo>
                  <a:pt x="813" y="4395"/>
                  <a:pt x="856" y="4482"/>
                  <a:pt x="926" y="4482"/>
                </a:cubicBezTo>
                <a:cubicBezTo>
                  <a:pt x="938" y="4482"/>
                  <a:pt x="951" y="4480"/>
                  <a:pt x="964" y="4474"/>
                </a:cubicBezTo>
                <a:cubicBezTo>
                  <a:pt x="1269" y="4348"/>
                  <a:pt x="1550" y="4173"/>
                  <a:pt x="1827" y="3997"/>
                </a:cubicBezTo>
                <a:cubicBezTo>
                  <a:pt x="1951" y="3920"/>
                  <a:pt x="2072" y="3839"/>
                  <a:pt x="2195" y="3761"/>
                </a:cubicBezTo>
                <a:cubicBezTo>
                  <a:pt x="2226" y="3740"/>
                  <a:pt x="2274" y="3720"/>
                  <a:pt x="2303" y="3694"/>
                </a:cubicBezTo>
                <a:cubicBezTo>
                  <a:pt x="2346" y="3738"/>
                  <a:pt x="2507" y="3798"/>
                  <a:pt x="2551" y="3824"/>
                </a:cubicBezTo>
                <a:cubicBezTo>
                  <a:pt x="2685" y="3903"/>
                  <a:pt x="2819" y="3984"/>
                  <a:pt x="2954" y="4061"/>
                </a:cubicBezTo>
                <a:cubicBezTo>
                  <a:pt x="3218" y="4215"/>
                  <a:pt x="3489" y="4374"/>
                  <a:pt x="3780" y="4473"/>
                </a:cubicBezTo>
                <a:cubicBezTo>
                  <a:pt x="3790" y="4476"/>
                  <a:pt x="3801" y="4478"/>
                  <a:pt x="3811" y="4478"/>
                </a:cubicBezTo>
                <a:cubicBezTo>
                  <a:pt x="3871" y="4478"/>
                  <a:pt x="3932" y="4424"/>
                  <a:pt x="3926" y="4362"/>
                </a:cubicBezTo>
                <a:cubicBezTo>
                  <a:pt x="3888" y="3841"/>
                  <a:pt x="3769" y="3308"/>
                  <a:pt x="3600" y="2813"/>
                </a:cubicBezTo>
                <a:cubicBezTo>
                  <a:pt x="3905" y="2531"/>
                  <a:pt x="4178" y="2217"/>
                  <a:pt x="4479" y="1930"/>
                </a:cubicBezTo>
                <a:cubicBezTo>
                  <a:pt x="4482" y="1927"/>
                  <a:pt x="4486" y="1924"/>
                  <a:pt x="4490" y="1920"/>
                </a:cubicBezTo>
                <a:lnTo>
                  <a:pt x="4492" y="1918"/>
                </a:lnTo>
                <a:cubicBezTo>
                  <a:pt x="4541" y="1872"/>
                  <a:pt x="4536" y="1815"/>
                  <a:pt x="4506" y="1774"/>
                </a:cubicBezTo>
                <a:cubicBezTo>
                  <a:pt x="4492" y="1752"/>
                  <a:pt x="4471" y="1733"/>
                  <a:pt x="4440" y="1723"/>
                </a:cubicBezTo>
                <a:cubicBezTo>
                  <a:pt x="3994" y="1577"/>
                  <a:pt x="3532" y="1393"/>
                  <a:pt x="3064" y="1318"/>
                </a:cubicBezTo>
                <a:cubicBezTo>
                  <a:pt x="2842" y="898"/>
                  <a:pt x="2640" y="467"/>
                  <a:pt x="2398" y="57"/>
                </a:cubicBezTo>
                <a:cubicBezTo>
                  <a:pt x="2376" y="19"/>
                  <a:pt x="2337" y="0"/>
                  <a:pt x="22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9" name="Google Shape;769;p54"/>
          <p:cNvGrpSpPr/>
          <p:nvPr/>
        </p:nvGrpSpPr>
        <p:grpSpPr>
          <a:xfrm rot="-434194">
            <a:off x="1207341" y="3576745"/>
            <a:ext cx="756237" cy="635071"/>
            <a:chOff x="3652800" y="4778225"/>
            <a:chExt cx="184900" cy="155275"/>
          </a:xfrm>
        </p:grpSpPr>
        <p:sp>
          <p:nvSpPr>
            <p:cNvPr id="770" name="Google Shape;770;p54"/>
            <p:cNvSpPr/>
            <p:nvPr/>
          </p:nvSpPr>
          <p:spPr>
            <a:xfrm>
              <a:off x="3691600" y="4778225"/>
              <a:ext cx="109425" cy="155275"/>
            </a:xfrm>
            <a:custGeom>
              <a:avLst/>
              <a:gdLst/>
              <a:ahLst/>
              <a:cxnLst/>
              <a:rect l="l" t="t" r="r" b="b"/>
              <a:pathLst>
                <a:path w="4377" h="6211" extrusionOk="0">
                  <a:moveTo>
                    <a:pt x="2792" y="2438"/>
                  </a:moveTo>
                  <a:cubicBezTo>
                    <a:pt x="2842" y="2438"/>
                    <a:pt x="2763" y="2579"/>
                    <a:pt x="2752" y="2589"/>
                  </a:cubicBezTo>
                  <a:cubicBezTo>
                    <a:pt x="2740" y="2602"/>
                    <a:pt x="2726" y="2612"/>
                    <a:pt x="2714" y="2623"/>
                  </a:cubicBezTo>
                  <a:cubicBezTo>
                    <a:pt x="2714" y="2620"/>
                    <a:pt x="2714" y="2619"/>
                    <a:pt x="2715" y="2615"/>
                  </a:cubicBezTo>
                  <a:cubicBezTo>
                    <a:pt x="2722" y="2583"/>
                    <a:pt x="2751" y="2449"/>
                    <a:pt x="2781" y="2439"/>
                  </a:cubicBezTo>
                  <a:cubicBezTo>
                    <a:pt x="2785" y="2438"/>
                    <a:pt x="2789" y="2438"/>
                    <a:pt x="2792" y="2438"/>
                  </a:cubicBezTo>
                  <a:close/>
                  <a:moveTo>
                    <a:pt x="1398" y="2397"/>
                  </a:moveTo>
                  <a:cubicBezTo>
                    <a:pt x="1416" y="2397"/>
                    <a:pt x="1430" y="2421"/>
                    <a:pt x="1458" y="2453"/>
                  </a:cubicBezTo>
                  <a:cubicBezTo>
                    <a:pt x="1520" y="2522"/>
                    <a:pt x="1556" y="2607"/>
                    <a:pt x="1575" y="2696"/>
                  </a:cubicBezTo>
                  <a:cubicBezTo>
                    <a:pt x="1505" y="2673"/>
                    <a:pt x="1455" y="2644"/>
                    <a:pt x="1399" y="2584"/>
                  </a:cubicBezTo>
                  <a:cubicBezTo>
                    <a:pt x="1348" y="2530"/>
                    <a:pt x="1303" y="2496"/>
                    <a:pt x="1354" y="2433"/>
                  </a:cubicBezTo>
                  <a:cubicBezTo>
                    <a:pt x="1374" y="2408"/>
                    <a:pt x="1387" y="2397"/>
                    <a:pt x="1398" y="2397"/>
                  </a:cubicBezTo>
                  <a:close/>
                  <a:moveTo>
                    <a:pt x="2111" y="274"/>
                  </a:moveTo>
                  <a:cubicBezTo>
                    <a:pt x="2691" y="274"/>
                    <a:pt x="3264" y="550"/>
                    <a:pt x="3611" y="1023"/>
                  </a:cubicBezTo>
                  <a:cubicBezTo>
                    <a:pt x="3882" y="1422"/>
                    <a:pt x="3960" y="1942"/>
                    <a:pt x="3935" y="2417"/>
                  </a:cubicBezTo>
                  <a:cubicBezTo>
                    <a:pt x="3904" y="2966"/>
                    <a:pt x="3683" y="3408"/>
                    <a:pt x="3299" y="3795"/>
                  </a:cubicBezTo>
                  <a:cubicBezTo>
                    <a:pt x="3260" y="3833"/>
                    <a:pt x="3217" y="3872"/>
                    <a:pt x="3168" y="3913"/>
                  </a:cubicBezTo>
                  <a:cubicBezTo>
                    <a:pt x="2965" y="3662"/>
                    <a:pt x="2756" y="3284"/>
                    <a:pt x="2706" y="2935"/>
                  </a:cubicBezTo>
                  <a:cubicBezTo>
                    <a:pt x="2930" y="2841"/>
                    <a:pt x="3155" y="2626"/>
                    <a:pt x="3131" y="2362"/>
                  </a:cubicBezTo>
                  <a:cubicBezTo>
                    <a:pt x="3116" y="2203"/>
                    <a:pt x="2999" y="2091"/>
                    <a:pt x="2864" y="2091"/>
                  </a:cubicBezTo>
                  <a:cubicBezTo>
                    <a:pt x="2809" y="2091"/>
                    <a:pt x="2751" y="2110"/>
                    <a:pt x="2696" y="2151"/>
                  </a:cubicBezTo>
                  <a:cubicBezTo>
                    <a:pt x="2528" y="2278"/>
                    <a:pt x="2462" y="2512"/>
                    <a:pt x="2452" y="2737"/>
                  </a:cubicBezTo>
                  <a:cubicBezTo>
                    <a:pt x="2445" y="2739"/>
                    <a:pt x="2436" y="2740"/>
                    <a:pt x="2429" y="2743"/>
                  </a:cubicBezTo>
                  <a:cubicBezTo>
                    <a:pt x="2329" y="2767"/>
                    <a:pt x="2224" y="2777"/>
                    <a:pt x="2118" y="2777"/>
                  </a:cubicBezTo>
                  <a:cubicBezTo>
                    <a:pt x="2024" y="2777"/>
                    <a:pt x="1928" y="2769"/>
                    <a:pt x="1834" y="2754"/>
                  </a:cubicBezTo>
                  <a:cubicBezTo>
                    <a:pt x="1825" y="2670"/>
                    <a:pt x="1807" y="2589"/>
                    <a:pt x="1778" y="2511"/>
                  </a:cubicBezTo>
                  <a:cubicBezTo>
                    <a:pt x="1713" y="2336"/>
                    <a:pt x="1571" y="2158"/>
                    <a:pt x="1371" y="2158"/>
                  </a:cubicBezTo>
                  <a:cubicBezTo>
                    <a:pt x="1359" y="2158"/>
                    <a:pt x="1347" y="2158"/>
                    <a:pt x="1334" y="2160"/>
                  </a:cubicBezTo>
                  <a:cubicBezTo>
                    <a:pt x="1120" y="2184"/>
                    <a:pt x="1057" y="2397"/>
                    <a:pt x="1127" y="2576"/>
                  </a:cubicBezTo>
                  <a:cubicBezTo>
                    <a:pt x="1217" y="2806"/>
                    <a:pt x="1380" y="2900"/>
                    <a:pt x="1595" y="2956"/>
                  </a:cubicBezTo>
                  <a:cubicBezTo>
                    <a:pt x="1595" y="2997"/>
                    <a:pt x="1592" y="3037"/>
                    <a:pt x="1591" y="3075"/>
                  </a:cubicBezTo>
                  <a:cubicBezTo>
                    <a:pt x="1580" y="3313"/>
                    <a:pt x="1528" y="3545"/>
                    <a:pt x="1452" y="3769"/>
                  </a:cubicBezTo>
                  <a:cubicBezTo>
                    <a:pt x="1419" y="3868"/>
                    <a:pt x="1381" y="3967"/>
                    <a:pt x="1343" y="4065"/>
                  </a:cubicBezTo>
                  <a:cubicBezTo>
                    <a:pt x="1339" y="4075"/>
                    <a:pt x="1336" y="4086"/>
                    <a:pt x="1333" y="4096"/>
                  </a:cubicBezTo>
                  <a:cubicBezTo>
                    <a:pt x="1270" y="4043"/>
                    <a:pt x="1204" y="3992"/>
                    <a:pt x="1147" y="3940"/>
                  </a:cubicBezTo>
                  <a:cubicBezTo>
                    <a:pt x="940" y="3747"/>
                    <a:pt x="742" y="3538"/>
                    <a:pt x="601" y="3291"/>
                  </a:cubicBezTo>
                  <a:cubicBezTo>
                    <a:pt x="1" y="2245"/>
                    <a:pt x="474" y="590"/>
                    <a:pt x="1732" y="314"/>
                  </a:cubicBezTo>
                  <a:cubicBezTo>
                    <a:pt x="1857" y="287"/>
                    <a:pt x="1984" y="274"/>
                    <a:pt x="2111" y="274"/>
                  </a:cubicBezTo>
                  <a:close/>
                  <a:moveTo>
                    <a:pt x="1842" y="3002"/>
                  </a:moveTo>
                  <a:cubicBezTo>
                    <a:pt x="1953" y="3019"/>
                    <a:pt x="2066" y="3030"/>
                    <a:pt x="2179" y="3030"/>
                  </a:cubicBezTo>
                  <a:cubicBezTo>
                    <a:pt x="2274" y="3030"/>
                    <a:pt x="2370" y="3022"/>
                    <a:pt x="2463" y="3004"/>
                  </a:cubicBezTo>
                  <a:cubicBezTo>
                    <a:pt x="2465" y="3011"/>
                    <a:pt x="2465" y="3017"/>
                    <a:pt x="2466" y="3024"/>
                  </a:cubicBezTo>
                  <a:cubicBezTo>
                    <a:pt x="2518" y="3393"/>
                    <a:pt x="2710" y="3805"/>
                    <a:pt x="2933" y="4110"/>
                  </a:cubicBezTo>
                  <a:cubicBezTo>
                    <a:pt x="2830" y="4203"/>
                    <a:pt x="2742" y="4301"/>
                    <a:pt x="2696" y="4415"/>
                  </a:cubicBezTo>
                  <a:cubicBezTo>
                    <a:pt x="2657" y="4516"/>
                    <a:pt x="2632" y="4624"/>
                    <a:pt x="2614" y="4736"/>
                  </a:cubicBezTo>
                  <a:cubicBezTo>
                    <a:pt x="2570" y="4729"/>
                    <a:pt x="2523" y="4726"/>
                    <a:pt x="2476" y="4726"/>
                  </a:cubicBezTo>
                  <a:cubicBezTo>
                    <a:pt x="2323" y="4726"/>
                    <a:pt x="2158" y="4755"/>
                    <a:pt x="2036" y="4755"/>
                  </a:cubicBezTo>
                  <a:cubicBezTo>
                    <a:pt x="1957" y="4755"/>
                    <a:pt x="1855" y="4743"/>
                    <a:pt x="1756" y="4743"/>
                  </a:cubicBezTo>
                  <a:cubicBezTo>
                    <a:pt x="1735" y="4743"/>
                    <a:pt x="1715" y="4743"/>
                    <a:pt x="1695" y="4745"/>
                  </a:cubicBezTo>
                  <a:cubicBezTo>
                    <a:pt x="1671" y="4583"/>
                    <a:pt x="1631" y="4426"/>
                    <a:pt x="1548" y="4308"/>
                  </a:cubicBezTo>
                  <a:cubicBezTo>
                    <a:pt x="1528" y="4278"/>
                    <a:pt x="1503" y="4251"/>
                    <a:pt x="1478" y="4226"/>
                  </a:cubicBezTo>
                  <a:cubicBezTo>
                    <a:pt x="1524" y="4172"/>
                    <a:pt x="1560" y="4113"/>
                    <a:pt x="1597" y="4027"/>
                  </a:cubicBezTo>
                  <a:cubicBezTo>
                    <a:pt x="1670" y="3862"/>
                    <a:pt x="1725" y="3687"/>
                    <a:pt x="1764" y="3512"/>
                  </a:cubicBezTo>
                  <a:cubicBezTo>
                    <a:pt x="1800" y="3355"/>
                    <a:pt x="1834" y="3179"/>
                    <a:pt x="1842" y="3002"/>
                  </a:cubicBezTo>
                  <a:close/>
                  <a:moveTo>
                    <a:pt x="2548" y="5019"/>
                  </a:moveTo>
                  <a:cubicBezTo>
                    <a:pt x="2559" y="5019"/>
                    <a:pt x="2570" y="5020"/>
                    <a:pt x="2579" y="5022"/>
                  </a:cubicBezTo>
                  <a:cubicBezTo>
                    <a:pt x="2592" y="5026"/>
                    <a:pt x="2601" y="5027"/>
                    <a:pt x="2606" y="5027"/>
                  </a:cubicBezTo>
                  <a:cubicBezTo>
                    <a:pt x="2622" y="5074"/>
                    <a:pt x="2632" y="5123"/>
                    <a:pt x="2639" y="5174"/>
                  </a:cubicBezTo>
                  <a:cubicBezTo>
                    <a:pt x="2627" y="5168"/>
                    <a:pt x="2611" y="5164"/>
                    <a:pt x="2595" y="5162"/>
                  </a:cubicBezTo>
                  <a:cubicBezTo>
                    <a:pt x="2559" y="5158"/>
                    <a:pt x="2522" y="5157"/>
                    <a:pt x="2484" y="5157"/>
                  </a:cubicBezTo>
                  <a:cubicBezTo>
                    <a:pt x="2341" y="5157"/>
                    <a:pt x="2190" y="5180"/>
                    <a:pt x="2049" y="5183"/>
                  </a:cubicBezTo>
                  <a:cubicBezTo>
                    <a:pt x="2045" y="5183"/>
                    <a:pt x="2042" y="5183"/>
                    <a:pt x="2038" y="5183"/>
                  </a:cubicBezTo>
                  <a:cubicBezTo>
                    <a:pt x="2007" y="5183"/>
                    <a:pt x="1975" y="5182"/>
                    <a:pt x="1942" y="5182"/>
                  </a:cubicBezTo>
                  <a:cubicBezTo>
                    <a:pt x="1847" y="5182"/>
                    <a:pt x="1748" y="5190"/>
                    <a:pt x="1680" y="5249"/>
                  </a:cubicBezTo>
                  <a:cubicBezTo>
                    <a:pt x="1671" y="5256"/>
                    <a:pt x="1671" y="5271"/>
                    <a:pt x="1676" y="5281"/>
                  </a:cubicBezTo>
                  <a:cubicBezTo>
                    <a:pt x="1740" y="5408"/>
                    <a:pt x="1922" y="5431"/>
                    <a:pt x="2049" y="5447"/>
                  </a:cubicBezTo>
                  <a:cubicBezTo>
                    <a:pt x="2127" y="5457"/>
                    <a:pt x="2215" y="5465"/>
                    <a:pt x="2304" y="5465"/>
                  </a:cubicBezTo>
                  <a:cubicBezTo>
                    <a:pt x="2418" y="5465"/>
                    <a:pt x="2533" y="5452"/>
                    <a:pt x="2628" y="5412"/>
                  </a:cubicBezTo>
                  <a:cubicBezTo>
                    <a:pt x="2639" y="5407"/>
                    <a:pt x="2650" y="5402"/>
                    <a:pt x="2659" y="5394"/>
                  </a:cubicBezTo>
                  <a:cubicBezTo>
                    <a:pt x="2660" y="5442"/>
                    <a:pt x="2662" y="5489"/>
                    <a:pt x="2662" y="5534"/>
                  </a:cubicBezTo>
                  <a:cubicBezTo>
                    <a:pt x="2662" y="5563"/>
                    <a:pt x="2662" y="5593"/>
                    <a:pt x="2660" y="5620"/>
                  </a:cubicBezTo>
                  <a:cubicBezTo>
                    <a:pt x="2652" y="5599"/>
                    <a:pt x="2636" y="5582"/>
                    <a:pt x="2618" y="5571"/>
                  </a:cubicBezTo>
                  <a:cubicBezTo>
                    <a:pt x="2568" y="5543"/>
                    <a:pt x="2517" y="5535"/>
                    <a:pt x="2465" y="5535"/>
                  </a:cubicBezTo>
                  <a:cubicBezTo>
                    <a:pt x="2390" y="5535"/>
                    <a:pt x="2313" y="5552"/>
                    <a:pt x="2234" y="5553"/>
                  </a:cubicBezTo>
                  <a:cubicBezTo>
                    <a:pt x="2227" y="5553"/>
                    <a:pt x="2220" y="5553"/>
                    <a:pt x="2212" y="5553"/>
                  </a:cubicBezTo>
                  <a:cubicBezTo>
                    <a:pt x="2079" y="5553"/>
                    <a:pt x="1947" y="5530"/>
                    <a:pt x="1814" y="5530"/>
                  </a:cubicBezTo>
                  <a:cubicBezTo>
                    <a:pt x="1804" y="5530"/>
                    <a:pt x="1794" y="5530"/>
                    <a:pt x="1785" y="5530"/>
                  </a:cubicBezTo>
                  <a:cubicBezTo>
                    <a:pt x="1670" y="5532"/>
                    <a:pt x="1631" y="5682"/>
                    <a:pt x="1727" y="5743"/>
                  </a:cubicBezTo>
                  <a:cubicBezTo>
                    <a:pt x="1863" y="5830"/>
                    <a:pt x="2038" y="5858"/>
                    <a:pt x="2199" y="5858"/>
                  </a:cubicBezTo>
                  <a:cubicBezTo>
                    <a:pt x="2211" y="5858"/>
                    <a:pt x="2222" y="5858"/>
                    <a:pt x="2233" y="5857"/>
                  </a:cubicBezTo>
                  <a:cubicBezTo>
                    <a:pt x="2383" y="5853"/>
                    <a:pt x="2545" y="5850"/>
                    <a:pt x="2643" y="5731"/>
                  </a:cubicBezTo>
                  <a:lnTo>
                    <a:pt x="2643" y="5731"/>
                  </a:lnTo>
                  <a:cubicBezTo>
                    <a:pt x="2622" y="5799"/>
                    <a:pt x="2576" y="5850"/>
                    <a:pt x="2479" y="5878"/>
                  </a:cubicBezTo>
                  <a:cubicBezTo>
                    <a:pt x="2385" y="5906"/>
                    <a:pt x="2274" y="5917"/>
                    <a:pt x="2163" y="5917"/>
                  </a:cubicBezTo>
                  <a:cubicBezTo>
                    <a:pt x="2060" y="5917"/>
                    <a:pt x="1957" y="5907"/>
                    <a:pt x="1868" y="5892"/>
                  </a:cubicBezTo>
                  <a:cubicBezTo>
                    <a:pt x="1782" y="5877"/>
                    <a:pt x="1685" y="5868"/>
                    <a:pt x="1643" y="5778"/>
                  </a:cubicBezTo>
                  <a:cubicBezTo>
                    <a:pt x="1606" y="5701"/>
                    <a:pt x="1631" y="5537"/>
                    <a:pt x="1631" y="5453"/>
                  </a:cubicBezTo>
                  <a:cubicBezTo>
                    <a:pt x="1631" y="5346"/>
                    <a:pt x="1634" y="5237"/>
                    <a:pt x="1645" y="5130"/>
                  </a:cubicBezTo>
                  <a:cubicBezTo>
                    <a:pt x="1653" y="5047"/>
                    <a:pt x="1668" y="5029"/>
                    <a:pt x="1708" y="5029"/>
                  </a:cubicBezTo>
                  <a:cubicBezTo>
                    <a:pt x="1733" y="5029"/>
                    <a:pt x="1769" y="5036"/>
                    <a:pt x="1820" y="5038"/>
                  </a:cubicBezTo>
                  <a:cubicBezTo>
                    <a:pt x="1866" y="5039"/>
                    <a:pt x="1912" y="5040"/>
                    <a:pt x="1957" y="5040"/>
                  </a:cubicBezTo>
                  <a:cubicBezTo>
                    <a:pt x="2039" y="5040"/>
                    <a:pt x="2121" y="5038"/>
                    <a:pt x="2202" y="5037"/>
                  </a:cubicBezTo>
                  <a:cubicBezTo>
                    <a:pt x="2290" y="5034"/>
                    <a:pt x="2378" y="5030"/>
                    <a:pt x="2465" y="5026"/>
                  </a:cubicBezTo>
                  <a:cubicBezTo>
                    <a:pt x="2488" y="5025"/>
                    <a:pt x="2520" y="5019"/>
                    <a:pt x="2548" y="5019"/>
                  </a:cubicBezTo>
                  <a:close/>
                  <a:moveTo>
                    <a:pt x="2120" y="1"/>
                  </a:moveTo>
                  <a:cubicBezTo>
                    <a:pt x="1601" y="1"/>
                    <a:pt x="1085" y="194"/>
                    <a:pt x="695" y="607"/>
                  </a:cubicBezTo>
                  <a:cubicBezTo>
                    <a:pt x="231" y="1097"/>
                    <a:pt x="37" y="1730"/>
                    <a:pt x="77" y="2400"/>
                  </a:cubicBezTo>
                  <a:cubicBezTo>
                    <a:pt x="119" y="3087"/>
                    <a:pt x="414" y="3630"/>
                    <a:pt x="908" y="4097"/>
                  </a:cubicBezTo>
                  <a:cubicBezTo>
                    <a:pt x="1055" y="4237"/>
                    <a:pt x="1302" y="4375"/>
                    <a:pt x="1359" y="4578"/>
                  </a:cubicBezTo>
                  <a:cubicBezTo>
                    <a:pt x="1386" y="4675"/>
                    <a:pt x="1404" y="4776"/>
                    <a:pt x="1419" y="4878"/>
                  </a:cubicBezTo>
                  <a:cubicBezTo>
                    <a:pt x="1414" y="4887"/>
                    <a:pt x="1409" y="4895"/>
                    <a:pt x="1404" y="4904"/>
                  </a:cubicBezTo>
                  <a:cubicBezTo>
                    <a:pt x="1350" y="5024"/>
                    <a:pt x="1358" y="5187"/>
                    <a:pt x="1354" y="5314"/>
                  </a:cubicBezTo>
                  <a:cubicBezTo>
                    <a:pt x="1347" y="5488"/>
                    <a:pt x="1336" y="5675"/>
                    <a:pt x="1370" y="5845"/>
                  </a:cubicBezTo>
                  <a:cubicBezTo>
                    <a:pt x="1427" y="6122"/>
                    <a:pt x="1764" y="6211"/>
                    <a:pt x="2090" y="6211"/>
                  </a:cubicBezTo>
                  <a:cubicBezTo>
                    <a:pt x="2294" y="6211"/>
                    <a:pt x="2493" y="6176"/>
                    <a:pt x="2618" y="6131"/>
                  </a:cubicBezTo>
                  <a:cubicBezTo>
                    <a:pt x="2809" y="6063"/>
                    <a:pt x="2917" y="5930"/>
                    <a:pt x="2940" y="5727"/>
                  </a:cubicBezTo>
                  <a:cubicBezTo>
                    <a:pt x="2968" y="5478"/>
                    <a:pt x="2958" y="5166"/>
                    <a:pt x="2873" y="4929"/>
                  </a:cubicBezTo>
                  <a:lnTo>
                    <a:pt x="2869" y="4921"/>
                  </a:lnTo>
                  <a:cubicBezTo>
                    <a:pt x="2883" y="4748"/>
                    <a:pt x="2913" y="4569"/>
                    <a:pt x="3001" y="4455"/>
                  </a:cubicBezTo>
                  <a:cubicBezTo>
                    <a:pt x="3099" y="4328"/>
                    <a:pt x="3255" y="4227"/>
                    <a:pt x="3373" y="4118"/>
                  </a:cubicBezTo>
                  <a:cubicBezTo>
                    <a:pt x="3535" y="3967"/>
                    <a:pt x="3686" y="3806"/>
                    <a:pt x="3815" y="3626"/>
                  </a:cubicBezTo>
                  <a:cubicBezTo>
                    <a:pt x="4361" y="2879"/>
                    <a:pt x="4377" y="1650"/>
                    <a:pt x="3857" y="879"/>
                  </a:cubicBezTo>
                  <a:cubicBezTo>
                    <a:pt x="3439" y="311"/>
                    <a:pt x="2777" y="1"/>
                    <a:pt x="2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4"/>
            <p:cNvSpPr/>
            <p:nvPr/>
          </p:nvSpPr>
          <p:spPr>
            <a:xfrm>
              <a:off x="3798625" y="4795675"/>
              <a:ext cx="30175" cy="18425"/>
            </a:xfrm>
            <a:custGeom>
              <a:avLst/>
              <a:gdLst/>
              <a:ahLst/>
              <a:cxnLst/>
              <a:rect l="l" t="t" r="r" b="b"/>
              <a:pathLst>
                <a:path w="1207" h="737" extrusionOk="0">
                  <a:moveTo>
                    <a:pt x="933" y="0"/>
                  </a:moveTo>
                  <a:cubicBezTo>
                    <a:pt x="891" y="0"/>
                    <a:pt x="848" y="10"/>
                    <a:pt x="813" y="30"/>
                  </a:cubicBezTo>
                  <a:cubicBezTo>
                    <a:pt x="668" y="109"/>
                    <a:pt x="522" y="189"/>
                    <a:pt x="381" y="277"/>
                  </a:cubicBezTo>
                  <a:cubicBezTo>
                    <a:pt x="259" y="352"/>
                    <a:pt x="114" y="429"/>
                    <a:pt x="45" y="558"/>
                  </a:cubicBezTo>
                  <a:cubicBezTo>
                    <a:pt x="1" y="642"/>
                    <a:pt x="58" y="724"/>
                    <a:pt x="146" y="734"/>
                  </a:cubicBezTo>
                  <a:cubicBezTo>
                    <a:pt x="158" y="735"/>
                    <a:pt x="170" y="736"/>
                    <a:pt x="182" y="736"/>
                  </a:cubicBezTo>
                  <a:cubicBezTo>
                    <a:pt x="312" y="736"/>
                    <a:pt x="441" y="668"/>
                    <a:pt x="560" y="622"/>
                  </a:cubicBezTo>
                  <a:cubicBezTo>
                    <a:pt x="704" y="567"/>
                    <a:pt x="849" y="511"/>
                    <a:pt x="994" y="460"/>
                  </a:cubicBezTo>
                  <a:cubicBezTo>
                    <a:pt x="1106" y="419"/>
                    <a:pt x="1207" y="296"/>
                    <a:pt x="1159" y="170"/>
                  </a:cubicBezTo>
                  <a:cubicBezTo>
                    <a:pt x="1151" y="150"/>
                    <a:pt x="1143" y="132"/>
                    <a:pt x="1135" y="114"/>
                  </a:cubicBezTo>
                  <a:cubicBezTo>
                    <a:pt x="1099" y="37"/>
                    <a:pt x="1016" y="0"/>
                    <a:pt x="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4"/>
            <p:cNvSpPr/>
            <p:nvPr/>
          </p:nvSpPr>
          <p:spPr>
            <a:xfrm>
              <a:off x="3805475" y="4822900"/>
              <a:ext cx="32225" cy="12150"/>
            </a:xfrm>
            <a:custGeom>
              <a:avLst/>
              <a:gdLst/>
              <a:ahLst/>
              <a:cxnLst/>
              <a:rect l="l" t="t" r="r" b="b"/>
              <a:pathLst>
                <a:path w="1289" h="486" extrusionOk="0">
                  <a:moveTo>
                    <a:pt x="863" y="1"/>
                  </a:moveTo>
                  <a:cubicBezTo>
                    <a:pt x="603" y="1"/>
                    <a:pt x="303" y="18"/>
                    <a:pt x="79" y="123"/>
                  </a:cubicBezTo>
                  <a:cubicBezTo>
                    <a:pt x="0" y="159"/>
                    <a:pt x="0" y="295"/>
                    <a:pt x="79" y="331"/>
                  </a:cubicBezTo>
                  <a:cubicBezTo>
                    <a:pt x="340" y="450"/>
                    <a:pt x="695" y="464"/>
                    <a:pt x="979" y="484"/>
                  </a:cubicBezTo>
                  <a:cubicBezTo>
                    <a:pt x="986" y="485"/>
                    <a:pt x="992" y="485"/>
                    <a:pt x="999" y="485"/>
                  </a:cubicBezTo>
                  <a:cubicBezTo>
                    <a:pt x="1288" y="485"/>
                    <a:pt x="1286" y="5"/>
                    <a:pt x="979" y="2"/>
                  </a:cubicBezTo>
                  <a:cubicBezTo>
                    <a:pt x="942" y="1"/>
                    <a:pt x="903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4"/>
            <p:cNvSpPr/>
            <p:nvPr/>
          </p:nvSpPr>
          <p:spPr>
            <a:xfrm>
              <a:off x="3801300" y="4848275"/>
              <a:ext cx="28675" cy="18450"/>
            </a:xfrm>
            <a:custGeom>
              <a:avLst/>
              <a:gdLst/>
              <a:ahLst/>
              <a:cxnLst/>
              <a:rect l="l" t="t" r="r" b="b"/>
              <a:pathLst>
                <a:path w="1147" h="738" extrusionOk="0">
                  <a:moveTo>
                    <a:pt x="153" y="0"/>
                  </a:moveTo>
                  <a:cubicBezTo>
                    <a:pt x="62" y="0"/>
                    <a:pt x="1" y="34"/>
                    <a:pt x="0" y="127"/>
                  </a:cubicBezTo>
                  <a:cubicBezTo>
                    <a:pt x="0" y="268"/>
                    <a:pt x="136" y="359"/>
                    <a:pt x="240" y="434"/>
                  </a:cubicBezTo>
                  <a:cubicBezTo>
                    <a:pt x="369" y="528"/>
                    <a:pt x="507" y="611"/>
                    <a:pt x="643" y="698"/>
                  </a:cubicBezTo>
                  <a:cubicBezTo>
                    <a:pt x="685" y="726"/>
                    <a:pt x="728" y="738"/>
                    <a:pt x="768" y="738"/>
                  </a:cubicBezTo>
                  <a:cubicBezTo>
                    <a:pt x="991" y="738"/>
                    <a:pt x="1146" y="372"/>
                    <a:pt x="898" y="262"/>
                  </a:cubicBezTo>
                  <a:cubicBezTo>
                    <a:pt x="813" y="225"/>
                    <a:pt x="386" y="0"/>
                    <a:pt x="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4"/>
            <p:cNvSpPr/>
            <p:nvPr/>
          </p:nvSpPr>
          <p:spPr>
            <a:xfrm>
              <a:off x="3661675" y="4795650"/>
              <a:ext cx="30175" cy="18375"/>
            </a:xfrm>
            <a:custGeom>
              <a:avLst/>
              <a:gdLst/>
              <a:ahLst/>
              <a:cxnLst/>
              <a:rect l="l" t="t" r="r" b="b"/>
              <a:pathLst>
                <a:path w="1207" h="735" extrusionOk="0">
                  <a:moveTo>
                    <a:pt x="273" y="0"/>
                  </a:moveTo>
                  <a:cubicBezTo>
                    <a:pt x="191" y="0"/>
                    <a:pt x="108" y="37"/>
                    <a:pt x="72" y="114"/>
                  </a:cubicBezTo>
                  <a:cubicBezTo>
                    <a:pt x="63" y="131"/>
                    <a:pt x="55" y="151"/>
                    <a:pt x="48" y="168"/>
                  </a:cubicBezTo>
                  <a:cubicBezTo>
                    <a:pt x="1" y="295"/>
                    <a:pt x="103" y="419"/>
                    <a:pt x="213" y="459"/>
                  </a:cubicBezTo>
                  <a:cubicBezTo>
                    <a:pt x="358" y="510"/>
                    <a:pt x="503" y="566"/>
                    <a:pt x="647" y="622"/>
                  </a:cubicBezTo>
                  <a:cubicBezTo>
                    <a:pt x="766" y="668"/>
                    <a:pt x="893" y="734"/>
                    <a:pt x="1023" y="734"/>
                  </a:cubicBezTo>
                  <a:cubicBezTo>
                    <a:pt x="1036" y="734"/>
                    <a:pt x="1049" y="734"/>
                    <a:pt x="1062" y="732"/>
                  </a:cubicBezTo>
                  <a:cubicBezTo>
                    <a:pt x="1150" y="722"/>
                    <a:pt x="1207" y="640"/>
                    <a:pt x="1162" y="556"/>
                  </a:cubicBezTo>
                  <a:cubicBezTo>
                    <a:pt x="1094" y="429"/>
                    <a:pt x="949" y="352"/>
                    <a:pt x="827" y="276"/>
                  </a:cubicBezTo>
                  <a:cubicBezTo>
                    <a:pt x="686" y="189"/>
                    <a:pt x="540" y="109"/>
                    <a:pt x="395" y="30"/>
                  </a:cubicBezTo>
                  <a:cubicBezTo>
                    <a:pt x="359" y="10"/>
                    <a:pt x="316" y="0"/>
                    <a:pt x="2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4"/>
            <p:cNvSpPr/>
            <p:nvPr/>
          </p:nvSpPr>
          <p:spPr>
            <a:xfrm>
              <a:off x="3652800" y="4822875"/>
              <a:ext cx="32225" cy="12150"/>
            </a:xfrm>
            <a:custGeom>
              <a:avLst/>
              <a:gdLst/>
              <a:ahLst/>
              <a:cxnLst/>
              <a:rect l="l" t="t" r="r" b="b"/>
              <a:pathLst>
                <a:path w="1289" h="486" extrusionOk="0">
                  <a:moveTo>
                    <a:pt x="398" y="0"/>
                  </a:moveTo>
                  <a:cubicBezTo>
                    <a:pt x="368" y="0"/>
                    <a:pt x="338" y="0"/>
                    <a:pt x="309" y="1"/>
                  </a:cubicBezTo>
                  <a:cubicBezTo>
                    <a:pt x="4" y="5"/>
                    <a:pt x="0" y="485"/>
                    <a:pt x="290" y="485"/>
                  </a:cubicBezTo>
                  <a:cubicBezTo>
                    <a:pt x="296" y="485"/>
                    <a:pt x="303" y="485"/>
                    <a:pt x="309" y="484"/>
                  </a:cubicBezTo>
                  <a:cubicBezTo>
                    <a:pt x="593" y="464"/>
                    <a:pt x="948" y="450"/>
                    <a:pt x="1210" y="331"/>
                  </a:cubicBezTo>
                  <a:cubicBezTo>
                    <a:pt x="1288" y="295"/>
                    <a:pt x="1288" y="160"/>
                    <a:pt x="1210" y="123"/>
                  </a:cubicBezTo>
                  <a:cubicBezTo>
                    <a:pt x="977" y="13"/>
                    <a:pt x="663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4"/>
            <p:cNvSpPr/>
            <p:nvPr/>
          </p:nvSpPr>
          <p:spPr>
            <a:xfrm>
              <a:off x="3660575" y="4848175"/>
              <a:ext cx="34325" cy="18525"/>
            </a:xfrm>
            <a:custGeom>
              <a:avLst/>
              <a:gdLst/>
              <a:ahLst/>
              <a:cxnLst/>
              <a:rect l="l" t="t" r="r" b="b"/>
              <a:pathLst>
                <a:path w="1373" h="741" extrusionOk="0">
                  <a:moveTo>
                    <a:pt x="966" y="0"/>
                  </a:moveTo>
                  <a:cubicBezTo>
                    <a:pt x="873" y="0"/>
                    <a:pt x="774" y="43"/>
                    <a:pt x="694" y="73"/>
                  </a:cubicBezTo>
                  <a:cubicBezTo>
                    <a:pt x="543" y="131"/>
                    <a:pt x="396" y="199"/>
                    <a:pt x="248" y="264"/>
                  </a:cubicBezTo>
                  <a:cubicBezTo>
                    <a:pt x="0" y="374"/>
                    <a:pt x="154" y="740"/>
                    <a:pt x="378" y="740"/>
                  </a:cubicBezTo>
                  <a:cubicBezTo>
                    <a:pt x="418" y="740"/>
                    <a:pt x="460" y="728"/>
                    <a:pt x="503" y="701"/>
                  </a:cubicBezTo>
                  <a:cubicBezTo>
                    <a:pt x="619" y="630"/>
                    <a:pt x="1372" y="224"/>
                    <a:pt x="1090" y="35"/>
                  </a:cubicBezTo>
                  <a:cubicBezTo>
                    <a:pt x="1052" y="10"/>
                    <a:pt x="1010" y="0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54"/>
          <p:cNvSpPr/>
          <p:nvPr/>
        </p:nvSpPr>
        <p:spPr>
          <a:xfrm rot="-1041939">
            <a:off x="4468775" y="845058"/>
            <a:ext cx="465153" cy="378940"/>
          </a:xfrm>
          <a:custGeom>
            <a:avLst/>
            <a:gdLst/>
            <a:ahLst/>
            <a:cxnLst/>
            <a:rect l="l" t="t" r="r" b="b"/>
            <a:pathLst>
              <a:path w="4489" h="3657" extrusionOk="0">
                <a:moveTo>
                  <a:pt x="1361" y="402"/>
                </a:moveTo>
                <a:cubicBezTo>
                  <a:pt x="1502" y="402"/>
                  <a:pt x="1636" y="442"/>
                  <a:pt x="1757" y="523"/>
                </a:cubicBezTo>
                <a:cubicBezTo>
                  <a:pt x="1975" y="667"/>
                  <a:pt x="2146" y="936"/>
                  <a:pt x="2218" y="1248"/>
                </a:cubicBezTo>
                <a:lnTo>
                  <a:pt x="2209" y="1292"/>
                </a:lnTo>
                <a:lnTo>
                  <a:pt x="2228" y="1292"/>
                </a:lnTo>
                <a:lnTo>
                  <a:pt x="2228" y="1294"/>
                </a:lnTo>
                <a:cubicBezTo>
                  <a:pt x="2245" y="1383"/>
                  <a:pt x="2323" y="1444"/>
                  <a:pt x="2418" y="1444"/>
                </a:cubicBezTo>
                <a:cubicBezTo>
                  <a:pt x="2513" y="1444"/>
                  <a:pt x="2590" y="1382"/>
                  <a:pt x="2608" y="1294"/>
                </a:cubicBezTo>
                <a:lnTo>
                  <a:pt x="2608" y="1292"/>
                </a:lnTo>
                <a:lnTo>
                  <a:pt x="2627" y="1292"/>
                </a:lnTo>
                <a:lnTo>
                  <a:pt x="2617" y="1247"/>
                </a:lnTo>
                <a:cubicBezTo>
                  <a:pt x="2691" y="921"/>
                  <a:pt x="2831" y="686"/>
                  <a:pt x="3035" y="546"/>
                </a:cubicBezTo>
                <a:cubicBezTo>
                  <a:pt x="3159" y="460"/>
                  <a:pt x="3329" y="402"/>
                  <a:pt x="3497" y="402"/>
                </a:cubicBezTo>
                <a:cubicBezTo>
                  <a:pt x="3608" y="402"/>
                  <a:pt x="3717" y="427"/>
                  <a:pt x="3812" y="486"/>
                </a:cubicBezTo>
                <a:cubicBezTo>
                  <a:pt x="4072" y="647"/>
                  <a:pt x="4109" y="1035"/>
                  <a:pt x="4032" y="1349"/>
                </a:cubicBezTo>
                <a:cubicBezTo>
                  <a:pt x="3950" y="1677"/>
                  <a:pt x="3762" y="1976"/>
                  <a:pt x="3570" y="2248"/>
                </a:cubicBezTo>
                <a:cubicBezTo>
                  <a:pt x="3279" y="2645"/>
                  <a:pt x="2831" y="2951"/>
                  <a:pt x="2416" y="3219"/>
                </a:cubicBezTo>
                <a:cubicBezTo>
                  <a:pt x="1794" y="2808"/>
                  <a:pt x="1313" y="2408"/>
                  <a:pt x="1002" y="1839"/>
                </a:cubicBezTo>
                <a:cubicBezTo>
                  <a:pt x="815" y="1494"/>
                  <a:pt x="698" y="988"/>
                  <a:pt x="836" y="688"/>
                </a:cubicBezTo>
                <a:cubicBezTo>
                  <a:pt x="904" y="543"/>
                  <a:pt x="1022" y="455"/>
                  <a:pt x="1198" y="418"/>
                </a:cubicBezTo>
                <a:cubicBezTo>
                  <a:pt x="1254" y="407"/>
                  <a:pt x="1308" y="402"/>
                  <a:pt x="1361" y="402"/>
                </a:cubicBezTo>
                <a:close/>
                <a:moveTo>
                  <a:pt x="3492" y="1"/>
                </a:moveTo>
                <a:cubicBezTo>
                  <a:pt x="3284" y="1"/>
                  <a:pt x="3068" y="58"/>
                  <a:pt x="2880" y="170"/>
                </a:cubicBezTo>
                <a:cubicBezTo>
                  <a:pt x="2692" y="282"/>
                  <a:pt x="2535" y="450"/>
                  <a:pt x="2419" y="663"/>
                </a:cubicBezTo>
                <a:cubicBezTo>
                  <a:pt x="2259" y="376"/>
                  <a:pt x="2026" y="169"/>
                  <a:pt x="1739" y="69"/>
                </a:cubicBezTo>
                <a:cubicBezTo>
                  <a:pt x="1617" y="27"/>
                  <a:pt x="1485" y="4"/>
                  <a:pt x="1352" y="4"/>
                </a:cubicBezTo>
                <a:cubicBezTo>
                  <a:pt x="1021" y="4"/>
                  <a:pt x="687" y="146"/>
                  <a:pt x="511" y="476"/>
                </a:cubicBezTo>
                <a:cubicBezTo>
                  <a:pt x="0" y="1444"/>
                  <a:pt x="913" y="2554"/>
                  <a:pt x="1533" y="3056"/>
                </a:cubicBezTo>
                <a:cubicBezTo>
                  <a:pt x="1788" y="3263"/>
                  <a:pt x="2053" y="3455"/>
                  <a:pt x="2317" y="3626"/>
                </a:cubicBezTo>
                <a:cubicBezTo>
                  <a:pt x="2348" y="3646"/>
                  <a:pt x="2383" y="3656"/>
                  <a:pt x="2419" y="3656"/>
                </a:cubicBezTo>
                <a:cubicBezTo>
                  <a:pt x="2456" y="3656"/>
                  <a:pt x="2490" y="3646"/>
                  <a:pt x="2521" y="3626"/>
                </a:cubicBezTo>
                <a:cubicBezTo>
                  <a:pt x="3027" y="3300"/>
                  <a:pt x="3550" y="2941"/>
                  <a:pt x="3899" y="2469"/>
                </a:cubicBezTo>
                <a:cubicBezTo>
                  <a:pt x="3901" y="2466"/>
                  <a:pt x="3903" y="2464"/>
                  <a:pt x="3904" y="2460"/>
                </a:cubicBezTo>
                <a:cubicBezTo>
                  <a:pt x="3906" y="2458"/>
                  <a:pt x="3908" y="2455"/>
                  <a:pt x="3909" y="2454"/>
                </a:cubicBezTo>
                <a:cubicBezTo>
                  <a:pt x="4160" y="2097"/>
                  <a:pt x="4420" y="1665"/>
                  <a:pt x="4460" y="1175"/>
                </a:cubicBezTo>
                <a:cubicBezTo>
                  <a:pt x="4488" y="817"/>
                  <a:pt x="4377" y="324"/>
                  <a:pt x="3963" y="111"/>
                </a:cubicBezTo>
                <a:cubicBezTo>
                  <a:pt x="3822" y="37"/>
                  <a:pt x="3659" y="1"/>
                  <a:pt x="349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54"/>
          <p:cNvSpPr/>
          <p:nvPr/>
        </p:nvSpPr>
        <p:spPr>
          <a:xfrm rot="-2008342">
            <a:off x="7168351" y="3594953"/>
            <a:ext cx="615143" cy="643997"/>
          </a:xfrm>
          <a:custGeom>
            <a:avLst/>
            <a:gdLst/>
            <a:ahLst/>
            <a:cxnLst/>
            <a:rect l="l" t="t" r="r" b="b"/>
            <a:pathLst>
              <a:path w="9338" h="9776" extrusionOk="0">
                <a:moveTo>
                  <a:pt x="4669" y="246"/>
                </a:moveTo>
                <a:cubicBezTo>
                  <a:pt x="5151" y="246"/>
                  <a:pt x="5140" y="776"/>
                  <a:pt x="5109" y="1135"/>
                </a:cubicBezTo>
                <a:cubicBezTo>
                  <a:pt x="5103" y="1210"/>
                  <a:pt x="5170" y="1256"/>
                  <a:pt x="5236" y="1256"/>
                </a:cubicBezTo>
                <a:cubicBezTo>
                  <a:pt x="5277" y="1256"/>
                  <a:pt x="5318" y="1237"/>
                  <a:pt x="5339" y="1196"/>
                </a:cubicBezTo>
                <a:cubicBezTo>
                  <a:pt x="5417" y="1049"/>
                  <a:pt x="5443" y="893"/>
                  <a:pt x="5618" y="832"/>
                </a:cubicBezTo>
                <a:cubicBezTo>
                  <a:pt x="5661" y="817"/>
                  <a:pt x="5701" y="810"/>
                  <a:pt x="5740" y="810"/>
                </a:cubicBezTo>
                <a:cubicBezTo>
                  <a:pt x="5870" y="810"/>
                  <a:pt x="5967" y="894"/>
                  <a:pt x="6001" y="1039"/>
                </a:cubicBezTo>
                <a:cubicBezTo>
                  <a:pt x="6021" y="1494"/>
                  <a:pt x="5684" y="1988"/>
                  <a:pt x="5323" y="2241"/>
                </a:cubicBezTo>
                <a:cubicBezTo>
                  <a:pt x="5117" y="2387"/>
                  <a:pt x="4881" y="2464"/>
                  <a:pt x="4633" y="2464"/>
                </a:cubicBezTo>
                <a:cubicBezTo>
                  <a:pt x="4580" y="2464"/>
                  <a:pt x="4527" y="2461"/>
                  <a:pt x="4473" y="2454"/>
                </a:cubicBezTo>
                <a:cubicBezTo>
                  <a:pt x="4047" y="2396"/>
                  <a:pt x="3679" y="2001"/>
                  <a:pt x="3492" y="1641"/>
                </a:cubicBezTo>
                <a:cubicBezTo>
                  <a:pt x="3395" y="1458"/>
                  <a:pt x="3246" y="1141"/>
                  <a:pt x="3359" y="939"/>
                </a:cubicBezTo>
                <a:cubicBezTo>
                  <a:pt x="3414" y="841"/>
                  <a:pt x="3513" y="784"/>
                  <a:pt x="3612" y="784"/>
                </a:cubicBezTo>
                <a:cubicBezTo>
                  <a:pt x="3693" y="784"/>
                  <a:pt x="3774" y="822"/>
                  <a:pt x="3829" y="906"/>
                </a:cubicBezTo>
                <a:cubicBezTo>
                  <a:pt x="3890" y="998"/>
                  <a:pt x="3934" y="1101"/>
                  <a:pt x="3990" y="1196"/>
                </a:cubicBezTo>
                <a:cubicBezTo>
                  <a:pt x="4013" y="1236"/>
                  <a:pt x="4055" y="1254"/>
                  <a:pt x="4097" y="1254"/>
                </a:cubicBezTo>
                <a:cubicBezTo>
                  <a:pt x="4162" y="1254"/>
                  <a:pt x="4226" y="1211"/>
                  <a:pt x="4220" y="1135"/>
                </a:cubicBezTo>
                <a:cubicBezTo>
                  <a:pt x="4189" y="772"/>
                  <a:pt x="4181" y="247"/>
                  <a:pt x="4664" y="246"/>
                </a:cubicBezTo>
                <a:cubicBezTo>
                  <a:pt x="4666" y="246"/>
                  <a:pt x="4667" y="246"/>
                  <a:pt x="4669" y="246"/>
                </a:cubicBezTo>
                <a:close/>
                <a:moveTo>
                  <a:pt x="8153" y="1336"/>
                </a:moveTo>
                <a:cubicBezTo>
                  <a:pt x="8192" y="1336"/>
                  <a:pt x="8234" y="1344"/>
                  <a:pt x="8279" y="1361"/>
                </a:cubicBezTo>
                <a:cubicBezTo>
                  <a:pt x="8647" y="1499"/>
                  <a:pt x="8491" y="1883"/>
                  <a:pt x="8359" y="2145"/>
                </a:cubicBezTo>
                <a:cubicBezTo>
                  <a:pt x="8311" y="2240"/>
                  <a:pt x="8384" y="2328"/>
                  <a:pt x="8468" y="2328"/>
                </a:cubicBezTo>
                <a:cubicBezTo>
                  <a:pt x="8497" y="2328"/>
                  <a:pt x="8527" y="2318"/>
                  <a:pt x="8554" y="2295"/>
                </a:cubicBezTo>
                <a:cubicBezTo>
                  <a:pt x="8629" y="2230"/>
                  <a:pt x="8692" y="2135"/>
                  <a:pt x="8793" y="2116"/>
                </a:cubicBezTo>
                <a:cubicBezTo>
                  <a:pt x="8808" y="2114"/>
                  <a:pt x="8823" y="2112"/>
                  <a:pt x="8838" y="2112"/>
                </a:cubicBezTo>
                <a:cubicBezTo>
                  <a:pt x="8975" y="2112"/>
                  <a:pt x="9092" y="2218"/>
                  <a:pt x="9066" y="2364"/>
                </a:cubicBezTo>
                <a:cubicBezTo>
                  <a:pt x="8921" y="2780"/>
                  <a:pt x="8416" y="3090"/>
                  <a:pt x="7951" y="3090"/>
                </a:cubicBezTo>
                <a:cubicBezTo>
                  <a:pt x="7756" y="3090"/>
                  <a:pt x="7567" y="3035"/>
                  <a:pt x="7415" y="2910"/>
                </a:cubicBezTo>
                <a:cubicBezTo>
                  <a:pt x="7128" y="2673"/>
                  <a:pt x="6992" y="2287"/>
                  <a:pt x="6989" y="1923"/>
                </a:cubicBezTo>
                <a:cubicBezTo>
                  <a:pt x="6988" y="1765"/>
                  <a:pt x="6992" y="1523"/>
                  <a:pt x="7168" y="1455"/>
                </a:cubicBezTo>
                <a:cubicBezTo>
                  <a:pt x="7205" y="1441"/>
                  <a:pt x="7237" y="1434"/>
                  <a:pt x="7265" y="1434"/>
                </a:cubicBezTo>
                <a:cubicBezTo>
                  <a:pt x="7455" y="1434"/>
                  <a:pt x="7453" y="1732"/>
                  <a:pt x="7475" y="1889"/>
                </a:cubicBezTo>
                <a:cubicBezTo>
                  <a:pt x="7484" y="1951"/>
                  <a:pt x="7531" y="1978"/>
                  <a:pt x="7581" y="1978"/>
                </a:cubicBezTo>
                <a:cubicBezTo>
                  <a:pt x="7637" y="1978"/>
                  <a:pt x="7696" y="1945"/>
                  <a:pt x="7714" y="1889"/>
                </a:cubicBezTo>
                <a:cubicBezTo>
                  <a:pt x="7782" y="1667"/>
                  <a:pt x="7899" y="1336"/>
                  <a:pt x="8153" y="1336"/>
                </a:cubicBezTo>
                <a:close/>
                <a:moveTo>
                  <a:pt x="1310" y="1303"/>
                </a:moveTo>
                <a:cubicBezTo>
                  <a:pt x="1636" y="1303"/>
                  <a:pt x="1703" y="1701"/>
                  <a:pt x="1742" y="1967"/>
                </a:cubicBezTo>
                <a:cubicBezTo>
                  <a:pt x="1750" y="2027"/>
                  <a:pt x="1800" y="2056"/>
                  <a:pt x="1853" y="2056"/>
                </a:cubicBezTo>
                <a:cubicBezTo>
                  <a:pt x="1908" y="2056"/>
                  <a:pt x="1966" y="2024"/>
                  <a:pt x="1980" y="1967"/>
                </a:cubicBezTo>
                <a:cubicBezTo>
                  <a:pt x="2012" y="1837"/>
                  <a:pt x="2002" y="1710"/>
                  <a:pt x="2127" y="1625"/>
                </a:cubicBezTo>
                <a:cubicBezTo>
                  <a:pt x="2176" y="1592"/>
                  <a:pt x="2225" y="1577"/>
                  <a:pt x="2271" y="1577"/>
                </a:cubicBezTo>
                <a:cubicBezTo>
                  <a:pt x="2351" y="1577"/>
                  <a:pt x="2422" y="1624"/>
                  <a:pt x="2468" y="1710"/>
                </a:cubicBezTo>
                <a:cubicBezTo>
                  <a:pt x="2623" y="2286"/>
                  <a:pt x="2206" y="2975"/>
                  <a:pt x="1640" y="3136"/>
                </a:cubicBezTo>
                <a:cubicBezTo>
                  <a:pt x="1636" y="3135"/>
                  <a:pt x="1632" y="3135"/>
                  <a:pt x="1627" y="3135"/>
                </a:cubicBezTo>
                <a:cubicBezTo>
                  <a:pt x="1604" y="3135"/>
                  <a:pt x="1580" y="3142"/>
                  <a:pt x="1560" y="3155"/>
                </a:cubicBezTo>
                <a:cubicBezTo>
                  <a:pt x="1540" y="3158"/>
                  <a:pt x="1519" y="3163"/>
                  <a:pt x="1498" y="3166"/>
                </a:cubicBezTo>
                <a:cubicBezTo>
                  <a:pt x="1471" y="3169"/>
                  <a:pt x="1443" y="3170"/>
                  <a:pt x="1416" y="3170"/>
                </a:cubicBezTo>
                <a:cubicBezTo>
                  <a:pt x="1089" y="3170"/>
                  <a:pt x="759" y="2953"/>
                  <a:pt x="549" y="2725"/>
                </a:cubicBezTo>
                <a:cubicBezTo>
                  <a:pt x="437" y="2603"/>
                  <a:pt x="297" y="2427"/>
                  <a:pt x="269" y="2260"/>
                </a:cubicBezTo>
                <a:cubicBezTo>
                  <a:pt x="239" y="2091"/>
                  <a:pt x="344" y="1986"/>
                  <a:pt x="472" y="1986"/>
                </a:cubicBezTo>
                <a:cubicBezTo>
                  <a:pt x="529" y="1986"/>
                  <a:pt x="591" y="2007"/>
                  <a:pt x="649" y="2052"/>
                </a:cubicBezTo>
                <a:cubicBezTo>
                  <a:pt x="713" y="2104"/>
                  <a:pt x="765" y="2183"/>
                  <a:pt x="822" y="2245"/>
                </a:cubicBezTo>
                <a:cubicBezTo>
                  <a:pt x="845" y="2269"/>
                  <a:pt x="874" y="2280"/>
                  <a:pt x="903" y="2280"/>
                </a:cubicBezTo>
                <a:cubicBezTo>
                  <a:pt x="979" y="2280"/>
                  <a:pt x="1056" y="2209"/>
                  <a:pt x="1029" y="2124"/>
                </a:cubicBezTo>
                <a:cubicBezTo>
                  <a:pt x="934" y="1834"/>
                  <a:pt x="822" y="1350"/>
                  <a:pt x="1265" y="1306"/>
                </a:cubicBezTo>
                <a:cubicBezTo>
                  <a:pt x="1281" y="1304"/>
                  <a:pt x="1296" y="1303"/>
                  <a:pt x="1310" y="1303"/>
                </a:cubicBezTo>
                <a:close/>
                <a:moveTo>
                  <a:pt x="4674" y="0"/>
                </a:moveTo>
                <a:cubicBezTo>
                  <a:pt x="4671" y="0"/>
                  <a:pt x="4668" y="0"/>
                  <a:pt x="4665" y="0"/>
                </a:cubicBezTo>
                <a:cubicBezTo>
                  <a:pt x="4205" y="3"/>
                  <a:pt x="4026" y="324"/>
                  <a:pt x="3977" y="698"/>
                </a:cubicBezTo>
                <a:cubicBezTo>
                  <a:pt x="3895" y="598"/>
                  <a:pt x="3791" y="525"/>
                  <a:pt x="3641" y="525"/>
                </a:cubicBezTo>
                <a:cubicBezTo>
                  <a:pt x="3634" y="525"/>
                  <a:pt x="3627" y="525"/>
                  <a:pt x="3620" y="526"/>
                </a:cubicBezTo>
                <a:cubicBezTo>
                  <a:pt x="3345" y="537"/>
                  <a:pt x="3109" y="749"/>
                  <a:pt x="3080" y="1022"/>
                </a:cubicBezTo>
                <a:cubicBezTo>
                  <a:pt x="3021" y="1593"/>
                  <a:pt x="3501" y="2235"/>
                  <a:pt x="3965" y="2515"/>
                </a:cubicBezTo>
                <a:cubicBezTo>
                  <a:pt x="4140" y="2620"/>
                  <a:pt x="4333" y="2684"/>
                  <a:pt x="4530" y="2705"/>
                </a:cubicBezTo>
                <a:cubicBezTo>
                  <a:pt x="4395" y="3124"/>
                  <a:pt x="4321" y="3562"/>
                  <a:pt x="4190" y="3985"/>
                </a:cubicBezTo>
                <a:cubicBezTo>
                  <a:pt x="4045" y="4457"/>
                  <a:pt x="3851" y="4909"/>
                  <a:pt x="3613" y="5339"/>
                </a:cubicBezTo>
                <a:cubicBezTo>
                  <a:pt x="3397" y="5727"/>
                  <a:pt x="3142" y="6091"/>
                  <a:pt x="2939" y="6486"/>
                </a:cubicBezTo>
                <a:cubicBezTo>
                  <a:pt x="2872" y="6617"/>
                  <a:pt x="2781" y="6790"/>
                  <a:pt x="2711" y="6973"/>
                </a:cubicBezTo>
                <a:cubicBezTo>
                  <a:pt x="2387" y="6450"/>
                  <a:pt x="2149" y="5878"/>
                  <a:pt x="2002" y="5280"/>
                </a:cubicBezTo>
                <a:cubicBezTo>
                  <a:pt x="1842" y="4635"/>
                  <a:pt x="1846" y="3997"/>
                  <a:pt x="1790" y="3344"/>
                </a:cubicBezTo>
                <a:cubicBezTo>
                  <a:pt x="2439" y="3116"/>
                  <a:pt x="2903" y="2339"/>
                  <a:pt x="2706" y="1638"/>
                </a:cubicBezTo>
                <a:cubicBezTo>
                  <a:pt x="2703" y="1627"/>
                  <a:pt x="2698" y="1618"/>
                  <a:pt x="2693" y="1608"/>
                </a:cubicBezTo>
                <a:cubicBezTo>
                  <a:pt x="2611" y="1432"/>
                  <a:pt x="2468" y="1331"/>
                  <a:pt x="2294" y="1331"/>
                </a:cubicBezTo>
                <a:cubicBezTo>
                  <a:pt x="2246" y="1331"/>
                  <a:pt x="2196" y="1339"/>
                  <a:pt x="2144" y="1355"/>
                </a:cubicBezTo>
                <a:cubicBezTo>
                  <a:pt x="2017" y="1394"/>
                  <a:pt x="1938" y="1449"/>
                  <a:pt x="1884" y="1523"/>
                </a:cubicBezTo>
                <a:cubicBezTo>
                  <a:pt x="1784" y="1267"/>
                  <a:pt x="1610" y="1060"/>
                  <a:pt x="1319" y="1060"/>
                </a:cubicBezTo>
                <a:cubicBezTo>
                  <a:pt x="1277" y="1060"/>
                  <a:pt x="1232" y="1065"/>
                  <a:pt x="1184" y="1074"/>
                </a:cubicBezTo>
                <a:cubicBezTo>
                  <a:pt x="788" y="1150"/>
                  <a:pt x="683" y="1456"/>
                  <a:pt x="707" y="1782"/>
                </a:cubicBezTo>
                <a:cubicBezTo>
                  <a:pt x="643" y="1740"/>
                  <a:pt x="572" y="1711"/>
                  <a:pt x="492" y="1711"/>
                </a:cubicBezTo>
                <a:cubicBezTo>
                  <a:pt x="469" y="1711"/>
                  <a:pt x="446" y="1713"/>
                  <a:pt x="422" y="1718"/>
                </a:cubicBezTo>
                <a:cubicBezTo>
                  <a:pt x="183" y="1765"/>
                  <a:pt x="1" y="1995"/>
                  <a:pt x="16" y="2234"/>
                </a:cubicBezTo>
                <a:cubicBezTo>
                  <a:pt x="49" y="2743"/>
                  <a:pt x="614" y="3210"/>
                  <a:pt x="1064" y="3355"/>
                </a:cubicBezTo>
                <a:cubicBezTo>
                  <a:pt x="1180" y="3394"/>
                  <a:pt x="1295" y="3410"/>
                  <a:pt x="1407" y="3410"/>
                </a:cubicBezTo>
                <a:cubicBezTo>
                  <a:pt x="1426" y="3410"/>
                  <a:pt x="1444" y="3410"/>
                  <a:pt x="1462" y="3409"/>
                </a:cubicBezTo>
                <a:lnTo>
                  <a:pt x="1462" y="3409"/>
                </a:lnTo>
                <a:cubicBezTo>
                  <a:pt x="1324" y="4037"/>
                  <a:pt x="1412" y="4748"/>
                  <a:pt x="1552" y="5363"/>
                </a:cubicBezTo>
                <a:cubicBezTo>
                  <a:pt x="1708" y="6049"/>
                  <a:pt x="1982" y="6715"/>
                  <a:pt x="2358" y="7311"/>
                </a:cubicBezTo>
                <a:cubicBezTo>
                  <a:pt x="2702" y="7857"/>
                  <a:pt x="3132" y="8354"/>
                  <a:pt x="3627" y="8769"/>
                </a:cubicBezTo>
                <a:cubicBezTo>
                  <a:pt x="3869" y="8973"/>
                  <a:pt x="4125" y="9159"/>
                  <a:pt x="4392" y="9326"/>
                </a:cubicBezTo>
                <a:cubicBezTo>
                  <a:pt x="4663" y="9493"/>
                  <a:pt x="4992" y="9715"/>
                  <a:pt x="5308" y="9771"/>
                </a:cubicBezTo>
                <a:cubicBezTo>
                  <a:pt x="5325" y="9774"/>
                  <a:pt x="5342" y="9775"/>
                  <a:pt x="5358" y="9775"/>
                </a:cubicBezTo>
                <a:cubicBezTo>
                  <a:pt x="5583" y="9775"/>
                  <a:pt x="5682" y="9497"/>
                  <a:pt x="5484" y="9353"/>
                </a:cubicBezTo>
                <a:cubicBezTo>
                  <a:pt x="5251" y="9185"/>
                  <a:pt x="4953" y="9088"/>
                  <a:pt x="4705" y="8939"/>
                </a:cubicBezTo>
                <a:cubicBezTo>
                  <a:pt x="4448" y="8786"/>
                  <a:pt x="4203" y="8613"/>
                  <a:pt x="3974" y="8424"/>
                </a:cubicBezTo>
                <a:cubicBezTo>
                  <a:pt x="3638" y="8142"/>
                  <a:pt x="3329" y="7826"/>
                  <a:pt x="3060" y="7481"/>
                </a:cubicBezTo>
                <a:cubicBezTo>
                  <a:pt x="3084" y="7385"/>
                  <a:pt x="3101" y="7285"/>
                  <a:pt x="3132" y="7189"/>
                </a:cubicBezTo>
                <a:cubicBezTo>
                  <a:pt x="3206" y="6965"/>
                  <a:pt x="3311" y="6756"/>
                  <a:pt x="3427" y="6552"/>
                </a:cubicBezTo>
                <a:cubicBezTo>
                  <a:pt x="3610" y="6232"/>
                  <a:pt x="3814" y="5925"/>
                  <a:pt x="3995" y="5604"/>
                </a:cubicBezTo>
                <a:cubicBezTo>
                  <a:pt x="4069" y="5607"/>
                  <a:pt x="4144" y="5609"/>
                  <a:pt x="4220" y="5609"/>
                </a:cubicBezTo>
                <a:cubicBezTo>
                  <a:pt x="4835" y="5609"/>
                  <a:pt x="5502" y="5495"/>
                  <a:pt x="6045" y="5248"/>
                </a:cubicBezTo>
                <a:cubicBezTo>
                  <a:pt x="6401" y="5086"/>
                  <a:pt x="6695" y="4794"/>
                  <a:pt x="6936" y="4492"/>
                </a:cubicBezTo>
                <a:cubicBezTo>
                  <a:pt x="7210" y="4147"/>
                  <a:pt x="7503" y="3731"/>
                  <a:pt x="7625" y="3297"/>
                </a:cubicBezTo>
                <a:cubicBezTo>
                  <a:pt x="7729" y="3330"/>
                  <a:pt x="7838" y="3348"/>
                  <a:pt x="7950" y="3348"/>
                </a:cubicBezTo>
                <a:cubicBezTo>
                  <a:pt x="7972" y="3348"/>
                  <a:pt x="7993" y="3347"/>
                  <a:pt x="8015" y="3346"/>
                </a:cubicBezTo>
                <a:cubicBezTo>
                  <a:pt x="8524" y="3314"/>
                  <a:pt x="9088" y="2970"/>
                  <a:pt x="9285" y="2485"/>
                </a:cubicBezTo>
                <a:cubicBezTo>
                  <a:pt x="9295" y="2472"/>
                  <a:pt x="9302" y="2456"/>
                  <a:pt x="9305" y="2436"/>
                </a:cubicBezTo>
                <a:cubicBezTo>
                  <a:pt x="9311" y="2410"/>
                  <a:pt x="9314" y="2395"/>
                  <a:pt x="9312" y="2379"/>
                </a:cubicBezTo>
                <a:cubicBezTo>
                  <a:pt x="9337" y="2152"/>
                  <a:pt x="9242" y="1967"/>
                  <a:pt x="9006" y="1896"/>
                </a:cubicBezTo>
                <a:cubicBezTo>
                  <a:pt x="8942" y="1877"/>
                  <a:pt x="8887" y="1868"/>
                  <a:pt x="8836" y="1868"/>
                </a:cubicBezTo>
                <a:cubicBezTo>
                  <a:pt x="8793" y="1868"/>
                  <a:pt x="8754" y="1875"/>
                  <a:pt x="8717" y="1886"/>
                </a:cubicBezTo>
                <a:cubicBezTo>
                  <a:pt x="8791" y="1567"/>
                  <a:pt x="8736" y="1251"/>
                  <a:pt x="8351" y="1119"/>
                </a:cubicBezTo>
                <a:cubicBezTo>
                  <a:pt x="8280" y="1095"/>
                  <a:pt x="8214" y="1084"/>
                  <a:pt x="8153" y="1084"/>
                </a:cubicBezTo>
                <a:cubicBezTo>
                  <a:pt x="7925" y="1084"/>
                  <a:pt x="7761" y="1237"/>
                  <a:pt x="7642" y="1433"/>
                </a:cubicBezTo>
                <a:cubicBezTo>
                  <a:pt x="7606" y="1345"/>
                  <a:pt x="7548" y="1272"/>
                  <a:pt x="7441" y="1228"/>
                </a:cubicBezTo>
                <a:cubicBezTo>
                  <a:pt x="7384" y="1205"/>
                  <a:pt x="7322" y="1193"/>
                  <a:pt x="7259" y="1193"/>
                </a:cubicBezTo>
                <a:cubicBezTo>
                  <a:pt x="7118" y="1193"/>
                  <a:pt x="6975" y="1251"/>
                  <a:pt x="6887" y="1360"/>
                </a:cubicBezTo>
                <a:cubicBezTo>
                  <a:pt x="6580" y="1737"/>
                  <a:pt x="6760" y="2452"/>
                  <a:pt x="7004" y="2814"/>
                </a:cubicBezTo>
                <a:cubicBezTo>
                  <a:pt x="7097" y="2953"/>
                  <a:pt x="7215" y="3070"/>
                  <a:pt x="7353" y="3160"/>
                </a:cubicBezTo>
                <a:cubicBezTo>
                  <a:pt x="6901" y="3774"/>
                  <a:pt x="6587" y="4562"/>
                  <a:pt x="5838" y="4881"/>
                </a:cubicBezTo>
                <a:cubicBezTo>
                  <a:pt x="5382" y="5074"/>
                  <a:pt x="4833" y="5163"/>
                  <a:pt x="4316" y="5163"/>
                </a:cubicBezTo>
                <a:cubicBezTo>
                  <a:pt x="4285" y="5163"/>
                  <a:pt x="4254" y="5163"/>
                  <a:pt x="4223" y="5162"/>
                </a:cubicBezTo>
                <a:cubicBezTo>
                  <a:pt x="4583" y="4417"/>
                  <a:pt x="4917" y="3519"/>
                  <a:pt x="4841" y="2697"/>
                </a:cubicBezTo>
                <a:cubicBezTo>
                  <a:pt x="4979" y="2680"/>
                  <a:pt x="5116" y="2639"/>
                  <a:pt x="5247" y="2577"/>
                </a:cubicBezTo>
                <a:cubicBezTo>
                  <a:pt x="5788" y="2316"/>
                  <a:pt x="6287" y="1645"/>
                  <a:pt x="6251" y="1026"/>
                </a:cubicBezTo>
                <a:cubicBezTo>
                  <a:pt x="6251" y="1018"/>
                  <a:pt x="6250" y="1012"/>
                  <a:pt x="6247" y="1005"/>
                </a:cubicBezTo>
                <a:cubicBezTo>
                  <a:pt x="6247" y="1001"/>
                  <a:pt x="6247" y="997"/>
                  <a:pt x="6246" y="992"/>
                </a:cubicBezTo>
                <a:cubicBezTo>
                  <a:pt x="6195" y="730"/>
                  <a:pt x="6014" y="567"/>
                  <a:pt x="5752" y="567"/>
                </a:cubicBezTo>
                <a:cubicBezTo>
                  <a:pt x="5739" y="567"/>
                  <a:pt x="5726" y="567"/>
                  <a:pt x="5712" y="568"/>
                </a:cubicBezTo>
                <a:cubicBezTo>
                  <a:pt x="5594" y="576"/>
                  <a:pt x="5466" y="610"/>
                  <a:pt x="5369" y="680"/>
                </a:cubicBezTo>
                <a:cubicBezTo>
                  <a:pt x="5363" y="684"/>
                  <a:pt x="5358" y="689"/>
                  <a:pt x="5352" y="695"/>
                </a:cubicBezTo>
                <a:cubicBezTo>
                  <a:pt x="5303" y="324"/>
                  <a:pt x="5127" y="0"/>
                  <a:pt x="46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" name="Google Shape;779;p54"/>
          <p:cNvGrpSpPr/>
          <p:nvPr/>
        </p:nvGrpSpPr>
        <p:grpSpPr>
          <a:xfrm>
            <a:off x="6766099" y="323854"/>
            <a:ext cx="1710828" cy="1286785"/>
            <a:chOff x="4566350" y="438250"/>
            <a:chExt cx="685675" cy="515725"/>
          </a:xfrm>
        </p:grpSpPr>
        <p:sp>
          <p:nvSpPr>
            <p:cNvPr id="780" name="Google Shape;780;p54"/>
            <p:cNvSpPr/>
            <p:nvPr/>
          </p:nvSpPr>
          <p:spPr>
            <a:xfrm>
              <a:off x="5039850" y="896325"/>
              <a:ext cx="71375" cy="49575"/>
            </a:xfrm>
            <a:custGeom>
              <a:avLst/>
              <a:gdLst/>
              <a:ahLst/>
              <a:cxnLst/>
              <a:rect l="l" t="t" r="r" b="b"/>
              <a:pathLst>
                <a:path w="2855" h="1983" extrusionOk="0">
                  <a:moveTo>
                    <a:pt x="2169" y="0"/>
                  </a:moveTo>
                  <a:cubicBezTo>
                    <a:pt x="2163" y="13"/>
                    <a:pt x="2156" y="21"/>
                    <a:pt x="2146" y="30"/>
                  </a:cubicBezTo>
                  <a:cubicBezTo>
                    <a:pt x="1963" y="197"/>
                    <a:pt x="1763" y="300"/>
                    <a:pt x="1534" y="360"/>
                  </a:cubicBezTo>
                  <a:cubicBezTo>
                    <a:pt x="1829" y="679"/>
                    <a:pt x="2069" y="1030"/>
                    <a:pt x="2256" y="1428"/>
                  </a:cubicBezTo>
                  <a:cubicBezTo>
                    <a:pt x="2295" y="1509"/>
                    <a:pt x="2238" y="1594"/>
                    <a:pt x="2161" y="1594"/>
                  </a:cubicBezTo>
                  <a:cubicBezTo>
                    <a:pt x="2143" y="1594"/>
                    <a:pt x="2125" y="1589"/>
                    <a:pt x="2106" y="1579"/>
                  </a:cubicBezTo>
                  <a:cubicBezTo>
                    <a:pt x="1670" y="1350"/>
                    <a:pt x="1229" y="1122"/>
                    <a:pt x="794" y="888"/>
                  </a:cubicBezTo>
                  <a:cubicBezTo>
                    <a:pt x="605" y="1210"/>
                    <a:pt x="346" y="1496"/>
                    <a:pt x="0" y="1648"/>
                  </a:cubicBezTo>
                  <a:cubicBezTo>
                    <a:pt x="258" y="1770"/>
                    <a:pt x="522" y="1875"/>
                    <a:pt x="793" y="1937"/>
                  </a:cubicBezTo>
                  <a:cubicBezTo>
                    <a:pt x="923" y="1967"/>
                    <a:pt x="1065" y="1982"/>
                    <a:pt x="1210" y="1982"/>
                  </a:cubicBezTo>
                  <a:cubicBezTo>
                    <a:pt x="1985" y="1982"/>
                    <a:pt x="2855" y="1547"/>
                    <a:pt x="2604" y="610"/>
                  </a:cubicBezTo>
                  <a:cubicBezTo>
                    <a:pt x="2587" y="544"/>
                    <a:pt x="2612" y="496"/>
                    <a:pt x="2656" y="466"/>
                  </a:cubicBezTo>
                  <a:cubicBezTo>
                    <a:pt x="2493" y="309"/>
                    <a:pt x="2332" y="154"/>
                    <a:pt x="2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4"/>
            <p:cNvSpPr/>
            <p:nvPr/>
          </p:nvSpPr>
          <p:spPr>
            <a:xfrm>
              <a:off x="5094500" y="854875"/>
              <a:ext cx="49050" cy="49425"/>
            </a:xfrm>
            <a:custGeom>
              <a:avLst/>
              <a:gdLst/>
              <a:ahLst/>
              <a:cxnLst/>
              <a:rect l="l" t="t" r="r" b="b"/>
              <a:pathLst>
                <a:path w="1962" h="1977" extrusionOk="0">
                  <a:moveTo>
                    <a:pt x="1299" y="1"/>
                  </a:moveTo>
                  <a:cubicBezTo>
                    <a:pt x="1135" y="156"/>
                    <a:pt x="953" y="282"/>
                    <a:pt x="750" y="379"/>
                  </a:cubicBezTo>
                  <a:cubicBezTo>
                    <a:pt x="1130" y="607"/>
                    <a:pt x="1782" y="995"/>
                    <a:pt x="1468" y="1379"/>
                  </a:cubicBezTo>
                  <a:cubicBezTo>
                    <a:pt x="1452" y="1399"/>
                    <a:pt x="1419" y="1412"/>
                    <a:pt x="1390" y="1412"/>
                  </a:cubicBezTo>
                  <a:cubicBezTo>
                    <a:pt x="1380" y="1412"/>
                    <a:pt x="1371" y="1411"/>
                    <a:pt x="1363" y="1408"/>
                  </a:cubicBezTo>
                  <a:cubicBezTo>
                    <a:pt x="967" y="1246"/>
                    <a:pt x="601" y="1031"/>
                    <a:pt x="281" y="747"/>
                  </a:cubicBezTo>
                  <a:cubicBezTo>
                    <a:pt x="188" y="921"/>
                    <a:pt x="95" y="1094"/>
                    <a:pt x="1" y="1265"/>
                  </a:cubicBezTo>
                  <a:cubicBezTo>
                    <a:pt x="211" y="1467"/>
                    <a:pt x="400" y="1683"/>
                    <a:pt x="555" y="1912"/>
                  </a:cubicBezTo>
                  <a:cubicBezTo>
                    <a:pt x="566" y="1902"/>
                    <a:pt x="580" y="1895"/>
                    <a:pt x="597" y="1895"/>
                  </a:cubicBezTo>
                  <a:cubicBezTo>
                    <a:pt x="605" y="1895"/>
                    <a:pt x="613" y="1896"/>
                    <a:pt x="622" y="1900"/>
                  </a:cubicBezTo>
                  <a:cubicBezTo>
                    <a:pt x="757" y="1952"/>
                    <a:pt x="880" y="1976"/>
                    <a:pt x="992" y="1976"/>
                  </a:cubicBezTo>
                  <a:cubicBezTo>
                    <a:pt x="1716" y="1976"/>
                    <a:pt x="1962" y="984"/>
                    <a:pt x="1592" y="365"/>
                  </a:cubicBezTo>
                  <a:cubicBezTo>
                    <a:pt x="1509" y="226"/>
                    <a:pt x="1410" y="108"/>
                    <a:pt x="1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4"/>
            <p:cNvSpPr/>
            <p:nvPr/>
          </p:nvSpPr>
          <p:spPr>
            <a:xfrm>
              <a:off x="4614550" y="628000"/>
              <a:ext cx="54675" cy="58025"/>
            </a:xfrm>
            <a:custGeom>
              <a:avLst/>
              <a:gdLst/>
              <a:ahLst/>
              <a:cxnLst/>
              <a:rect l="l" t="t" r="r" b="b"/>
              <a:pathLst>
                <a:path w="2187" h="2321" extrusionOk="0">
                  <a:moveTo>
                    <a:pt x="1008" y="1"/>
                  </a:moveTo>
                  <a:cubicBezTo>
                    <a:pt x="146" y="1"/>
                    <a:pt x="0" y="1302"/>
                    <a:pt x="132" y="1986"/>
                  </a:cubicBezTo>
                  <a:cubicBezTo>
                    <a:pt x="146" y="2058"/>
                    <a:pt x="81" y="2120"/>
                    <a:pt x="19" y="2120"/>
                  </a:cubicBezTo>
                  <a:lnTo>
                    <a:pt x="19" y="2131"/>
                  </a:lnTo>
                  <a:cubicBezTo>
                    <a:pt x="348" y="2144"/>
                    <a:pt x="692" y="2216"/>
                    <a:pt x="1025" y="2320"/>
                  </a:cubicBezTo>
                  <a:cubicBezTo>
                    <a:pt x="1029" y="2315"/>
                    <a:pt x="1030" y="2309"/>
                    <a:pt x="1035" y="2307"/>
                  </a:cubicBezTo>
                  <a:cubicBezTo>
                    <a:pt x="1591" y="1835"/>
                    <a:pt x="778" y="1334"/>
                    <a:pt x="407" y="1154"/>
                  </a:cubicBezTo>
                  <a:cubicBezTo>
                    <a:pt x="298" y="1102"/>
                    <a:pt x="361" y="944"/>
                    <a:pt x="465" y="944"/>
                  </a:cubicBezTo>
                  <a:cubicBezTo>
                    <a:pt x="474" y="944"/>
                    <a:pt x="483" y="945"/>
                    <a:pt x="493" y="947"/>
                  </a:cubicBezTo>
                  <a:cubicBezTo>
                    <a:pt x="864" y="1051"/>
                    <a:pt x="1234" y="1149"/>
                    <a:pt x="1606" y="1248"/>
                  </a:cubicBezTo>
                  <a:cubicBezTo>
                    <a:pt x="1750" y="956"/>
                    <a:pt x="1938" y="694"/>
                    <a:pt x="2187" y="485"/>
                  </a:cubicBezTo>
                  <a:cubicBezTo>
                    <a:pt x="1935" y="333"/>
                    <a:pt x="1681" y="183"/>
                    <a:pt x="1407" y="80"/>
                  </a:cubicBezTo>
                  <a:cubicBezTo>
                    <a:pt x="1259" y="26"/>
                    <a:pt x="1127" y="1"/>
                    <a:pt x="1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4"/>
            <p:cNvSpPr/>
            <p:nvPr/>
          </p:nvSpPr>
          <p:spPr>
            <a:xfrm>
              <a:off x="4586075" y="688100"/>
              <a:ext cx="47100" cy="17425"/>
            </a:xfrm>
            <a:custGeom>
              <a:avLst/>
              <a:gdLst/>
              <a:ahLst/>
              <a:cxnLst/>
              <a:rect l="l" t="t" r="r" b="b"/>
              <a:pathLst>
                <a:path w="1884" h="697" extrusionOk="0">
                  <a:moveTo>
                    <a:pt x="1126" y="0"/>
                  </a:moveTo>
                  <a:cubicBezTo>
                    <a:pt x="694" y="0"/>
                    <a:pt x="297" y="131"/>
                    <a:pt x="0" y="483"/>
                  </a:cubicBezTo>
                  <a:lnTo>
                    <a:pt x="53" y="527"/>
                  </a:lnTo>
                  <a:cubicBezTo>
                    <a:pt x="68" y="514"/>
                    <a:pt x="87" y="506"/>
                    <a:pt x="108" y="506"/>
                  </a:cubicBezTo>
                  <a:cubicBezTo>
                    <a:pt x="120" y="506"/>
                    <a:pt x="133" y="508"/>
                    <a:pt x="147" y="514"/>
                  </a:cubicBezTo>
                  <a:cubicBezTo>
                    <a:pt x="422" y="620"/>
                    <a:pt x="708" y="697"/>
                    <a:pt x="974" y="697"/>
                  </a:cubicBezTo>
                  <a:cubicBezTo>
                    <a:pt x="1346" y="697"/>
                    <a:pt x="1678" y="545"/>
                    <a:pt x="1884" y="110"/>
                  </a:cubicBezTo>
                  <a:cubicBezTo>
                    <a:pt x="1628" y="42"/>
                    <a:pt x="1371" y="0"/>
                    <a:pt x="11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4"/>
            <p:cNvSpPr/>
            <p:nvPr/>
          </p:nvSpPr>
          <p:spPr>
            <a:xfrm>
              <a:off x="4569875" y="700150"/>
              <a:ext cx="44500" cy="46550"/>
            </a:xfrm>
            <a:custGeom>
              <a:avLst/>
              <a:gdLst/>
              <a:ahLst/>
              <a:cxnLst/>
              <a:rect l="l" t="t" r="r" b="b"/>
              <a:pathLst>
                <a:path w="1780" h="1862" extrusionOk="0">
                  <a:moveTo>
                    <a:pt x="648" y="1"/>
                  </a:moveTo>
                  <a:cubicBezTo>
                    <a:pt x="560" y="102"/>
                    <a:pt x="482" y="225"/>
                    <a:pt x="414" y="369"/>
                  </a:cubicBezTo>
                  <a:cubicBezTo>
                    <a:pt x="1" y="1236"/>
                    <a:pt x="643" y="1633"/>
                    <a:pt x="1422" y="1862"/>
                  </a:cubicBezTo>
                  <a:cubicBezTo>
                    <a:pt x="1531" y="1556"/>
                    <a:pt x="1657" y="1258"/>
                    <a:pt x="1779" y="959"/>
                  </a:cubicBezTo>
                  <a:cubicBezTo>
                    <a:pt x="1355" y="802"/>
                    <a:pt x="990" y="561"/>
                    <a:pt x="688" y="214"/>
                  </a:cubicBezTo>
                  <a:cubicBezTo>
                    <a:pt x="646" y="167"/>
                    <a:pt x="657" y="84"/>
                    <a:pt x="702" y="45"/>
                  </a:cubicBezTo>
                  <a:lnTo>
                    <a:pt x="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4"/>
            <p:cNvSpPr/>
            <p:nvPr/>
          </p:nvSpPr>
          <p:spPr>
            <a:xfrm>
              <a:off x="4566350" y="438250"/>
              <a:ext cx="685675" cy="515725"/>
            </a:xfrm>
            <a:custGeom>
              <a:avLst/>
              <a:gdLst/>
              <a:ahLst/>
              <a:cxnLst/>
              <a:rect l="l" t="t" r="r" b="b"/>
              <a:pathLst>
                <a:path w="27427" h="20629" extrusionOk="0">
                  <a:moveTo>
                    <a:pt x="11962" y="408"/>
                  </a:moveTo>
                  <a:cubicBezTo>
                    <a:pt x="12248" y="854"/>
                    <a:pt x="12302" y="1558"/>
                    <a:pt x="12307" y="2209"/>
                  </a:cubicBezTo>
                  <a:cubicBezTo>
                    <a:pt x="11972" y="2012"/>
                    <a:pt x="11675" y="1755"/>
                    <a:pt x="11393" y="1486"/>
                  </a:cubicBezTo>
                  <a:cubicBezTo>
                    <a:pt x="11572" y="1124"/>
                    <a:pt x="11759" y="765"/>
                    <a:pt x="11962" y="408"/>
                  </a:cubicBezTo>
                  <a:close/>
                  <a:moveTo>
                    <a:pt x="9142" y="2592"/>
                  </a:moveTo>
                  <a:cubicBezTo>
                    <a:pt x="9195" y="2592"/>
                    <a:pt x="9246" y="2609"/>
                    <a:pt x="9293" y="2646"/>
                  </a:cubicBezTo>
                  <a:cubicBezTo>
                    <a:pt x="9477" y="2789"/>
                    <a:pt x="9580" y="3286"/>
                    <a:pt x="9652" y="3514"/>
                  </a:cubicBezTo>
                  <a:cubicBezTo>
                    <a:pt x="9707" y="3683"/>
                    <a:pt x="9750" y="3854"/>
                    <a:pt x="9791" y="4028"/>
                  </a:cubicBezTo>
                  <a:cubicBezTo>
                    <a:pt x="9500" y="3902"/>
                    <a:pt x="9196" y="3841"/>
                    <a:pt x="8892" y="3841"/>
                  </a:cubicBezTo>
                  <a:cubicBezTo>
                    <a:pt x="8569" y="3841"/>
                    <a:pt x="8245" y="3911"/>
                    <a:pt x="7939" y="4046"/>
                  </a:cubicBezTo>
                  <a:lnTo>
                    <a:pt x="7944" y="4041"/>
                  </a:lnTo>
                  <a:cubicBezTo>
                    <a:pt x="8106" y="3770"/>
                    <a:pt x="8700" y="2592"/>
                    <a:pt x="9142" y="2592"/>
                  </a:cubicBezTo>
                  <a:close/>
                  <a:moveTo>
                    <a:pt x="11328" y="1623"/>
                  </a:moveTo>
                  <a:cubicBezTo>
                    <a:pt x="11621" y="1926"/>
                    <a:pt x="11955" y="2181"/>
                    <a:pt x="12290" y="2440"/>
                  </a:cubicBezTo>
                  <a:cubicBezTo>
                    <a:pt x="12294" y="2445"/>
                    <a:pt x="12300" y="2445"/>
                    <a:pt x="12307" y="2448"/>
                  </a:cubicBezTo>
                  <a:cubicBezTo>
                    <a:pt x="12304" y="2727"/>
                    <a:pt x="12297" y="2989"/>
                    <a:pt x="12299" y="3206"/>
                  </a:cubicBezTo>
                  <a:cubicBezTo>
                    <a:pt x="12302" y="3418"/>
                    <a:pt x="12302" y="3628"/>
                    <a:pt x="12299" y="3842"/>
                  </a:cubicBezTo>
                  <a:cubicBezTo>
                    <a:pt x="12292" y="4340"/>
                    <a:pt x="12268" y="4836"/>
                    <a:pt x="12231" y="5334"/>
                  </a:cubicBezTo>
                  <a:cubicBezTo>
                    <a:pt x="12194" y="5381"/>
                    <a:pt x="12189" y="5450"/>
                    <a:pt x="12217" y="5501"/>
                  </a:cubicBezTo>
                  <a:cubicBezTo>
                    <a:pt x="12216" y="5521"/>
                    <a:pt x="12216" y="5542"/>
                    <a:pt x="12215" y="5560"/>
                  </a:cubicBezTo>
                  <a:cubicBezTo>
                    <a:pt x="11854" y="5365"/>
                    <a:pt x="11500" y="5176"/>
                    <a:pt x="11173" y="4927"/>
                  </a:cubicBezTo>
                  <a:cubicBezTo>
                    <a:pt x="10853" y="4683"/>
                    <a:pt x="10591" y="4383"/>
                    <a:pt x="10287" y="4127"/>
                  </a:cubicBezTo>
                  <a:cubicBezTo>
                    <a:pt x="10439" y="3708"/>
                    <a:pt x="10600" y="3295"/>
                    <a:pt x="10769" y="2884"/>
                  </a:cubicBezTo>
                  <a:cubicBezTo>
                    <a:pt x="11102" y="3335"/>
                    <a:pt x="11563" y="3730"/>
                    <a:pt x="12074" y="3945"/>
                  </a:cubicBezTo>
                  <a:cubicBezTo>
                    <a:pt x="12090" y="3952"/>
                    <a:pt x="12105" y="3955"/>
                    <a:pt x="12119" y="3955"/>
                  </a:cubicBezTo>
                  <a:cubicBezTo>
                    <a:pt x="12184" y="3955"/>
                    <a:pt x="12235" y="3897"/>
                    <a:pt x="12235" y="3842"/>
                  </a:cubicBezTo>
                  <a:cubicBezTo>
                    <a:pt x="12235" y="3812"/>
                    <a:pt x="12219" y="3782"/>
                    <a:pt x="12180" y="3764"/>
                  </a:cubicBezTo>
                  <a:cubicBezTo>
                    <a:pt x="11644" y="3501"/>
                    <a:pt x="11205" y="3190"/>
                    <a:pt x="10829" y="2735"/>
                  </a:cubicBezTo>
                  <a:cubicBezTo>
                    <a:pt x="10986" y="2361"/>
                    <a:pt x="11152" y="1989"/>
                    <a:pt x="11328" y="1623"/>
                  </a:cubicBezTo>
                  <a:close/>
                  <a:moveTo>
                    <a:pt x="13914" y="4314"/>
                  </a:moveTo>
                  <a:cubicBezTo>
                    <a:pt x="14049" y="4884"/>
                    <a:pt x="14071" y="5430"/>
                    <a:pt x="14039" y="6003"/>
                  </a:cubicBezTo>
                  <a:cubicBezTo>
                    <a:pt x="14005" y="5957"/>
                    <a:pt x="13967" y="5912"/>
                    <a:pt x="13925" y="5869"/>
                  </a:cubicBezTo>
                  <a:cubicBezTo>
                    <a:pt x="13558" y="5486"/>
                    <a:pt x="13081" y="5288"/>
                    <a:pt x="12567" y="5273"/>
                  </a:cubicBezTo>
                  <a:cubicBezTo>
                    <a:pt x="13004" y="4924"/>
                    <a:pt x="13444" y="4610"/>
                    <a:pt x="13914" y="4314"/>
                  </a:cubicBezTo>
                  <a:close/>
                  <a:moveTo>
                    <a:pt x="10238" y="4253"/>
                  </a:moveTo>
                  <a:cubicBezTo>
                    <a:pt x="10642" y="4921"/>
                    <a:pt x="11476" y="5489"/>
                    <a:pt x="12169" y="5771"/>
                  </a:cubicBezTo>
                  <a:cubicBezTo>
                    <a:pt x="12178" y="5775"/>
                    <a:pt x="12186" y="5776"/>
                    <a:pt x="12194" y="5776"/>
                  </a:cubicBezTo>
                  <a:cubicBezTo>
                    <a:pt x="12191" y="5811"/>
                    <a:pt x="12189" y="5849"/>
                    <a:pt x="12186" y="5885"/>
                  </a:cubicBezTo>
                  <a:cubicBezTo>
                    <a:pt x="12185" y="5893"/>
                    <a:pt x="12189" y="5899"/>
                    <a:pt x="12188" y="5908"/>
                  </a:cubicBezTo>
                  <a:cubicBezTo>
                    <a:pt x="11893" y="5990"/>
                    <a:pt x="11614" y="6035"/>
                    <a:pt x="11346" y="6038"/>
                  </a:cubicBezTo>
                  <a:cubicBezTo>
                    <a:pt x="11319" y="5998"/>
                    <a:pt x="11272" y="5978"/>
                    <a:pt x="11224" y="5978"/>
                  </a:cubicBezTo>
                  <a:cubicBezTo>
                    <a:pt x="11179" y="5978"/>
                    <a:pt x="11134" y="5995"/>
                    <a:pt x="11102" y="6029"/>
                  </a:cubicBezTo>
                  <a:cubicBezTo>
                    <a:pt x="10639" y="5988"/>
                    <a:pt x="10204" y="5811"/>
                    <a:pt x="9767" y="5475"/>
                  </a:cubicBezTo>
                  <a:cubicBezTo>
                    <a:pt x="9793" y="5465"/>
                    <a:pt x="9818" y="5445"/>
                    <a:pt x="9831" y="5407"/>
                  </a:cubicBezTo>
                  <a:cubicBezTo>
                    <a:pt x="9945" y="5077"/>
                    <a:pt x="10060" y="4749"/>
                    <a:pt x="10179" y="4423"/>
                  </a:cubicBezTo>
                  <a:cubicBezTo>
                    <a:pt x="10246" y="4417"/>
                    <a:pt x="10283" y="4332"/>
                    <a:pt x="10230" y="4278"/>
                  </a:cubicBezTo>
                  <a:cubicBezTo>
                    <a:pt x="10232" y="4269"/>
                    <a:pt x="10236" y="4261"/>
                    <a:pt x="10238" y="4253"/>
                  </a:cubicBezTo>
                  <a:close/>
                  <a:moveTo>
                    <a:pt x="8966" y="4101"/>
                  </a:moveTo>
                  <a:cubicBezTo>
                    <a:pt x="9236" y="4101"/>
                    <a:pt x="9528" y="4158"/>
                    <a:pt x="9848" y="4288"/>
                  </a:cubicBezTo>
                  <a:lnTo>
                    <a:pt x="9863" y="4358"/>
                  </a:lnTo>
                  <a:cubicBezTo>
                    <a:pt x="9864" y="4367"/>
                    <a:pt x="9869" y="4372"/>
                    <a:pt x="9873" y="4381"/>
                  </a:cubicBezTo>
                  <a:cubicBezTo>
                    <a:pt x="9778" y="4702"/>
                    <a:pt x="9694" y="5025"/>
                    <a:pt x="9626" y="5351"/>
                  </a:cubicBezTo>
                  <a:cubicBezTo>
                    <a:pt x="9619" y="5390"/>
                    <a:pt x="9630" y="5420"/>
                    <a:pt x="9648" y="5443"/>
                  </a:cubicBezTo>
                  <a:cubicBezTo>
                    <a:pt x="9614" y="5463"/>
                    <a:pt x="9595" y="5511"/>
                    <a:pt x="9631" y="5555"/>
                  </a:cubicBezTo>
                  <a:cubicBezTo>
                    <a:pt x="9958" y="5951"/>
                    <a:pt x="10463" y="6210"/>
                    <a:pt x="10989" y="6292"/>
                  </a:cubicBezTo>
                  <a:cubicBezTo>
                    <a:pt x="10565" y="7273"/>
                    <a:pt x="9664" y="7574"/>
                    <a:pt x="8646" y="7574"/>
                  </a:cubicBezTo>
                  <a:cubicBezTo>
                    <a:pt x="7543" y="7574"/>
                    <a:pt x="6302" y="7220"/>
                    <a:pt x="5383" y="6997"/>
                  </a:cubicBezTo>
                  <a:cubicBezTo>
                    <a:pt x="6587" y="5988"/>
                    <a:pt x="7421" y="4101"/>
                    <a:pt x="8966" y="4101"/>
                  </a:cubicBezTo>
                  <a:close/>
                  <a:moveTo>
                    <a:pt x="12503" y="5566"/>
                  </a:moveTo>
                  <a:cubicBezTo>
                    <a:pt x="13248" y="5594"/>
                    <a:pt x="13879" y="6022"/>
                    <a:pt x="14093" y="6779"/>
                  </a:cubicBezTo>
                  <a:cubicBezTo>
                    <a:pt x="14200" y="7159"/>
                    <a:pt x="14220" y="7514"/>
                    <a:pt x="14367" y="7864"/>
                  </a:cubicBezTo>
                  <a:cubicBezTo>
                    <a:pt x="14102" y="7918"/>
                    <a:pt x="13813" y="7949"/>
                    <a:pt x="13523" y="7949"/>
                  </a:cubicBezTo>
                  <a:cubicBezTo>
                    <a:pt x="12456" y="7949"/>
                    <a:pt x="11368" y="7532"/>
                    <a:pt x="11360" y="6320"/>
                  </a:cubicBezTo>
                  <a:cubicBezTo>
                    <a:pt x="11688" y="6319"/>
                    <a:pt x="12013" y="6247"/>
                    <a:pt x="12295" y="6092"/>
                  </a:cubicBezTo>
                  <a:cubicBezTo>
                    <a:pt x="12325" y="6076"/>
                    <a:pt x="12340" y="6051"/>
                    <a:pt x="12342" y="6023"/>
                  </a:cubicBezTo>
                  <a:cubicBezTo>
                    <a:pt x="12408" y="6013"/>
                    <a:pt x="12470" y="5970"/>
                    <a:pt x="12477" y="5886"/>
                  </a:cubicBezTo>
                  <a:cubicBezTo>
                    <a:pt x="12487" y="5779"/>
                    <a:pt x="12496" y="5673"/>
                    <a:pt x="12503" y="5566"/>
                  </a:cubicBezTo>
                  <a:close/>
                  <a:moveTo>
                    <a:pt x="1915" y="9993"/>
                  </a:moveTo>
                  <a:cubicBezTo>
                    <a:pt x="2160" y="9993"/>
                    <a:pt x="2417" y="10036"/>
                    <a:pt x="2673" y="10104"/>
                  </a:cubicBezTo>
                  <a:cubicBezTo>
                    <a:pt x="2467" y="10540"/>
                    <a:pt x="2135" y="10691"/>
                    <a:pt x="1763" y="10691"/>
                  </a:cubicBezTo>
                  <a:cubicBezTo>
                    <a:pt x="1497" y="10691"/>
                    <a:pt x="1211" y="10614"/>
                    <a:pt x="936" y="10508"/>
                  </a:cubicBezTo>
                  <a:cubicBezTo>
                    <a:pt x="922" y="10502"/>
                    <a:pt x="909" y="10500"/>
                    <a:pt x="897" y="10500"/>
                  </a:cubicBezTo>
                  <a:cubicBezTo>
                    <a:pt x="876" y="10500"/>
                    <a:pt x="857" y="10508"/>
                    <a:pt x="842" y="10521"/>
                  </a:cubicBezTo>
                  <a:cubicBezTo>
                    <a:pt x="798" y="10560"/>
                    <a:pt x="785" y="10643"/>
                    <a:pt x="829" y="10690"/>
                  </a:cubicBezTo>
                  <a:cubicBezTo>
                    <a:pt x="1131" y="11037"/>
                    <a:pt x="1494" y="11280"/>
                    <a:pt x="1920" y="11435"/>
                  </a:cubicBezTo>
                  <a:cubicBezTo>
                    <a:pt x="1798" y="11734"/>
                    <a:pt x="1671" y="12032"/>
                    <a:pt x="1562" y="12338"/>
                  </a:cubicBezTo>
                  <a:cubicBezTo>
                    <a:pt x="784" y="12109"/>
                    <a:pt x="142" y="11712"/>
                    <a:pt x="555" y="10845"/>
                  </a:cubicBezTo>
                  <a:cubicBezTo>
                    <a:pt x="623" y="10701"/>
                    <a:pt x="703" y="10578"/>
                    <a:pt x="789" y="10477"/>
                  </a:cubicBezTo>
                  <a:cubicBezTo>
                    <a:pt x="1086" y="10124"/>
                    <a:pt x="1483" y="9993"/>
                    <a:pt x="1915" y="9993"/>
                  </a:cubicBezTo>
                  <a:close/>
                  <a:moveTo>
                    <a:pt x="2869" y="10162"/>
                  </a:moveTo>
                  <a:cubicBezTo>
                    <a:pt x="3328" y="10306"/>
                    <a:pt x="3775" y="10517"/>
                    <a:pt x="4136" y="10702"/>
                  </a:cubicBezTo>
                  <a:cubicBezTo>
                    <a:pt x="4156" y="10711"/>
                    <a:pt x="4175" y="10716"/>
                    <a:pt x="4193" y="10716"/>
                  </a:cubicBezTo>
                  <a:cubicBezTo>
                    <a:pt x="4222" y="10716"/>
                    <a:pt x="4248" y="10705"/>
                    <a:pt x="4270" y="10689"/>
                  </a:cubicBezTo>
                  <a:cubicBezTo>
                    <a:pt x="4285" y="11836"/>
                    <a:pt x="4984" y="12959"/>
                    <a:pt x="5963" y="13537"/>
                  </a:cubicBezTo>
                  <a:cubicBezTo>
                    <a:pt x="6073" y="13601"/>
                    <a:pt x="6185" y="13656"/>
                    <a:pt x="6298" y="13707"/>
                  </a:cubicBezTo>
                  <a:cubicBezTo>
                    <a:pt x="5231" y="13308"/>
                    <a:pt x="4146" y="12954"/>
                    <a:pt x="3042" y="12667"/>
                  </a:cubicBezTo>
                  <a:cubicBezTo>
                    <a:pt x="2710" y="12582"/>
                    <a:pt x="2193" y="12509"/>
                    <a:pt x="1706" y="12379"/>
                  </a:cubicBezTo>
                  <a:cubicBezTo>
                    <a:pt x="1869" y="12067"/>
                    <a:pt x="2009" y="11744"/>
                    <a:pt x="2159" y="11427"/>
                  </a:cubicBezTo>
                  <a:cubicBezTo>
                    <a:pt x="2187" y="11361"/>
                    <a:pt x="2164" y="11289"/>
                    <a:pt x="2092" y="11266"/>
                  </a:cubicBezTo>
                  <a:cubicBezTo>
                    <a:pt x="1797" y="11171"/>
                    <a:pt x="1542" y="11030"/>
                    <a:pt x="1311" y="10848"/>
                  </a:cubicBezTo>
                  <a:lnTo>
                    <a:pt x="1311" y="10848"/>
                  </a:lnTo>
                  <a:cubicBezTo>
                    <a:pt x="1462" y="10880"/>
                    <a:pt x="1612" y="10899"/>
                    <a:pt x="1757" y="10899"/>
                  </a:cubicBezTo>
                  <a:cubicBezTo>
                    <a:pt x="2210" y="10899"/>
                    <a:pt x="2615" y="10717"/>
                    <a:pt x="2858" y="10204"/>
                  </a:cubicBezTo>
                  <a:cubicBezTo>
                    <a:pt x="2863" y="10190"/>
                    <a:pt x="2866" y="10175"/>
                    <a:pt x="2869" y="10162"/>
                  </a:cubicBezTo>
                  <a:close/>
                  <a:moveTo>
                    <a:pt x="21530" y="11098"/>
                  </a:moveTo>
                  <a:cubicBezTo>
                    <a:pt x="22291" y="11098"/>
                    <a:pt x="23088" y="11358"/>
                    <a:pt x="23715" y="11806"/>
                  </a:cubicBezTo>
                  <a:cubicBezTo>
                    <a:pt x="24764" y="12559"/>
                    <a:pt x="25497" y="14176"/>
                    <a:pt x="26890" y="14257"/>
                  </a:cubicBezTo>
                  <a:cubicBezTo>
                    <a:pt x="25849" y="15339"/>
                    <a:pt x="24475" y="15892"/>
                    <a:pt x="23088" y="15892"/>
                  </a:cubicBezTo>
                  <a:cubicBezTo>
                    <a:pt x="21873" y="15892"/>
                    <a:pt x="20650" y="15467"/>
                    <a:pt x="19634" y="14604"/>
                  </a:cubicBezTo>
                  <a:cubicBezTo>
                    <a:pt x="19653" y="13965"/>
                    <a:pt x="19500" y="13345"/>
                    <a:pt x="19121" y="12834"/>
                  </a:cubicBezTo>
                  <a:cubicBezTo>
                    <a:pt x="19468" y="11610"/>
                    <a:pt x="20463" y="11098"/>
                    <a:pt x="21530" y="11098"/>
                  </a:cubicBezTo>
                  <a:close/>
                  <a:moveTo>
                    <a:pt x="19603" y="14969"/>
                  </a:moveTo>
                  <a:cubicBezTo>
                    <a:pt x="20033" y="15313"/>
                    <a:pt x="20497" y="15585"/>
                    <a:pt x="20981" y="15784"/>
                  </a:cubicBezTo>
                  <a:cubicBezTo>
                    <a:pt x="20977" y="15825"/>
                    <a:pt x="20993" y="15867"/>
                    <a:pt x="21039" y="15888"/>
                  </a:cubicBezTo>
                  <a:cubicBezTo>
                    <a:pt x="21443" y="16082"/>
                    <a:pt x="21889" y="16251"/>
                    <a:pt x="22251" y="16525"/>
                  </a:cubicBezTo>
                  <a:cubicBezTo>
                    <a:pt x="22061" y="16696"/>
                    <a:pt x="21851" y="16830"/>
                    <a:pt x="21604" y="16923"/>
                  </a:cubicBezTo>
                  <a:cubicBezTo>
                    <a:pt x="21512" y="16958"/>
                    <a:pt x="21496" y="17072"/>
                    <a:pt x="21578" y="17127"/>
                  </a:cubicBezTo>
                  <a:cubicBezTo>
                    <a:pt x="21731" y="17229"/>
                    <a:pt x="21883" y="17333"/>
                    <a:pt x="22034" y="17435"/>
                  </a:cubicBezTo>
                  <a:cubicBezTo>
                    <a:pt x="22132" y="17500"/>
                    <a:pt x="22246" y="17564"/>
                    <a:pt x="22333" y="17643"/>
                  </a:cubicBezTo>
                  <a:cubicBezTo>
                    <a:pt x="22405" y="17708"/>
                    <a:pt x="22462" y="17775"/>
                    <a:pt x="22367" y="17775"/>
                  </a:cubicBezTo>
                  <a:cubicBezTo>
                    <a:pt x="22358" y="17775"/>
                    <a:pt x="22346" y="17775"/>
                    <a:pt x="22334" y="17773"/>
                  </a:cubicBezTo>
                  <a:cubicBezTo>
                    <a:pt x="22207" y="17759"/>
                    <a:pt x="22029" y="17616"/>
                    <a:pt x="21928" y="17549"/>
                  </a:cubicBezTo>
                  <a:cubicBezTo>
                    <a:pt x="21758" y="17443"/>
                    <a:pt x="21603" y="17320"/>
                    <a:pt x="21449" y="17193"/>
                  </a:cubicBezTo>
                  <a:cubicBezTo>
                    <a:pt x="21429" y="17176"/>
                    <a:pt x="21400" y="17165"/>
                    <a:pt x="21372" y="17165"/>
                  </a:cubicBezTo>
                  <a:cubicBezTo>
                    <a:pt x="21341" y="17165"/>
                    <a:pt x="21311" y="17179"/>
                    <a:pt x="21298" y="17212"/>
                  </a:cubicBezTo>
                  <a:cubicBezTo>
                    <a:pt x="21207" y="17419"/>
                    <a:pt x="21109" y="17622"/>
                    <a:pt x="21017" y="17828"/>
                  </a:cubicBezTo>
                  <a:cubicBezTo>
                    <a:pt x="20429" y="17301"/>
                    <a:pt x="19693" y="16902"/>
                    <a:pt x="18982" y="16704"/>
                  </a:cubicBezTo>
                  <a:cubicBezTo>
                    <a:pt x="19302" y="16183"/>
                    <a:pt x="19523" y="15577"/>
                    <a:pt x="19603" y="14969"/>
                  </a:cubicBezTo>
                  <a:close/>
                  <a:moveTo>
                    <a:pt x="22423" y="16668"/>
                  </a:moveTo>
                  <a:cubicBezTo>
                    <a:pt x="22536" y="16773"/>
                    <a:pt x="22635" y="16892"/>
                    <a:pt x="22718" y="17031"/>
                  </a:cubicBezTo>
                  <a:cubicBezTo>
                    <a:pt x="23088" y="17649"/>
                    <a:pt x="22843" y="18642"/>
                    <a:pt x="22117" y="18642"/>
                  </a:cubicBezTo>
                  <a:cubicBezTo>
                    <a:pt x="22006" y="18642"/>
                    <a:pt x="21882" y="18618"/>
                    <a:pt x="21748" y="18566"/>
                  </a:cubicBezTo>
                  <a:cubicBezTo>
                    <a:pt x="21739" y="18562"/>
                    <a:pt x="21730" y="18560"/>
                    <a:pt x="21722" y="18560"/>
                  </a:cubicBezTo>
                  <a:cubicBezTo>
                    <a:pt x="21706" y="18560"/>
                    <a:pt x="21692" y="18567"/>
                    <a:pt x="21680" y="18579"/>
                  </a:cubicBezTo>
                  <a:cubicBezTo>
                    <a:pt x="21523" y="18349"/>
                    <a:pt x="21334" y="18132"/>
                    <a:pt x="21126" y="17932"/>
                  </a:cubicBezTo>
                  <a:cubicBezTo>
                    <a:pt x="21221" y="17759"/>
                    <a:pt x="21313" y="17587"/>
                    <a:pt x="21406" y="17414"/>
                  </a:cubicBezTo>
                  <a:cubicBezTo>
                    <a:pt x="21726" y="17700"/>
                    <a:pt x="22091" y="17913"/>
                    <a:pt x="22488" y="18074"/>
                  </a:cubicBezTo>
                  <a:cubicBezTo>
                    <a:pt x="22496" y="18076"/>
                    <a:pt x="22504" y="18078"/>
                    <a:pt x="22514" y="18078"/>
                  </a:cubicBezTo>
                  <a:cubicBezTo>
                    <a:pt x="22543" y="18078"/>
                    <a:pt x="22576" y="18065"/>
                    <a:pt x="22593" y="18046"/>
                  </a:cubicBezTo>
                  <a:cubicBezTo>
                    <a:pt x="22907" y="17662"/>
                    <a:pt x="22255" y="17274"/>
                    <a:pt x="21874" y="17046"/>
                  </a:cubicBezTo>
                  <a:cubicBezTo>
                    <a:pt x="22078" y="16948"/>
                    <a:pt x="22260" y="16821"/>
                    <a:pt x="22423" y="16668"/>
                  </a:cubicBezTo>
                  <a:close/>
                  <a:moveTo>
                    <a:pt x="11098" y="6727"/>
                  </a:moveTo>
                  <a:cubicBezTo>
                    <a:pt x="11310" y="7772"/>
                    <a:pt x="12351" y="8202"/>
                    <a:pt x="13410" y="8240"/>
                  </a:cubicBezTo>
                  <a:cubicBezTo>
                    <a:pt x="13391" y="8246"/>
                    <a:pt x="13374" y="8257"/>
                    <a:pt x="13360" y="8272"/>
                  </a:cubicBezTo>
                  <a:cubicBezTo>
                    <a:pt x="12932" y="8735"/>
                    <a:pt x="13429" y="10100"/>
                    <a:pt x="13718" y="10543"/>
                  </a:cubicBezTo>
                  <a:cubicBezTo>
                    <a:pt x="14155" y="11224"/>
                    <a:pt x="14907" y="11528"/>
                    <a:pt x="15665" y="11706"/>
                  </a:cubicBezTo>
                  <a:cubicBezTo>
                    <a:pt x="16676" y="11942"/>
                    <a:pt x="17881" y="11974"/>
                    <a:pt x="18653" y="12757"/>
                  </a:cubicBezTo>
                  <a:cubicBezTo>
                    <a:pt x="19193" y="13305"/>
                    <a:pt x="19372" y="13949"/>
                    <a:pt x="19339" y="14609"/>
                  </a:cubicBezTo>
                  <a:cubicBezTo>
                    <a:pt x="19323" y="14642"/>
                    <a:pt x="19318" y="14679"/>
                    <a:pt x="19333" y="14717"/>
                  </a:cubicBezTo>
                  <a:cubicBezTo>
                    <a:pt x="19266" y="15508"/>
                    <a:pt x="18904" y="16315"/>
                    <a:pt x="18495" y="16989"/>
                  </a:cubicBezTo>
                  <a:cubicBezTo>
                    <a:pt x="18444" y="17072"/>
                    <a:pt x="18524" y="17171"/>
                    <a:pt x="18604" y="17171"/>
                  </a:cubicBezTo>
                  <a:cubicBezTo>
                    <a:pt x="18631" y="17171"/>
                    <a:pt x="18659" y="17159"/>
                    <a:pt x="18680" y="17132"/>
                  </a:cubicBezTo>
                  <a:cubicBezTo>
                    <a:pt x="18730" y="17070"/>
                    <a:pt x="18777" y="17006"/>
                    <a:pt x="18823" y="16940"/>
                  </a:cubicBezTo>
                  <a:cubicBezTo>
                    <a:pt x="18831" y="16945"/>
                    <a:pt x="18837" y="16950"/>
                    <a:pt x="18844" y="16954"/>
                  </a:cubicBezTo>
                  <a:cubicBezTo>
                    <a:pt x="19392" y="17174"/>
                    <a:pt x="19914" y="17399"/>
                    <a:pt x="20401" y="17737"/>
                  </a:cubicBezTo>
                  <a:cubicBezTo>
                    <a:pt x="20601" y="17876"/>
                    <a:pt x="20785" y="18030"/>
                    <a:pt x="20961" y="18189"/>
                  </a:cubicBezTo>
                  <a:cubicBezTo>
                    <a:pt x="20732" y="18354"/>
                    <a:pt x="20508" y="18462"/>
                    <a:pt x="20227" y="18505"/>
                  </a:cubicBezTo>
                  <a:cubicBezTo>
                    <a:pt x="20143" y="18517"/>
                    <a:pt x="20126" y="18637"/>
                    <a:pt x="20180" y="18690"/>
                  </a:cubicBezTo>
                  <a:cubicBezTo>
                    <a:pt x="20443" y="18949"/>
                    <a:pt x="20660" y="19232"/>
                    <a:pt x="20842" y="19545"/>
                  </a:cubicBezTo>
                  <a:cubicBezTo>
                    <a:pt x="20479" y="19353"/>
                    <a:pt x="20115" y="19163"/>
                    <a:pt x="19749" y="18978"/>
                  </a:cubicBezTo>
                  <a:cubicBezTo>
                    <a:pt x="19733" y="18970"/>
                    <a:pt x="19713" y="18965"/>
                    <a:pt x="19694" y="18965"/>
                  </a:cubicBezTo>
                  <a:cubicBezTo>
                    <a:pt x="19658" y="18965"/>
                    <a:pt x="19622" y="18981"/>
                    <a:pt x="19605" y="19016"/>
                  </a:cubicBezTo>
                  <a:cubicBezTo>
                    <a:pt x="19414" y="19398"/>
                    <a:pt x="19148" y="19628"/>
                    <a:pt x="18825" y="19892"/>
                  </a:cubicBezTo>
                  <a:cubicBezTo>
                    <a:pt x="18821" y="19897"/>
                    <a:pt x="18816" y="19901"/>
                    <a:pt x="18815" y="19908"/>
                  </a:cubicBezTo>
                  <a:cubicBezTo>
                    <a:pt x="18530" y="19767"/>
                    <a:pt x="18254" y="19607"/>
                    <a:pt x="17982" y="19462"/>
                  </a:cubicBezTo>
                  <a:cubicBezTo>
                    <a:pt x="16997" y="18938"/>
                    <a:pt x="16015" y="18406"/>
                    <a:pt x="15031" y="17876"/>
                  </a:cubicBezTo>
                  <a:cubicBezTo>
                    <a:pt x="13066" y="16816"/>
                    <a:pt x="11093" y="15770"/>
                    <a:pt x="9058" y="14850"/>
                  </a:cubicBezTo>
                  <a:cubicBezTo>
                    <a:pt x="8300" y="14506"/>
                    <a:pt x="7533" y="14180"/>
                    <a:pt x="6756" y="13879"/>
                  </a:cubicBezTo>
                  <a:lnTo>
                    <a:pt x="6756" y="13879"/>
                  </a:lnTo>
                  <a:cubicBezTo>
                    <a:pt x="7153" y="14001"/>
                    <a:pt x="7570" y="14059"/>
                    <a:pt x="7992" y="14059"/>
                  </a:cubicBezTo>
                  <a:cubicBezTo>
                    <a:pt x="10119" y="14059"/>
                    <a:pt x="12367" y="12593"/>
                    <a:pt x="12790" y="10517"/>
                  </a:cubicBezTo>
                  <a:cubicBezTo>
                    <a:pt x="12814" y="10402"/>
                    <a:pt x="12717" y="10326"/>
                    <a:pt x="12627" y="10326"/>
                  </a:cubicBezTo>
                  <a:cubicBezTo>
                    <a:pt x="12568" y="10326"/>
                    <a:pt x="12513" y="10358"/>
                    <a:pt x="12497" y="10434"/>
                  </a:cubicBezTo>
                  <a:cubicBezTo>
                    <a:pt x="12100" y="12373"/>
                    <a:pt x="9990" y="13754"/>
                    <a:pt x="7999" y="13754"/>
                  </a:cubicBezTo>
                  <a:cubicBezTo>
                    <a:pt x="7372" y="13754"/>
                    <a:pt x="6758" y="13618"/>
                    <a:pt x="6212" y="13319"/>
                  </a:cubicBezTo>
                  <a:cubicBezTo>
                    <a:pt x="5233" y="12784"/>
                    <a:pt x="4532" y="11671"/>
                    <a:pt x="4579" y="10540"/>
                  </a:cubicBezTo>
                  <a:cubicBezTo>
                    <a:pt x="4636" y="9179"/>
                    <a:pt x="5815" y="8465"/>
                    <a:pt x="6762" y="7694"/>
                  </a:cubicBezTo>
                  <a:cubicBezTo>
                    <a:pt x="6787" y="7672"/>
                    <a:pt x="6793" y="7647"/>
                    <a:pt x="6787" y="7625"/>
                  </a:cubicBezTo>
                  <a:lnTo>
                    <a:pt x="6787" y="7625"/>
                  </a:lnTo>
                  <a:cubicBezTo>
                    <a:pt x="7400" y="7750"/>
                    <a:pt x="8042" y="7847"/>
                    <a:pt x="8649" y="7847"/>
                  </a:cubicBezTo>
                  <a:cubicBezTo>
                    <a:pt x="9657" y="7847"/>
                    <a:pt x="10571" y="7579"/>
                    <a:pt x="11098" y="6727"/>
                  </a:cubicBezTo>
                  <a:close/>
                  <a:moveTo>
                    <a:pt x="21109" y="18323"/>
                  </a:moveTo>
                  <a:cubicBezTo>
                    <a:pt x="21273" y="18477"/>
                    <a:pt x="21433" y="18633"/>
                    <a:pt x="21596" y="18789"/>
                  </a:cubicBezTo>
                  <a:cubicBezTo>
                    <a:pt x="21552" y="18819"/>
                    <a:pt x="21527" y="18869"/>
                    <a:pt x="21544" y="18933"/>
                  </a:cubicBezTo>
                  <a:cubicBezTo>
                    <a:pt x="21796" y="19870"/>
                    <a:pt x="20925" y="20305"/>
                    <a:pt x="20150" y="20305"/>
                  </a:cubicBezTo>
                  <a:cubicBezTo>
                    <a:pt x="20005" y="20305"/>
                    <a:pt x="19863" y="20290"/>
                    <a:pt x="19733" y="20260"/>
                  </a:cubicBezTo>
                  <a:cubicBezTo>
                    <a:pt x="19462" y="20198"/>
                    <a:pt x="19197" y="20093"/>
                    <a:pt x="18940" y="19971"/>
                  </a:cubicBezTo>
                  <a:cubicBezTo>
                    <a:pt x="19284" y="19819"/>
                    <a:pt x="19543" y="19531"/>
                    <a:pt x="19734" y="19210"/>
                  </a:cubicBezTo>
                  <a:cubicBezTo>
                    <a:pt x="20169" y="19445"/>
                    <a:pt x="20610" y="19673"/>
                    <a:pt x="21046" y="19902"/>
                  </a:cubicBezTo>
                  <a:cubicBezTo>
                    <a:pt x="21065" y="19912"/>
                    <a:pt x="21084" y="19917"/>
                    <a:pt x="21101" y="19917"/>
                  </a:cubicBezTo>
                  <a:cubicBezTo>
                    <a:pt x="21179" y="19917"/>
                    <a:pt x="21235" y="19832"/>
                    <a:pt x="21196" y="19751"/>
                  </a:cubicBezTo>
                  <a:cubicBezTo>
                    <a:pt x="21009" y="19353"/>
                    <a:pt x="20769" y="19002"/>
                    <a:pt x="20474" y="18683"/>
                  </a:cubicBezTo>
                  <a:cubicBezTo>
                    <a:pt x="20703" y="18623"/>
                    <a:pt x="20903" y="18520"/>
                    <a:pt x="21086" y="18353"/>
                  </a:cubicBezTo>
                  <a:cubicBezTo>
                    <a:pt x="21096" y="18344"/>
                    <a:pt x="21104" y="18334"/>
                    <a:pt x="21109" y="18323"/>
                  </a:cubicBezTo>
                  <a:close/>
                  <a:moveTo>
                    <a:pt x="11947" y="0"/>
                  </a:moveTo>
                  <a:cubicBezTo>
                    <a:pt x="11896" y="0"/>
                    <a:pt x="11844" y="27"/>
                    <a:pt x="11817" y="72"/>
                  </a:cubicBezTo>
                  <a:cubicBezTo>
                    <a:pt x="11113" y="1271"/>
                    <a:pt x="10475" y="2557"/>
                    <a:pt x="10030" y="3893"/>
                  </a:cubicBezTo>
                  <a:cubicBezTo>
                    <a:pt x="9947" y="3548"/>
                    <a:pt x="9833" y="3211"/>
                    <a:pt x="9693" y="2884"/>
                  </a:cubicBezTo>
                  <a:cubicBezTo>
                    <a:pt x="9598" y="2662"/>
                    <a:pt x="9477" y="2308"/>
                    <a:pt x="9196" y="2258"/>
                  </a:cubicBezTo>
                  <a:cubicBezTo>
                    <a:pt x="9174" y="2254"/>
                    <a:pt x="9153" y="2252"/>
                    <a:pt x="9133" y="2252"/>
                  </a:cubicBezTo>
                  <a:cubicBezTo>
                    <a:pt x="8883" y="2252"/>
                    <a:pt x="8714" y="2522"/>
                    <a:pt x="8575" y="2698"/>
                  </a:cubicBezTo>
                  <a:cubicBezTo>
                    <a:pt x="8270" y="3095"/>
                    <a:pt x="8002" y="3523"/>
                    <a:pt x="7811" y="3986"/>
                  </a:cubicBezTo>
                  <a:cubicBezTo>
                    <a:pt x="7788" y="4038"/>
                    <a:pt x="7834" y="4075"/>
                    <a:pt x="7879" y="4077"/>
                  </a:cubicBezTo>
                  <a:cubicBezTo>
                    <a:pt x="7705" y="4160"/>
                    <a:pt x="7537" y="4262"/>
                    <a:pt x="7378" y="4390"/>
                  </a:cubicBezTo>
                  <a:cubicBezTo>
                    <a:pt x="6449" y="5122"/>
                    <a:pt x="5959" y="6266"/>
                    <a:pt x="4975" y="6945"/>
                  </a:cubicBezTo>
                  <a:cubicBezTo>
                    <a:pt x="4879" y="7011"/>
                    <a:pt x="4879" y="7184"/>
                    <a:pt x="5010" y="7214"/>
                  </a:cubicBezTo>
                  <a:cubicBezTo>
                    <a:pt x="5471" y="7317"/>
                    <a:pt x="6023" y="7462"/>
                    <a:pt x="6606" y="7588"/>
                  </a:cubicBezTo>
                  <a:cubicBezTo>
                    <a:pt x="6102" y="7852"/>
                    <a:pt x="5604" y="8185"/>
                    <a:pt x="5195" y="8594"/>
                  </a:cubicBezTo>
                  <a:cubicBezTo>
                    <a:pt x="4685" y="9106"/>
                    <a:pt x="4322" y="9738"/>
                    <a:pt x="4279" y="10496"/>
                  </a:cubicBezTo>
                  <a:cubicBezTo>
                    <a:pt x="4273" y="10494"/>
                    <a:pt x="4270" y="10488"/>
                    <a:pt x="4265" y="10487"/>
                  </a:cubicBezTo>
                  <a:cubicBezTo>
                    <a:pt x="3947" y="10309"/>
                    <a:pt x="3564" y="10126"/>
                    <a:pt x="3160" y="9981"/>
                  </a:cubicBezTo>
                  <a:cubicBezTo>
                    <a:pt x="3338" y="9800"/>
                    <a:pt x="3389" y="9553"/>
                    <a:pt x="3310" y="9297"/>
                  </a:cubicBezTo>
                  <a:cubicBezTo>
                    <a:pt x="3267" y="9158"/>
                    <a:pt x="3187" y="9044"/>
                    <a:pt x="3087" y="8946"/>
                  </a:cubicBezTo>
                  <a:lnTo>
                    <a:pt x="3087" y="8946"/>
                  </a:lnTo>
                  <a:cubicBezTo>
                    <a:pt x="3247" y="8987"/>
                    <a:pt x="3405" y="9027"/>
                    <a:pt x="3565" y="9070"/>
                  </a:cubicBezTo>
                  <a:cubicBezTo>
                    <a:pt x="3573" y="9072"/>
                    <a:pt x="3582" y="9073"/>
                    <a:pt x="3591" y="9073"/>
                  </a:cubicBezTo>
                  <a:cubicBezTo>
                    <a:pt x="3628" y="9073"/>
                    <a:pt x="3670" y="9055"/>
                    <a:pt x="3687" y="9019"/>
                  </a:cubicBezTo>
                  <a:cubicBezTo>
                    <a:pt x="3838" y="8688"/>
                    <a:pt x="4052" y="8433"/>
                    <a:pt x="4317" y="8198"/>
                  </a:cubicBezTo>
                  <a:cubicBezTo>
                    <a:pt x="4566" y="8348"/>
                    <a:pt x="4818" y="8486"/>
                    <a:pt x="5098" y="8572"/>
                  </a:cubicBezTo>
                  <a:cubicBezTo>
                    <a:pt x="5106" y="8574"/>
                    <a:pt x="5113" y="8575"/>
                    <a:pt x="5120" y="8575"/>
                  </a:cubicBezTo>
                  <a:cubicBezTo>
                    <a:pt x="5135" y="8575"/>
                    <a:pt x="5149" y="8570"/>
                    <a:pt x="5160" y="8561"/>
                  </a:cubicBezTo>
                  <a:cubicBezTo>
                    <a:pt x="5195" y="8535"/>
                    <a:pt x="5208" y="8480"/>
                    <a:pt x="5171" y="8446"/>
                  </a:cubicBezTo>
                  <a:cubicBezTo>
                    <a:pt x="4714" y="8040"/>
                    <a:pt x="4122" y="7764"/>
                    <a:pt x="3590" y="7468"/>
                  </a:cubicBezTo>
                  <a:cubicBezTo>
                    <a:pt x="3342" y="7331"/>
                    <a:pt x="3129" y="7216"/>
                    <a:pt x="2908" y="7216"/>
                  </a:cubicBezTo>
                  <a:cubicBezTo>
                    <a:pt x="2763" y="7216"/>
                    <a:pt x="2616" y="7265"/>
                    <a:pt x="2454" y="7389"/>
                  </a:cubicBezTo>
                  <a:cubicBezTo>
                    <a:pt x="1787" y="7902"/>
                    <a:pt x="1529" y="8894"/>
                    <a:pt x="1874" y="9656"/>
                  </a:cubicBezTo>
                  <a:cubicBezTo>
                    <a:pt x="1890" y="9695"/>
                    <a:pt x="1920" y="9711"/>
                    <a:pt x="1950" y="9711"/>
                  </a:cubicBezTo>
                  <a:cubicBezTo>
                    <a:pt x="2011" y="9711"/>
                    <a:pt x="2077" y="9648"/>
                    <a:pt x="2062" y="9577"/>
                  </a:cubicBezTo>
                  <a:cubicBezTo>
                    <a:pt x="1930" y="8894"/>
                    <a:pt x="2077" y="7592"/>
                    <a:pt x="2939" y="7592"/>
                  </a:cubicBezTo>
                  <a:cubicBezTo>
                    <a:pt x="3057" y="7592"/>
                    <a:pt x="3190" y="7617"/>
                    <a:pt x="3337" y="7671"/>
                  </a:cubicBezTo>
                  <a:cubicBezTo>
                    <a:pt x="3611" y="7773"/>
                    <a:pt x="3865" y="7924"/>
                    <a:pt x="4118" y="8076"/>
                  </a:cubicBezTo>
                  <a:cubicBezTo>
                    <a:pt x="3870" y="8286"/>
                    <a:pt x="3680" y="8547"/>
                    <a:pt x="3537" y="8840"/>
                  </a:cubicBezTo>
                  <a:cubicBezTo>
                    <a:pt x="3165" y="8743"/>
                    <a:pt x="2793" y="8644"/>
                    <a:pt x="2424" y="8539"/>
                  </a:cubicBezTo>
                  <a:cubicBezTo>
                    <a:pt x="2414" y="8537"/>
                    <a:pt x="2405" y="8535"/>
                    <a:pt x="2396" y="8535"/>
                  </a:cubicBezTo>
                  <a:cubicBezTo>
                    <a:pt x="2292" y="8535"/>
                    <a:pt x="2230" y="8694"/>
                    <a:pt x="2337" y="8745"/>
                  </a:cubicBezTo>
                  <a:cubicBezTo>
                    <a:pt x="2708" y="8924"/>
                    <a:pt x="3522" y="9426"/>
                    <a:pt x="2965" y="9898"/>
                  </a:cubicBezTo>
                  <a:cubicBezTo>
                    <a:pt x="2961" y="9902"/>
                    <a:pt x="2959" y="9907"/>
                    <a:pt x="2957" y="9912"/>
                  </a:cubicBezTo>
                  <a:cubicBezTo>
                    <a:pt x="2622" y="9807"/>
                    <a:pt x="2279" y="9736"/>
                    <a:pt x="1950" y="9722"/>
                  </a:cubicBezTo>
                  <a:cubicBezTo>
                    <a:pt x="1909" y="9720"/>
                    <a:pt x="1868" y="9719"/>
                    <a:pt x="1827" y="9719"/>
                  </a:cubicBezTo>
                  <a:cubicBezTo>
                    <a:pt x="1112" y="9719"/>
                    <a:pt x="483" y="10021"/>
                    <a:pt x="194" y="10907"/>
                  </a:cubicBezTo>
                  <a:cubicBezTo>
                    <a:pt x="1" y="11504"/>
                    <a:pt x="207" y="12070"/>
                    <a:pt x="761" y="12374"/>
                  </a:cubicBezTo>
                  <a:cubicBezTo>
                    <a:pt x="1182" y="12603"/>
                    <a:pt x="1696" y="12651"/>
                    <a:pt x="2158" y="12756"/>
                  </a:cubicBezTo>
                  <a:cubicBezTo>
                    <a:pt x="2789" y="12898"/>
                    <a:pt x="3415" y="13064"/>
                    <a:pt x="4032" y="13250"/>
                  </a:cubicBezTo>
                  <a:cubicBezTo>
                    <a:pt x="8879" y="14697"/>
                    <a:pt x="13268" y="17298"/>
                    <a:pt x="17702" y="19664"/>
                  </a:cubicBezTo>
                  <a:cubicBezTo>
                    <a:pt x="18440" y="20057"/>
                    <a:pt x="19335" y="20629"/>
                    <a:pt x="20221" y="20629"/>
                  </a:cubicBezTo>
                  <a:cubicBezTo>
                    <a:pt x="20434" y="20629"/>
                    <a:pt x="20646" y="20596"/>
                    <a:pt x="20855" y="20520"/>
                  </a:cubicBezTo>
                  <a:cubicBezTo>
                    <a:pt x="21541" y="20269"/>
                    <a:pt x="21998" y="19607"/>
                    <a:pt x="21818" y="18888"/>
                  </a:cubicBezTo>
                  <a:cubicBezTo>
                    <a:pt x="21836" y="18866"/>
                    <a:pt x="21843" y="18836"/>
                    <a:pt x="21826" y="18805"/>
                  </a:cubicBezTo>
                  <a:cubicBezTo>
                    <a:pt x="21816" y="18790"/>
                    <a:pt x="21806" y="18775"/>
                    <a:pt x="21797" y="18761"/>
                  </a:cubicBezTo>
                  <a:lnTo>
                    <a:pt x="21797" y="18761"/>
                  </a:lnTo>
                  <a:cubicBezTo>
                    <a:pt x="21914" y="18812"/>
                    <a:pt x="22032" y="18836"/>
                    <a:pt x="22149" y="18836"/>
                  </a:cubicBezTo>
                  <a:cubicBezTo>
                    <a:pt x="22696" y="18836"/>
                    <a:pt x="23191" y="18314"/>
                    <a:pt x="23194" y="17733"/>
                  </a:cubicBezTo>
                  <a:cubicBezTo>
                    <a:pt x="23195" y="17215"/>
                    <a:pt x="22950" y="16802"/>
                    <a:pt x="22594" y="16476"/>
                  </a:cubicBezTo>
                  <a:cubicBezTo>
                    <a:pt x="22619" y="16403"/>
                    <a:pt x="22559" y="16326"/>
                    <a:pt x="22491" y="16326"/>
                  </a:cubicBezTo>
                  <a:cubicBezTo>
                    <a:pt x="22474" y="16326"/>
                    <a:pt x="22456" y="16331"/>
                    <a:pt x="22438" y="16343"/>
                  </a:cubicBezTo>
                  <a:cubicBezTo>
                    <a:pt x="22330" y="16256"/>
                    <a:pt x="22218" y="16181"/>
                    <a:pt x="22099" y="16109"/>
                  </a:cubicBezTo>
                  <a:lnTo>
                    <a:pt x="22099" y="16109"/>
                  </a:lnTo>
                  <a:cubicBezTo>
                    <a:pt x="22425" y="16168"/>
                    <a:pt x="22755" y="16198"/>
                    <a:pt x="23085" y="16198"/>
                  </a:cubicBezTo>
                  <a:cubicBezTo>
                    <a:pt x="24668" y="16198"/>
                    <a:pt x="26240" y="15520"/>
                    <a:pt x="27355" y="14200"/>
                  </a:cubicBezTo>
                  <a:cubicBezTo>
                    <a:pt x="27427" y="14116"/>
                    <a:pt x="27396" y="13937"/>
                    <a:pt x="27267" y="13937"/>
                  </a:cubicBezTo>
                  <a:cubicBezTo>
                    <a:pt x="27261" y="13937"/>
                    <a:pt x="27255" y="13938"/>
                    <a:pt x="27248" y="13939"/>
                  </a:cubicBezTo>
                  <a:cubicBezTo>
                    <a:pt x="27173" y="13948"/>
                    <a:pt x="27099" y="13952"/>
                    <a:pt x="27028" y="13952"/>
                  </a:cubicBezTo>
                  <a:cubicBezTo>
                    <a:pt x="25821" y="13952"/>
                    <a:pt x="25180" y="12672"/>
                    <a:pt x="24364" y="11941"/>
                  </a:cubicBezTo>
                  <a:cubicBezTo>
                    <a:pt x="23736" y="11376"/>
                    <a:pt x="22971" y="10929"/>
                    <a:pt x="22126" y="10789"/>
                  </a:cubicBezTo>
                  <a:cubicBezTo>
                    <a:pt x="21963" y="10762"/>
                    <a:pt x="21797" y="10748"/>
                    <a:pt x="21632" y="10748"/>
                  </a:cubicBezTo>
                  <a:cubicBezTo>
                    <a:pt x="20438" y="10748"/>
                    <a:pt x="19263" y="11442"/>
                    <a:pt x="18962" y="12639"/>
                  </a:cubicBezTo>
                  <a:cubicBezTo>
                    <a:pt x="18812" y="12477"/>
                    <a:pt x="18636" y="12324"/>
                    <a:pt x="18431" y="12194"/>
                  </a:cubicBezTo>
                  <a:cubicBezTo>
                    <a:pt x="17630" y="11682"/>
                    <a:pt x="16650" y="11627"/>
                    <a:pt x="15748" y="11415"/>
                  </a:cubicBezTo>
                  <a:cubicBezTo>
                    <a:pt x="15203" y="11286"/>
                    <a:pt x="14646" y="11108"/>
                    <a:pt x="14240" y="10706"/>
                  </a:cubicBezTo>
                  <a:cubicBezTo>
                    <a:pt x="13911" y="10382"/>
                    <a:pt x="13742" y="9965"/>
                    <a:pt x="13644" y="9522"/>
                  </a:cubicBezTo>
                  <a:cubicBezTo>
                    <a:pt x="13597" y="9291"/>
                    <a:pt x="13567" y="9055"/>
                    <a:pt x="13557" y="8818"/>
                  </a:cubicBezTo>
                  <a:cubicBezTo>
                    <a:pt x="13579" y="8738"/>
                    <a:pt x="13579" y="8668"/>
                    <a:pt x="13558" y="8608"/>
                  </a:cubicBezTo>
                  <a:cubicBezTo>
                    <a:pt x="13569" y="8601"/>
                    <a:pt x="13582" y="8596"/>
                    <a:pt x="13592" y="8587"/>
                  </a:cubicBezTo>
                  <a:lnTo>
                    <a:pt x="13636" y="8547"/>
                  </a:lnTo>
                  <a:cubicBezTo>
                    <a:pt x="13696" y="8490"/>
                    <a:pt x="13689" y="8394"/>
                    <a:pt x="13636" y="8335"/>
                  </a:cubicBezTo>
                  <a:cubicBezTo>
                    <a:pt x="13618" y="8315"/>
                    <a:pt x="13598" y="8294"/>
                    <a:pt x="13580" y="8276"/>
                  </a:cubicBezTo>
                  <a:cubicBezTo>
                    <a:pt x="13567" y="8262"/>
                    <a:pt x="13552" y="8252"/>
                    <a:pt x="13535" y="8245"/>
                  </a:cubicBezTo>
                  <a:lnTo>
                    <a:pt x="13535" y="8245"/>
                  </a:lnTo>
                  <a:cubicBezTo>
                    <a:pt x="13543" y="8245"/>
                    <a:pt x="13551" y="8245"/>
                    <a:pt x="13559" y="8245"/>
                  </a:cubicBezTo>
                  <a:cubicBezTo>
                    <a:pt x="13929" y="8245"/>
                    <a:pt x="14299" y="8199"/>
                    <a:pt x="14628" y="8116"/>
                  </a:cubicBezTo>
                  <a:cubicBezTo>
                    <a:pt x="14724" y="8091"/>
                    <a:pt x="14765" y="7977"/>
                    <a:pt x="14718" y="7894"/>
                  </a:cubicBezTo>
                  <a:cubicBezTo>
                    <a:pt x="14448" y="7423"/>
                    <a:pt x="14444" y="6894"/>
                    <a:pt x="14264" y="6416"/>
                  </a:cubicBezTo>
                  <a:cubicBezTo>
                    <a:pt x="14443" y="5650"/>
                    <a:pt x="14351" y="4822"/>
                    <a:pt x="14121" y="4077"/>
                  </a:cubicBezTo>
                  <a:cubicBezTo>
                    <a:pt x="14103" y="4023"/>
                    <a:pt x="14049" y="3983"/>
                    <a:pt x="13994" y="3983"/>
                  </a:cubicBezTo>
                  <a:cubicBezTo>
                    <a:pt x="13973" y="3983"/>
                    <a:pt x="13952" y="3989"/>
                    <a:pt x="13932" y="4001"/>
                  </a:cubicBezTo>
                  <a:cubicBezTo>
                    <a:pt x="13439" y="4323"/>
                    <a:pt x="12965" y="4697"/>
                    <a:pt x="12537" y="5102"/>
                  </a:cubicBezTo>
                  <a:cubicBezTo>
                    <a:pt x="12597" y="4173"/>
                    <a:pt x="12610" y="3242"/>
                    <a:pt x="12562" y="2310"/>
                  </a:cubicBezTo>
                  <a:cubicBezTo>
                    <a:pt x="12525" y="1570"/>
                    <a:pt x="12589" y="624"/>
                    <a:pt x="12046" y="43"/>
                  </a:cubicBezTo>
                  <a:cubicBezTo>
                    <a:pt x="12020" y="14"/>
                    <a:pt x="11984" y="0"/>
                    <a:pt x="119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4"/>
            <p:cNvSpPr/>
            <p:nvPr/>
          </p:nvSpPr>
          <p:spPr>
            <a:xfrm>
              <a:off x="5040850" y="812475"/>
              <a:ext cx="87075" cy="71500"/>
            </a:xfrm>
            <a:custGeom>
              <a:avLst/>
              <a:gdLst/>
              <a:ahLst/>
              <a:cxnLst/>
              <a:rect l="l" t="t" r="r" b="b"/>
              <a:pathLst>
                <a:path w="3483" h="2860" extrusionOk="0">
                  <a:moveTo>
                    <a:pt x="622" y="0"/>
                  </a:moveTo>
                  <a:cubicBezTo>
                    <a:pt x="542" y="607"/>
                    <a:pt x="321" y="1214"/>
                    <a:pt x="1" y="1735"/>
                  </a:cubicBezTo>
                  <a:cubicBezTo>
                    <a:pt x="713" y="1933"/>
                    <a:pt x="1448" y="2332"/>
                    <a:pt x="2036" y="2859"/>
                  </a:cubicBezTo>
                  <a:cubicBezTo>
                    <a:pt x="2127" y="2653"/>
                    <a:pt x="2225" y="2450"/>
                    <a:pt x="2317" y="2243"/>
                  </a:cubicBezTo>
                  <a:cubicBezTo>
                    <a:pt x="2331" y="2209"/>
                    <a:pt x="2360" y="2196"/>
                    <a:pt x="2391" y="2196"/>
                  </a:cubicBezTo>
                  <a:cubicBezTo>
                    <a:pt x="2419" y="2196"/>
                    <a:pt x="2448" y="2207"/>
                    <a:pt x="2468" y="2224"/>
                  </a:cubicBezTo>
                  <a:cubicBezTo>
                    <a:pt x="2623" y="2351"/>
                    <a:pt x="2778" y="2474"/>
                    <a:pt x="2945" y="2580"/>
                  </a:cubicBezTo>
                  <a:cubicBezTo>
                    <a:pt x="3048" y="2646"/>
                    <a:pt x="3225" y="2790"/>
                    <a:pt x="3353" y="2804"/>
                  </a:cubicBezTo>
                  <a:cubicBezTo>
                    <a:pt x="3366" y="2806"/>
                    <a:pt x="3377" y="2806"/>
                    <a:pt x="3387" y="2806"/>
                  </a:cubicBezTo>
                  <a:cubicBezTo>
                    <a:pt x="3482" y="2806"/>
                    <a:pt x="3425" y="2740"/>
                    <a:pt x="3352" y="2674"/>
                  </a:cubicBezTo>
                  <a:cubicBezTo>
                    <a:pt x="3265" y="2593"/>
                    <a:pt x="3151" y="2531"/>
                    <a:pt x="3053" y="2466"/>
                  </a:cubicBezTo>
                  <a:cubicBezTo>
                    <a:pt x="2902" y="2364"/>
                    <a:pt x="2749" y="2260"/>
                    <a:pt x="2597" y="2158"/>
                  </a:cubicBezTo>
                  <a:cubicBezTo>
                    <a:pt x="2514" y="2101"/>
                    <a:pt x="2531" y="1989"/>
                    <a:pt x="2623" y="1954"/>
                  </a:cubicBezTo>
                  <a:cubicBezTo>
                    <a:pt x="2871" y="1861"/>
                    <a:pt x="3080" y="1727"/>
                    <a:pt x="3270" y="1556"/>
                  </a:cubicBezTo>
                  <a:cubicBezTo>
                    <a:pt x="2907" y="1283"/>
                    <a:pt x="2462" y="1113"/>
                    <a:pt x="2058" y="919"/>
                  </a:cubicBezTo>
                  <a:cubicBezTo>
                    <a:pt x="2012" y="898"/>
                    <a:pt x="1996" y="855"/>
                    <a:pt x="2000" y="815"/>
                  </a:cubicBezTo>
                  <a:cubicBezTo>
                    <a:pt x="1515" y="616"/>
                    <a:pt x="1049" y="344"/>
                    <a:pt x="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4"/>
            <p:cNvSpPr/>
            <p:nvPr/>
          </p:nvSpPr>
          <p:spPr>
            <a:xfrm>
              <a:off x="4679625" y="606450"/>
              <a:ext cx="410725" cy="329525"/>
            </a:xfrm>
            <a:custGeom>
              <a:avLst/>
              <a:gdLst/>
              <a:ahLst/>
              <a:cxnLst/>
              <a:rect l="l" t="t" r="r" b="b"/>
              <a:pathLst>
                <a:path w="16429" h="13181" extrusionOk="0">
                  <a:moveTo>
                    <a:pt x="2467" y="1487"/>
                  </a:moveTo>
                  <a:cubicBezTo>
                    <a:pt x="2569" y="1487"/>
                    <a:pt x="2672" y="1508"/>
                    <a:pt x="2775" y="1553"/>
                  </a:cubicBezTo>
                  <a:cubicBezTo>
                    <a:pt x="3143" y="1718"/>
                    <a:pt x="3461" y="2283"/>
                    <a:pt x="3117" y="2620"/>
                  </a:cubicBezTo>
                  <a:cubicBezTo>
                    <a:pt x="3093" y="2643"/>
                    <a:pt x="3067" y="2653"/>
                    <a:pt x="3043" y="2653"/>
                  </a:cubicBezTo>
                  <a:cubicBezTo>
                    <a:pt x="2971" y="2653"/>
                    <a:pt x="2911" y="2568"/>
                    <a:pt x="2946" y="2488"/>
                  </a:cubicBezTo>
                  <a:cubicBezTo>
                    <a:pt x="3102" y="2151"/>
                    <a:pt x="2899" y="1765"/>
                    <a:pt x="2514" y="1726"/>
                  </a:cubicBezTo>
                  <a:cubicBezTo>
                    <a:pt x="2493" y="1724"/>
                    <a:pt x="2471" y="1723"/>
                    <a:pt x="2450" y="1723"/>
                  </a:cubicBezTo>
                  <a:cubicBezTo>
                    <a:pt x="2073" y="1723"/>
                    <a:pt x="1771" y="2040"/>
                    <a:pt x="1561" y="2321"/>
                  </a:cubicBezTo>
                  <a:cubicBezTo>
                    <a:pt x="1545" y="2342"/>
                    <a:pt x="1524" y="2352"/>
                    <a:pt x="1505" y="2352"/>
                  </a:cubicBezTo>
                  <a:cubicBezTo>
                    <a:pt x="1461" y="2352"/>
                    <a:pt x="1422" y="2307"/>
                    <a:pt x="1447" y="2254"/>
                  </a:cubicBezTo>
                  <a:cubicBezTo>
                    <a:pt x="1624" y="1869"/>
                    <a:pt x="2029" y="1487"/>
                    <a:pt x="2467" y="1487"/>
                  </a:cubicBezTo>
                  <a:close/>
                  <a:moveTo>
                    <a:pt x="5751" y="3201"/>
                  </a:moveTo>
                  <a:cubicBezTo>
                    <a:pt x="5961" y="3201"/>
                    <a:pt x="6165" y="3268"/>
                    <a:pt x="6330" y="3430"/>
                  </a:cubicBezTo>
                  <a:cubicBezTo>
                    <a:pt x="6627" y="3724"/>
                    <a:pt x="6733" y="4400"/>
                    <a:pt x="6275" y="4595"/>
                  </a:cubicBezTo>
                  <a:cubicBezTo>
                    <a:pt x="6259" y="4603"/>
                    <a:pt x="6242" y="4606"/>
                    <a:pt x="6226" y="4606"/>
                  </a:cubicBezTo>
                  <a:cubicBezTo>
                    <a:pt x="6137" y="4606"/>
                    <a:pt x="6067" y="4506"/>
                    <a:pt x="6141" y="4424"/>
                  </a:cubicBezTo>
                  <a:cubicBezTo>
                    <a:pt x="6377" y="4174"/>
                    <a:pt x="6376" y="3771"/>
                    <a:pt x="6079" y="3558"/>
                  </a:cubicBezTo>
                  <a:cubicBezTo>
                    <a:pt x="5963" y="3474"/>
                    <a:pt x="5832" y="3440"/>
                    <a:pt x="5698" y="3440"/>
                  </a:cubicBezTo>
                  <a:cubicBezTo>
                    <a:pt x="5419" y="3440"/>
                    <a:pt x="5126" y="3588"/>
                    <a:pt x="4920" y="3747"/>
                  </a:cubicBezTo>
                  <a:cubicBezTo>
                    <a:pt x="4905" y="3759"/>
                    <a:pt x="4889" y="3764"/>
                    <a:pt x="4873" y="3764"/>
                  </a:cubicBezTo>
                  <a:cubicBezTo>
                    <a:pt x="4803" y="3764"/>
                    <a:pt x="4743" y="3657"/>
                    <a:pt x="4806" y="3600"/>
                  </a:cubicBezTo>
                  <a:cubicBezTo>
                    <a:pt x="5047" y="3377"/>
                    <a:pt x="5408" y="3201"/>
                    <a:pt x="5751" y="3201"/>
                  </a:cubicBezTo>
                  <a:close/>
                  <a:moveTo>
                    <a:pt x="987" y="3527"/>
                  </a:moveTo>
                  <a:cubicBezTo>
                    <a:pt x="1108" y="3527"/>
                    <a:pt x="1183" y="3597"/>
                    <a:pt x="1218" y="3688"/>
                  </a:cubicBezTo>
                  <a:cubicBezTo>
                    <a:pt x="1242" y="3714"/>
                    <a:pt x="1262" y="3742"/>
                    <a:pt x="1278" y="3775"/>
                  </a:cubicBezTo>
                  <a:cubicBezTo>
                    <a:pt x="1373" y="3961"/>
                    <a:pt x="1278" y="4172"/>
                    <a:pt x="1193" y="4342"/>
                  </a:cubicBezTo>
                  <a:cubicBezTo>
                    <a:pt x="1170" y="4388"/>
                    <a:pt x="1122" y="4409"/>
                    <a:pt x="1074" y="4409"/>
                  </a:cubicBezTo>
                  <a:cubicBezTo>
                    <a:pt x="1049" y="4409"/>
                    <a:pt x="1024" y="4404"/>
                    <a:pt x="1003" y="4393"/>
                  </a:cubicBezTo>
                  <a:cubicBezTo>
                    <a:pt x="960" y="4372"/>
                    <a:pt x="918" y="4347"/>
                    <a:pt x="876" y="4317"/>
                  </a:cubicBezTo>
                  <a:lnTo>
                    <a:pt x="876" y="4317"/>
                  </a:lnTo>
                  <a:cubicBezTo>
                    <a:pt x="884" y="4388"/>
                    <a:pt x="898" y="4458"/>
                    <a:pt x="914" y="4528"/>
                  </a:cubicBezTo>
                  <a:cubicBezTo>
                    <a:pt x="930" y="4593"/>
                    <a:pt x="872" y="4645"/>
                    <a:pt x="817" y="4645"/>
                  </a:cubicBezTo>
                  <a:cubicBezTo>
                    <a:pt x="789" y="4645"/>
                    <a:pt x="762" y="4631"/>
                    <a:pt x="746" y="4600"/>
                  </a:cubicBezTo>
                  <a:cubicBezTo>
                    <a:pt x="682" y="4473"/>
                    <a:pt x="623" y="4229"/>
                    <a:pt x="630" y="4010"/>
                  </a:cubicBezTo>
                  <a:cubicBezTo>
                    <a:pt x="624" y="3983"/>
                    <a:pt x="619" y="3957"/>
                    <a:pt x="618" y="3928"/>
                  </a:cubicBezTo>
                  <a:cubicBezTo>
                    <a:pt x="608" y="3747"/>
                    <a:pt x="741" y="3570"/>
                    <a:pt x="921" y="3533"/>
                  </a:cubicBezTo>
                  <a:cubicBezTo>
                    <a:pt x="944" y="3529"/>
                    <a:pt x="966" y="3527"/>
                    <a:pt x="987" y="3527"/>
                  </a:cubicBezTo>
                  <a:close/>
                  <a:moveTo>
                    <a:pt x="3472" y="4998"/>
                  </a:moveTo>
                  <a:cubicBezTo>
                    <a:pt x="3810" y="4998"/>
                    <a:pt x="3956" y="5429"/>
                    <a:pt x="3839" y="5718"/>
                  </a:cubicBezTo>
                  <a:cubicBezTo>
                    <a:pt x="3733" y="5977"/>
                    <a:pt x="3490" y="6087"/>
                    <a:pt x="3238" y="6087"/>
                  </a:cubicBezTo>
                  <a:cubicBezTo>
                    <a:pt x="3077" y="6087"/>
                    <a:pt x="2913" y="6042"/>
                    <a:pt x="2777" y="5964"/>
                  </a:cubicBezTo>
                  <a:cubicBezTo>
                    <a:pt x="2701" y="5921"/>
                    <a:pt x="2741" y="5801"/>
                    <a:pt x="2817" y="5801"/>
                  </a:cubicBezTo>
                  <a:cubicBezTo>
                    <a:pt x="2826" y="5801"/>
                    <a:pt x="2835" y="5802"/>
                    <a:pt x="2845" y="5806"/>
                  </a:cubicBezTo>
                  <a:cubicBezTo>
                    <a:pt x="2949" y="5843"/>
                    <a:pt x="3071" y="5873"/>
                    <a:pt x="3190" y="5873"/>
                  </a:cubicBezTo>
                  <a:cubicBezTo>
                    <a:pt x="3305" y="5873"/>
                    <a:pt x="3417" y="5845"/>
                    <a:pt x="3506" y="5767"/>
                  </a:cubicBezTo>
                  <a:cubicBezTo>
                    <a:pt x="3534" y="5744"/>
                    <a:pt x="3559" y="5713"/>
                    <a:pt x="3577" y="5677"/>
                  </a:cubicBezTo>
                  <a:lnTo>
                    <a:pt x="3577" y="5677"/>
                  </a:lnTo>
                  <a:cubicBezTo>
                    <a:pt x="3503" y="5740"/>
                    <a:pt x="3410" y="5779"/>
                    <a:pt x="3316" y="5779"/>
                  </a:cubicBezTo>
                  <a:cubicBezTo>
                    <a:pt x="3266" y="5779"/>
                    <a:pt x="3216" y="5768"/>
                    <a:pt x="3167" y="5744"/>
                  </a:cubicBezTo>
                  <a:cubicBezTo>
                    <a:pt x="2803" y="5562"/>
                    <a:pt x="3074" y="5071"/>
                    <a:pt x="3380" y="5008"/>
                  </a:cubicBezTo>
                  <a:cubicBezTo>
                    <a:pt x="3412" y="5001"/>
                    <a:pt x="3443" y="4998"/>
                    <a:pt x="3472" y="4998"/>
                  </a:cubicBezTo>
                  <a:close/>
                  <a:moveTo>
                    <a:pt x="6566" y="0"/>
                  </a:moveTo>
                  <a:cubicBezTo>
                    <a:pt x="6039" y="853"/>
                    <a:pt x="5127" y="1121"/>
                    <a:pt x="4120" y="1121"/>
                  </a:cubicBezTo>
                  <a:cubicBezTo>
                    <a:pt x="3512" y="1121"/>
                    <a:pt x="2869" y="1024"/>
                    <a:pt x="2255" y="898"/>
                  </a:cubicBezTo>
                  <a:lnTo>
                    <a:pt x="2255" y="898"/>
                  </a:lnTo>
                  <a:cubicBezTo>
                    <a:pt x="2261" y="921"/>
                    <a:pt x="2255" y="945"/>
                    <a:pt x="2230" y="968"/>
                  </a:cubicBezTo>
                  <a:cubicBezTo>
                    <a:pt x="1283" y="1738"/>
                    <a:pt x="105" y="2451"/>
                    <a:pt x="47" y="3813"/>
                  </a:cubicBezTo>
                  <a:cubicBezTo>
                    <a:pt x="0" y="4944"/>
                    <a:pt x="701" y="6057"/>
                    <a:pt x="1680" y="6592"/>
                  </a:cubicBezTo>
                  <a:cubicBezTo>
                    <a:pt x="2226" y="6891"/>
                    <a:pt x="2840" y="7027"/>
                    <a:pt x="3466" y="7027"/>
                  </a:cubicBezTo>
                  <a:cubicBezTo>
                    <a:pt x="5457" y="7027"/>
                    <a:pt x="7567" y="5646"/>
                    <a:pt x="7965" y="3709"/>
                  </a:cubicBezTo>
                  <a:cubicBezTo>
                    <a:pt x="7981" y="3633"/>
                    <a:pt x="8036" y="3600"/>
                    <a:pt x="8095" y="3600"/>
                  </a:cubicBezTo>
                  <a:cubicBezTo>
                    <a:pt x="8184" y="3600"/>
                    <a:pt x="8281" y="3676"/>
                    <a:pt x="8258" y="3791"/>
                  </a:cubicBezTo>
                  <a:cubicBezTo>
                    <a:pt x="7835" y="5867"/>
                    <a:pt x="5587" y="7333"/>
                    <a:pt x="3460" y="7333"/>
                  </a:cubicBezTo>
                  <a:cubicBezTo>
                    <a:pt x="3038" y="7333"/>
                    <a:pt x="2621" y="7275"/>
                    <a:pt x="2224" y="7154"/>
                  </a:cubicBezTo>
                  <a:lnTo>
                    <a:pt x="2224" y="7154"/>
                  </a:lnTo>
                  <a:cubicBezTo>
                    <a:pt x="3001" y="7454"/>
                    <a:pt x="3769" y="7780"/>
                    <a:pt x="4526" y="8123"/>
                  </a:cubicBezTo>
                  <a:cubicBezTo>
                    <a:pt x="6561" y="9044"/>
                    <a:pt x="8534" y="10089"/>
                    <a:pt x="10499" y="11149"/>
                  </a:cubicBezTo>
                  <a:cubicBezTo>
                    <a:pt x="11483" y="11679"/>
                    <a:pt x="12465" y="12211"/>
                    <a:pt x="13450" y="12735"/>
                  </a:cubicBezTo>
                  <a:cubicBezTo>
                    <a:pt x="13720" y="12880"/>
                    <a:pt x="13998" y="13039"/>
                    <a:pt x="14283" y="13181"/>
                  </a:cubicBezTo>
                  <a:cubicBezTo>
                    <a:pt x="14284" y="13174"/>
                    <a:pt x="14288" y="13170"/>
                    <a:pt x="14293" y="13165"/>
                  </a:cubicBezTo>
                  <a:cubicBezTo>
                    <a:pt x="14616" y="12901"/>
                    <a:pt x="14882" y="12671"/>
                    <a:pt x="15073" y="12290"/>
                  </a:cubicBezTo>
                  <a:cubicBezTo>
                    <a:pt x="15090" y="12254"/>
                    <a:pt x="15126" y="12239"/>
                    <a:pt x="15162" y="12239"/>
                  </a:cubicBezTo>
                  <a:cubicBezTo>
                    <a:pt x="15182" y="12239"/>
                    <a:pt x="15200" y="12243"/>
                    <a:pt x="15217" y="12251"/>
                  </a:cubicBezTo>
                  <a:cubicBezTo>
                    <a:pt x="15583" y="12437"/>
                    <a:pt x="15946" y="12626"/>
                    <a:pt x="16310" y="12818"/>
                  </a:cubicBezTo>
                  <a:cubicBezTo>
                    <a:pt x="16128" y="12505"/>
                    <a:pt x="15910" y="12222"/>
                    <a:pt x="15648" y="11963"/>
                  </a:cubicBezTo>
                  <a:cubicBezTo>
                    <a:pt x="15592" y="11910"/>
                    <a:pt x="15611" y="11791"/>
                    <a:pt x="15695" y="11779"/>
                  </a:cubicBezTo>
                  <a:cubicBezTo>
                    <a:pt x="15977" y="11734"/>
                    <a:pt x="16200" y="11626"/>
                    <a:pt x="16429" y="11461"/>
                  </a:cubicBezTo>
                  <a:cubicBezTo>
                    <a:pt x="16253" y="11301"/>
                    <a:pt x="16068" y="11148"/>
                    <a:pt x="15869" y="11009"/>
                  </a:cubicBezTo>
                  <a:cubicBezTo>
                    <a:pt x="15382" y="10671"/>
                    <a:pt x="14860" y="10447"/>
                    <a:pt x="14312" y="10227"/>
                  </a:cubicBezTo>
                  <a:cubicBezTo>
                    <a:pt x="14305" y="10222"/>
                    <a:pt x="14299" y="10219"/>
                    <a:pt x="14291" y="10213"/>
                  </a:cubicBezTo>
                  <a:cubicBezTo>
                    <a:pt x="14245" y="10278"/>
                    <a:pt x="14198" y="10343"/>
                    <a:pt x="14148" y="10405"/>
                  </a:cubicBezTo>
                  <a:cubicBezTo>
                    <a:pt x="14126" y="10432"/>
                    <a:pt x="14099" y="10444"/>
                    <a:pt x="14072" y="10444"/>
                  </a:cubicBezTo>
                  <a:cubicBezTo>
                    <a:pt x="13992" y="10444"/>
                    <a:pt x="13912" y="10346"/>
                    <a:pt x="13963" y="10262"/>
                  </a:cubicBezTo>
                  <a:cubicBezTo>
                    <a:pt x="14372" y="9586"/>
                    <a:pt x="14734" y="8781"/>
                    <a:pt x="14801" y="7990"/>
                  </a:cubicBezTo>
                  <a:cubicBezTo>
                    <a:pt x="14786" y="7952"/>
                    <a:pt x="14791" y="7915"/>
                    <a:pt x="14807" y="7882"/>
                  </a:cubicBezTo>
                  <a:cubicBezTo>
                    <a:pt x="14839" y="7222"/>
                    <a:pt x="14661" y="6579"/>
                    <a:pt x="14120" y="6030"/>
                  </a:cubicBezTo>
                  <a:cubicBezTo>
                    <a:pt x="13347" y="5247"/>
                    <a:pt x="12141" y="5216"/>
                    <a:pt x="11133" y="4979"/>
                  </a:cubicBezTo>
                  <a:cubicBezTo>
                    <a:pt x="10375" y="4802"/>
                    <a:pt x="9623" y="4497"/>
                    <a:pt x="9185" y="3817"/>
                  </a:cubicBezTo>
                  <a:cubicBezTo>
                    <a:pt x="8897" y="3373"/>
                    <a:pt x="8400" y="2009"/>
                    <a:pt x="8828" y="1545"/>
                  </a:cubicBezTo>
                  <a:cubicBezTo>
                    <a:pt x="8841" y="1530"/>
                    <a:pt x="8860" y="1519"/>
                    <a:pt x="8878" y="1513"/>
                  </a:cubicBezTo>
                  <a:cubicBezTo>
                    <a:pt x="7819" y="1476"/>
                    <a:pt x="6778" y="1046"/>
                    <a:pt x="6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4"/>
            <p:cNvSpPr/>
            <p:nvPr/>
          </p:nvSpPr>
          <p:spPr>
            <a:xfrm>
              <a:off x="4850350" y="577325"/>
              <a:ext cx="75200" cy="59625"/>
            </a:xfrm>
            <a:custGeom>
              <a:avLst/>
              <a:gdLst/>
              <a:ahLst/>
              <a:cxnLst/>
              <a:rect l="l" t="t" r="r" b="b"/>
              <a:pathLst>
                <a:path w="3008" h="2385" extrusionOk="0">
                  <a:moveTo>
                    <a:pt x="1144" y="1"/>
                  </a:moveTo>
                  <a:cubicBezTo>
                    <a:pt x="1136" y="109"/>
                    <a:pt x="1127" y="215"/>
                    <a:pt x="1118" y="322"/>
                  </a:cubicBezTo>
                  <a:cubicBezTo>
                    <a:pt x="1110" y="405"/>
                    <a:pt x="1048" y="449"/>
                    <a:pt x="982" y="459"/>
                  </a:cubicBezTo>
                  <a:cubicBezTo>
                    <a:pt x="980" y="486"/>
                    <a:pt x="965" y="512"/>
                    <a:pt x="935" y="528"/>
                  </a:cubicBezTo>
                  <a:cubicBezTo>
                    <a:pt x="652" y="683"/>
                    <a:pt x="328" y="755"/>
                    <a:pt x="0" y="756"/>
                  </a:cubicBezTo>
                  <a:cubicBezTo>
                    <a:pt x="8" y="1969"/>
                    <a:pt x="1095" y="2385"/>
                    <a:pt x="2162" y="2385"/>
                  </a:cubicBezTo>
                  <a:cubicBezTo>
                    <a:pt x="2452" y="2385"/>
                    <a:pt x="2742" y="2354"/>
                    <a:pt x="3007" y="2300"/>
                  </a:cubicBezTo>
                  <a:cubicBezTo>
                    <a:pt x="2860" y="1949"/>
                    <a:pt x="2840" y="1595"/>
                    <a:pt x="2733" y="1215"/>
                  </a:cubicBezTo>
                  <a:cubicBezTo>
                    <a:pt x="2519" y="457"/>
                    <a:pt x="1890" y="30"/>
                    <a:pt x="1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4"/>
            <p:cNvSpPr/>
            <p:nvPr/>
          </p:nvSpPr>
          <p:spPr>
            <a:xfrm>
              <a:off x="4880525" y="546075"/>
              <a:ext cx="37625" cy="42250"/>
            </a:xfrm>
            <a:custGeom>
              <a:avLst/>
              <a:gdLst/>
              <a:ahLst/>
              <a:cxnLst/>
              <a:rect l="l" t="t" r="r" b="b"/>
              <a:pathLst>
                <a:path w="1505" h="1690" extrusionOk="0">
                  <a:moveTo>
                    <a:pt x="1347" y="0"/>
                  </a:moveTo>
                  <a:cubicBezTo>
                    <a:pt x="877" y="295"/>
                    <a:pt x="436" y="610"/>
                    <a:pt x="0" y="958"/>
                  </a:cubicBezTo>
                  <a:cubicBezTo>
                    <a:pt x="515" y="972"/>
                    <a:pt x="991" y="1171"/>
                    <a:pt x="1358" y="1554"/>
                  </a:cubicBezTo>
                  <a:cubicBezTo>
                    <a:pt x="1400" y="1598"/>
                    <a:pt x="1436" y="1643"/>
                    <a:pt x="1472" y="1689"/>
                  </a:cubicBezTo>
                  <a:cubicBezTo>
                    <a:pt x="1505" y="1116"/>
                    <a:pt x="1483" y="571"/>
                    <a:pt x="1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4"/>
            <p:cNvSpPr/>
            <p:nvPr/>
          </p:nvSpPr>
          <p:spPr>
            <a:xfrm>
              <a:off x="4837050" y="478775"/>
              <a:ext cx="37000" cy="55500"/>
            </a:xfrm>
            <a:custGeom>
              <a:avLst/>
              <a:gdLst/>
              <a:ahLst/>
              <a:cxnLst/>
              <a:rect l="l" t="t" r="r" b="b"/>
              <a:pathLst>
                <a:path w="1480" h="2220" extrusionOk="0">
                  <a:moveTo>
                    <a:pt x="500" y="0"/>
                  </a:moveTo>
                  <a:cubicBezTo>
                    <a:pt x="324" y="367"/>
                    <a:pt x="159" y="739"/>
                    <a:pt x="1" y="1113"/>
                  </a:cubicBezTo>
                  <a:cubicBezTo>
                    <a:pt x="377" y="1568"/>
                    <a:pt x="816" y="1880"/>
                    <a:pt x="1352" y="2142"/>
                  </a:cubicBezTo>
                  <a:cubicBezTo>
                    <a:pt x="1391" y="2160"/>
                    <a:pt x="1407" y="2190"/>
                    <a:pt x="1407" y="2220"/>
                  </a:cubicBezTo>
                  <a:lnTo>
                    <a:pt x="1470" y="2220"/>
                  </a:lnTo>
                  <a:cubicBezTo>
                    <a:pt x="1474" y="2007"/>
                    <a:pt x="1474" y="1797"/>
                    <a:pt x="1471" y="1585"/>
                  </a:cubicBezTo>
                  <a:cubicBezTo>
                    <a:pt x="1469" y="1368"/>
                    <a:pt x="1476" y="1107"/>
                    <a:pt x="1479" y="827"/>
                  </a:cubicBezTo>
                  <a:cubicBezTo>
                    <a:pt x="1472" y="823"/>
                    <a:pt x="1466" y="823"/>
                    <a:pt x="1462" y="818"/>
                  </a:cubicBezTo>
                  <a:cubicBezTo>
                    <a:pt x="1127" y="559"/>
                    <a:pt x="796" y="304"/>
                    <a:pt x="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4"/>
            <p:cNvSpPr/>
            <p:nvPr/>
          </p:nvSpPr>
          <p:spPr>
            <a:xfrm>
              <a:off x="4823425" y="510325"/>
              <a:ext cx="50375" cy="66900"/>
            </a:xfrm>
            <a:custGeom>
              <a:avLst/>
              <a:gdLst/>
              <a:ahLst/>
              <a:cxnLst/>
              <a:rect l="l" t="t" r="r" b="b"/>
              <a:pathLst>
                <a:path w="2015" h="2676" extrusionOk="0">
                  <a:moveTo>
                    <a:pt x="483" y="0"/>
                  </a:moveTo>
                  <a:cubicBezTo>
                    <a:pt x="315" y="411"/>
                    <a:pt x="154" y="824"/>
                    <a:pt x="1" y="1243"/>
                  </a:cubicBezTo>
                  <a:cubicBezTo>
                    <a:pt x="305" y="1499"/>
                    <a:pt x="567" y="1799"/>
                    <a:pt x="887" y="2043"/>
                  </a:cubicBezTo>
                  <a:cubicBezTo>
                    <a:pt x="1214" y="2292"/>
                    <a:pt x="1570" y="2481"/>
                    <a:pt x="1929" y="2676"/>
                  </a:cubicBezTo>
                  <a:cubicBezTo>
                    <a:pt x="1931" y="2657"/>
                    <a:pt x="1931" y="2637"/>
                    <a:pt x="1932" y="2617"/>
                  </a:cubicBezTo>
                  <a:cubicBezTo>
                    <a:pt x="1905" y="2566"/>
                    <a:pt x="1908" y="2497"/>
                    <a:pt x="1945" y="2450"/>
                  </a:cubicBezTo>
                  <a:cubicBezTo>
                    <a:pt x="1983" y="1950"/>
                    <a:pt x="2006" y="1455"/>
                    <a:pt x="2014" y="958"/>
                  </a:cubicBezTo>
                  <a:lnTo>
                    <a:pt x="1950" y="958"/>
                  </a:lnTo>
                  <a:cubicBezTo>
                    <a:pt x="1950" y="1013"/>
                    <a:pt x="1899" y="1070"/>
                    <a:pt x="1833" y="1070"/>
                  </a:cubicBezTo>
                  <a:cubicBezTo>
                    <a:pt x="1819" y="1070"/>
                    <a:pt x="1804" y="1067"/>
                    <a:pt x="1788" y="1061"/>
                  </a:cubicBezTo>
                  <a:cubicBezTo>
                    <a:pt x="1278" y="846"/>
                    <a:pt x="817" y="451"/>
                    <a:pt x="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4"/>
            <p:cNvSpPr/>
            <p:nvPr/>
          </p:nvSpPr>
          <p:spPr>
            <a:xfrm>
              <a:off x="4851150" y="448450"/>
              <a:ext cx="22900" cy="45025"/>
            </a:xfrm>
            <a:custGeom>
              <a:avLst/>
              <a:gdLst/>
              <a:ahLst/>
              <a:cxnLst/>
              <a:rect l="l" t="t" r="r" b="b"/>
              <a:pathLst>
                <a:path w="916" h="1801" extrusionOk="0">
                  <a:moveTo>
                    <a:pt x="570" y="0"/>
                  </a:moveTo>
                  <a:cubicBezTo>
                    <a:pt x="367" y="357"/>
                    <a:pt x="180" y="716"/>
                    <a:pt x="1" y="1078"/>
                  </a:cubicBezTo>
                  <a:cubicBezTo>
                    <a:pt x="283" y="1346"/>
                    <a:pt x="580" y="1604"/>
                    <a:pt x="915" y="1801"/>
                  </a:cubicBezTo>
                  <a:cubicBezTo>
                    <a:pt x="911" y="1150"/>
                    <a:pt x="858" y="447"/>
                    <a:pt x="5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4"/>
            <p:cNvSpPr/>
            <p:nvPr/>
          </p:nvSpPr>
          <p:spPr>
            <a:xfrm>
              <a:off x="4810500" y="544575"/>
              <a:ext cx="60725" cy="44650"/>
            </a:xfrm>
            <a:custGeom>
              <a:avLst/>
              <a:gdLst/>
              <a:ahLst/>
              <a:cxnLst/>
              <a:rect l="l" t="t" r="r" b="b"/>
              <a:pathLst>
                <a:path w="2429" h="1786" extrusionOk="0">
                  <a:moveTo>
                    <a:pt x="472" y="0"/>
                  </a:moveTo>
                  <a:cubicBezTo>
                    <a:pt x="470" y="8"/>
                    <a:pt x="466" y="16"/>
                    <a:pt x="464" y="25"/>
                  </a:cubicBezTo>
                  <a:cubicBezTo>
                    <a:pt x="516" y="79"/>
                    <a:pt x="480" y="164"/>
                    <a:pt x="413" y="170"/>
                  </a:cubicBezTo>
                  <a:cubicBezTo>
                    <a:pt x="294" y="496"/>
                    <a:pt x="179" y="824"/>
                    <a:pt x="65" y="1154"/>
                  </a:cubicBezTo>
                  <a:cubicBezTo>
                    <a:pt x="53" y="1192"/>
                    <a:pt x="27" y="1212"/>
                    <a:pt x="1" y="1222"/>
                  </a:cubicBezTo>
                  <a:cubicBezTo>
                    <a:pt x="438" y="1559"/>
                    <a:pt x="873" y="1736"/>
                    <a:pt x="1336" y="1776"/>
                  </a:cubicBezTo>
                  <a:cubicBezTo>
                    <a:pt x="1368" y="1741"/>
                    <a:pt x="1413" y="1725"/>
                    <a:pt x="1457" y="1725"/>
                  </a:cubicBezTo>
                  <a:cubicBezTo>
                    <a:pt x="1506" y="1725"/>
                    <a:pt x="1553" y="1745"/>
                    <a:pt x="1580" y="1785"/>
                  </a:cubicBezTo>
                  <a:cubicBezTo>
                    <a:pt x="1848" y="1782"/>
                    <a:pt x="2125" y="1738"/>
                    <a:pt x="2422" y="1655"/>
                  </a:cubicBezTo>
                  <a:cubicBezTo>
                    <a:pt x="2422" y="1646"/>
                    <a:pt x="2419" y="1640"/>
                    <a:pt x="2420" y="1632"/>
                  </a:cubicBezTo>
                  <a:cubicBezTo>
                    <a:pt x="2423" y="1598"/>
                    <a:pt x="2425" y="1559"/>
                    <a:pt x="2428" y="1523"/>
                  </a:cubicBezTo>
                  <a:cubicBezTo>
                    <a:pt x="2420" y="1523"/>
                    <a:pt x="2412" y="1522"/>
                    <a:pt x="2403" y="1518"/>
                  </a:cubicBezTo>
                  <a:cubicBezTo>
                    <a:pt x="1710" y="1236"/>
                    <a:pt x="876" y="668"/>
                    <a:pt x="4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4"/>
            <p:cNvSpPr/>
            <p:nvPr/>
          </p:nvSpPr>
          <p:spPr>
            <a:xfrm>
              <a:off x="4798250" y="686500"/>
              <a:ext cx="49775" cy="35125"/>
            </a:xfrm>
            <a:custGeom>
              <a:avLst/>
              <a:gdLst/>
              <a:ahLst/>
              <a:cxnLst/>
              <a:rect l="l" t="t" r="r" b="b"/>
              <a:pathLst>
                <a:path w="1991" h="1405" extrusionOk="0">
                  <a:moveTo>
                    <a:pt x="1008" y="0"/>
                  </a:moveTo>
                  <a:cubicBezTo>
                    <a:pt x="665" y="0"/>
                    <a:pt x="304" y="177"/>
                    <a:pt x="64" y="400"/>
                  </a:cubicBezTo>
                  <a:cubicBezTo>
                    <a:pt x="1" y="458"/>
                    <a:pt x="60" y="565"/>
                    <a:pt x="131" y="565"/>
                  </a:cubicBezTo>
                  <a:cubicBezTo>
                    <a:pt x="147" y="565"/>
                    <a:pt x="163" y="560"/>
                    <a:pt x="178" y="548"/>
                  </a:cubicBezTo>
                  <a:cubicBezTo>
                    <a:pt x="384" y="388"/>
                    <a:pt x="677" y="240"/>
                    <a:pt x="955" y="240"/>
                  </a:cubicBezTo>
                  <a:cubicBezTo>
                    <a:pt x="1090" y="240"/>
                    <a:pt x="1221" y="274"/>
                    <a:pt x="1337" y="358"/>
                  </a:cubicBezTo>
                  <a:cubicBezTo>
                    <a:pt x="1634" y="571"/>
                    <a:pt x="1635" y="974"/>
                    <a:pt x="1400" y="1226"/>
                  </a:cubicBezTo>
                  <a:cubicBezTo>
                    <a:pt x="1323" y="1306"/>
                    <a:pt x="1393" y="1405"/>
                    <a:pt x="1482" y="1405"/>
                  </a:cubicBezTo>
                  <a:cubicBezTo>
                    <a:pt x="1498" y="1405"/>
                    <a:pt x="1515" y="1402"/>
                    <a:pt x="1531" y="1394"/>
                  </a:cubicBezTo>
                  <a:cubicBezTo>
                    <a:pt x="1990" y="1200"/>
                    <a:pt x="1883" y="522"/>
                    <a:pt x="1587" y="229"/>
                  </a:cubicBezTo>
                  <a:cubicBezTo>
                    <a:pt x="1422" y="66"/>
                    <a:pt x="1218" y="0"/>
                    <a:pt x="1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4"/>
            <p:cNvSpPr/>
            <p:nvPr/>
          </p:nvSpPr>
          <p:spPr>
            <a:xfrm>
              <a:off x="4764850" y="503000"/>
              <a:ext cx="46275" cy="36350"/>
            </a:xfrm>
            <a:custGeom>
              <a:avLst/>
              <a:gdLst/>
              <a:ahLst/>
              <a:cxnLst/>
              <a:rect l="l" t="t" r="r" b="b"/>
              <a:pathLst>
                <a:path w="1851" h="1454" extrusionOk="0">
                  <a:moveTo>
                    <a:pt x="1202" y="0"/>
                  </a:moveTo>
                  <a:cubicBezTo>
                    <a:pt x="759" y="0"/>
                    <a:pt x="167" y="1176"/>
                    <a:pt x="5" y="1449"/>
                  </a:cubicBezTo>
                  <a:lnTo>
                    <a:pt x="0" y="1454"/>
                  </a:lnTo>
                  <a:cubicBezTo>
                    <a:pt x="306" y="1319"/>
                    <a:pt x="628" y="1249"/>
                    <a:pt x="951" y="1249"/>
                  </a:cubicBezTo>
                  <a:cubicBezTo>
                    <a:pt x="1255" y="1249"/>
                    <a:pt x="1559" y="1311"/>
                    <a:pt x="1851" y="1437"/>
                  </a:cubicBezTo>
                  <a:cubicBezTo>
                    <a:pt x="1810" y="1264"/>
                    <a:pt x="1767" y="1092"/>
                    <a:pt x="1712" y="922"/>
                  </a:cubicBezTo>
                  <a:cubicBezTo>
                    <a:pt x="1640" y="694"/>
                    <a:pt x="1537" y="197"/>
                    <a:pt x="1353" y="54"/>
                  </a:cubicBezTo>
                  <a:cubicBezTo>
                    <a:pt x="1306" y="17"/>
                    <a:pt x="1255" y="0"/>
                    <a:pt x="1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4"/>
            <p:cNvSpPr/>
            <p:nvPr/>
          </p:nvSpPr>
          <p:spPr>
            <a:xfrm>
              <a:off x="4747125" y="731375"/>
              <a:ext cx="31400" cy="27250"/>
            </a:xfrm>
            <a:custGeom>
              <a:avLst/>
              <a:gdLst/>
              <a:ahLst/>
              <a:cxnLst/>
              <a:rect l="l" t="t" r="r" b="b"/>
              <a:pathLst>
                <a:path w="1256" h="1090" extrusionOk="0">
                  <a:moveTo>
                    <a:pt x="772" y="1"/>
                  </a:moveTo>
                  <a:cubicBezTo>
                    <a:pt x="743" y="1"/>
                    <a:pt x="712" y="4"/>
                    <a:pt x="680" y="11"/>
                  </a:cubicBezTo>
                  <a:cubicBezTo>
                    <a:pt x="372" y="75"/>
                    <a:pt x="103" y="565"/>
                    <a:pt x="467" y="746"/>
                  </a:cubicBezTo>
                  <a:cubicBezTo>
                    <a:pt x="515" y="770"/>
                    <a:pt x="565" y="781"/>
                    <a:pt x="615" y="781"/>
                  </a:cubicBezTo>
                  <a:cubicBezTo>
                    <a:pt x="710" y="781"/>
                    <a:pt x="803" y="741"/>
                    <a:pt x="877" y="679"/>
                  </a:cubicBezTo>
                  <a:lnTo>
                    <a:pt x="877" y="679"/>
                  </a:lnTo>
                  <a:cubicBezTo>
                    <a:pt x="859" y="715"/>
                    <a:pt x="835" y="746"/>
                    <a:pt x="806" y="769"/>
                  </a:cubicBezTo>
                  <a:cubicBezTo>
                    <a:pt x="717" y="847"/>
                    <a:pt x="605" y="875"/>
                    <a:pt x="491" y="875"/>
                  </a:cubicBezTo>
                  <a:cubicBezTo>
                    <a:pt x="372" y="875"/>
                    <a:pt x="249" y="845"/>
                    <a:pt x="145" y="807"/>
                  </a:cubicBezTo>
                  <a:cubicBezTo>
                    <a:pt x="135" y="803"/>
                    <a:pt x="126" y="802"/>
                    <a:pt x="118" y="802"/>
                  </a:cubicBezTo>
                  <a:cubicBezTo>
                    <a:pt x="41" y="802"/>
                    <a:pt x="1" y="923"/>
                    <a:pt x="77" y="966"/>
                  </a:cubicBezTo>
                  <a:cubicBezTo>
                    <a:pt x="213" y="1045"/>
                    <a:pt x="378" y="1089"/>
                    <a:pt x="539" y="1089"/>
                  </a:cubicBezTo>
                  <a:cubicBezTo>
                    <a:pt x="791" y="1089"/>
                    <a:pt x="1033" y="980"/>
                    <a:pt x="1139" y="721"/>
                  </a:cubicBezTo>
                  <a:cubicBezTo>
                    <a:pt x="1256" y="432"/>
                    <a:pt x="1110" y="1"/>
                    <a:pt x="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4"/>
            <p:cNvSpPr/>
            <p:nvPr/>
          </p:nvSpPr>
          <p:spPr>
            <a:xfrm>
              <a:off x="4715175" y="643625"/>
              <a:ext cx="51025" cy="29150"/>
            </a:xfrm>
            <a:custGeom>
              <a:avLst/>
              <a:gdLst/>
              <a:ahLst/>
              <a:cxnLst/>
              <a:rect l="l" t="t" r="r" b="b"/>
              <a:pathLst>
                <a:path w="2041" h="1166" extrusionOk="0">
                  <a:moveTo>
                    <a:pt x="1048" y="1"/>
                  </a:moveTo>
                  <a:cubicBezTo>
                    <a:pt x="608" y="1"/>
                    <a:pt x="203" y="382"/>
                    <a:pt x="26" y="767"/>
                  </a:cubicBezTo>
                  <a:cubicBezTo>
                    <a:pt x="1" y="820"/>
                    <a:pt x="40" y="865"/>
                    <a:pt x="84" y="865"/>
                  </a:cubicBezTo>
                  <a:cubicBezTo>
                    <a:pt x="104" y="865"/>
                    <a:pt x="124" y="855"/>
                    <a:pt x="140" y="834"/>
                  </a:cubicBezTo>
                  <a:cubicBezTo>
                    <a:pt x="350" y="553"/>
                    <a:pt x="653" y="236"/>
                    <a:pt x="1029" y="236"/>
                  </a:cubicBezTo>
                  <a:cubicBezTo>
                    <a:pt x="1050" y="236"/>
                    <a:pt x="1072" y="237"/>
                    <a:pt x="1093" y="239"/>
                  </a:cubicBezTo>
                  <a:cubicBezTo>
                    <a:pt x="1480" y="278"/>
                    <a:pt x="1682" y="664"/>
                    <a:pt x="1526" y="1001"/>
                  </a:cubicBezTo>
                  <a:cubicBezTo>
                    <a:pt x="1489" y="1081"/>
                    <a:pt x="1550" y="1166"/>
                    <a:pt x="1623" y="1166"/>
                  </a:cubicBezTo>
                  <a:cubicBezTo>
                    <a:pt x="1647" y="1166"/>
                    <a:pt x="1673" y="1156"/>
                    <a:pt x="1697" y="1133"/>
                  </a:cubicBezTo>
                  <a:cubicBezTo>
                    <a:pt x="2040" y="796"/>
                    <a:pt x="1723" y="229"/>
                    <a:pt x="1355" y="66"/>
                  </a:cubicBezTo>
                  <a:cubicBezTo>
                    <a:pt x="1252" y="21"/>
                    <a:pt x="1149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4"/>
            <p:cNvSpPr/>
            <p:nvPr/>
          </p:nvSpPr>
          <p:spPr>
            <a:xfrm>
              <a:off x="4599150" y="692175"/>
              <a:ext cx="124700" cy="88750"/>
            </a:xfrm>
            <a:custGeom>
              <a:avLst/>
              <a:gdLst/>
              <a:ahLst/>
              <a:cxnLst/>
              <a:rect l="l" t="t" r="r" b="b"/>
              <a:pathLst>
                <a:path w="4988" h="3550" extrusionOk="0">
                  <a:moveTo>
                    <a:pt x="1558" y="1"/>
                  </a:moveTo>
                  <a:cubicBezTo>
                    <a:pt x="1557" y="15"/>
                    <a:pt x="1553" y="30"/>
                    <a:pt x="1547" y="43"/>
                  </a:cubicBezTo>
                  <a:cubicBezTo>
                    <a:pt x="1303" y="557"/>
                    <a:pt x="896" y="738"/>
                    <a:pt x="443" y="738"/>
                  </a:cubicBezTo>
                  <a:cubicBezTo>
                    <a:pt x="299" y="738"/>
                    <a:pt x="150" y="719"/>
                    <a:pt x="0" y="688"/>
                  </a:cubicBezTo>
                  <a:lnTo>
                    <a:pt x="0" y="688"/>
                  </a:lnTo>
                  <a:cubicBezTo>
                    <a:pt x="231" y="870"/>
                    <a:pt x="485" y="1011"/>
                    <a:pt x="782" y="1105"/>
                  </a:cubicBezTo>
                  <a:cubicBezTo>
                    <a:pt x="854" y="1129"/>
                    <a:pt x="877" y="1201"/>
                    <a:pt x="848" y="1266"/>
                  </a:cubicBezTo>
                  <a:cubicBezTo>
                    <a:pt x="699" y="1584"/>
                    <a:pt x="558" y="1906"/>
                    <a:pt x="396" y="2218"/>
                  </a:cubicBezTo>
                  <a:cubicBezTo>
                    <a:pt x="883" y="2348"/>
                    <a:pt x="1398" y="2421"/>
                    <a:pt x="1731" y="2507"/>
                  </a:cubicBezTo>
                  <a:cubicBezTo>
                    <a:pt x="2836" y="2796"/>
                    <a:pt x="3920" y="3151"/>
                    <a:pt x="4987" y="3549"/>
                  </a:cubicBezTo>
                  <a:cubicBezTo>
                    <a:pt x="4874" y="3499"/>
                    <a:pt x="4761" y="3442"/>
                    <a:pt x="4652" y="3379"/>
                  </a:cubicBezTo>
                  <a:cubicBezTo>
                    <a:pt x="3672" y="2802"/>
                    <a:pt x="2973" y="1678"/>
                    <a:pt x="2959" y="528"/>
                  </a:cubicBezTo>
                  <a:cubicBezTo>
                    <a:pt x="2937" y="545"/>
                    <a:pt x="2912" y="555"/>
                    <a:pt x="2883" y="555"/>
                  </a:cubicBezTo>
                  <a:cubicBezTo>
                    <a:pt x="2865" y="555"/>
                    <a:pt x="2845" y="550"/>
                    <a:pt x="2825" y="541"/>
                  </a:cubicBezTo>
                  <a:cubicBezTo>
                    <a:pt x="2464" y="357"/>
                    <a:pt x="2017" y="145"/>
                    <a:pt x="1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4"/>
            <p:cNvSpPr/>
            <p:nvPr/>
          </p:nvSpPr>
          <p:spPr>
            <a:xfrm>
              <a:off x="4694800" y="694575"/>
              <a:ext cx="19125" cy="28000"/>
            </a:xfrm>
            <a:custGeom>
              <a:avLst/>
              <a:gdLst/>
              <a:ahLst/>
              <a:cxnLst/>
              <a:rect l="l" t="t" r="r" b="b"/>
              <a:pathLst>
                <a:path w="765" h="1120" extrusionOk="0">
                  <a:moveTo>
                    <a:pt x="380" y="1"/>
                  </a:moveTo>
                  <a:cubicBezTo>
                    <a:pt x="359" y="1"/>
                    <a:pt x="337" y="3"/>
                    <a:pt x="314" y="7"/>
                  </a:cubicBezTo>
                  <a:cubicBezTo>
                    <a:pt x="134" y="44"/>
                    <a:pt x="1" y="221"/>
                    <a:pt x="11" y="402"/>
                  </a:cubicBezTo>
                  <a:cubicBezTo>
                    <a:pt x="13" y="431"/>
                    <a:pt x="17" y="458"/>
                    <a:pt x="23" y="484"/>
                  </a:cubicBezTo>
                  <a:cubicBezTo>
                    <a:pt x="16" y="702"/>
                    <a:pt x="75" y="946"/>
                    <a:pt x="139" y="1074"/>
                  </a:cubicBezTo>
                  <a:cubicBezTo>
                    <a:pt x="156" y="1106"/>
                    <a:pt x="183" y="1119"/>
                    <a:pt x="211" y="1119"/>
                  </a:cubicBezTo>
                  <a:cubicBezTo>
                    <a:pt x="265" y="1119"/>
                    <a:pt x="323" y="1067"/>
                    <a:pt x="307" y="1002"/>
                  </a:cubicBezTo>
                  <a:cubicBezTo>
                    <a:pt x="291" y="931"/>
                    <a:pt x="277" y="861"/>
                    <a:pt x="269" y="791"/>
                  </a:cubicBezTo>
                  <a:lnTo>
                    <a:pt x="269" y="791"/>
                  </a:lnTo>
                  <a:cubicBezTo>
                    <a:pt x="311" y="821"/>
                    <a:pt x="353" y="846"/>
                    <a:pt x="396" y="867"/>
                  </a:cubicBezTo>
                  <a:cubicBezTo>
                    <a:pt x="418" y="878"/>
                    <a:pt x="443" y="884"/>
                    <a:pt x="467" y="884"/>
                  </a:cubicBezTo>
                  <a:cubicBezTo>
                    <a:pt x="515" y="884"/>
                    <a:pt x="563" y="863"/>
                    <a:pt x="586" y="817"/>
                  </a:cubicBezTo>
                  <a:cubicBezTo>
                    <a:pt x="671" y="647"/>
                    <a:pt x="764" y="437"/>
                    <a:pt x="671" y="250"/>
                  </a:cubicBezTo>
                  <a:cubicBezTo>
                    <a:pt x="655" y="216"/>
                    <a:pt x="637" y="189"/>
                    <a:pt x="611" y="162"/>
                  </a:cubicBezTo>
                  <a:cubicBezTo>
                    <a:pt x="576" y="71"/>
                    <a:pt x="501" y="1"/>
                    <a:pt x="3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4"/>
            <p:cNvSpPr/>
            <p:nvPr/>
          </p:nvSpPr>
          <p:spPr>
            <a:xfrm>
              <a:off x="4643450" y="643100"/>
              <a:ext cx="52700" cy="57500"/>
            </a:xfrm>
            <a:custGeom>
              <a:avLst/>
              <a:gdLst/>
              <a:ahLst/>
              <a:cxnLst/>
              <a:rect l="l" t="t" r="r" b="b"/>
              <a:pathLst>
                <a:path w="2108" h="2300" extrusionOk="0">
                  <a:moveTo>
                    <a:pt x="1231" y="0"/>
                  </a:moveTo>
                  <a:cubicBezTo>
                    <a:pt x="965" y="237"/>
                    <a:pt x="751" y="493"/>
                    <a:pt x="600" y="823"/>
                  </a:cubicBezTo>
                  <a:cubicBezTo>
                    <a:pt x="583" y="858"/>
                    <a:pt x="542" y="877"/>
                    <a:pt x="503" y="877"/>
                  </a:cubicBezTo>
                  <a:cubicBezTo>
                    <a:pt x="494" y="877"/>
                    <a:pt x="486" y="876"/>
                    <a:pt x="478" y="874"/>
                  </a:cubicBezTo>
                  <a:cubicBezTo>
                    <a:pt x="319" y="832"/>
                    <a:pt x="160" y="792"/>
                    <a:pt x="0" y="750"/>
                  </a:cubicBezTo>
                  <a:lnTo>
                    <a:pt x="0" y="750"/>
                  </a:lnTo>
                  <a:cubicBezTo>
                    <a:pt x="101" y="848"/>
                    <a:pt x="179" y="962"/>
                    <a:pt x="223" y="1100"/>
                  </a:cubicBezTo>
                  <a:cubicBezTo>
                    <a:pt x="303" y="1357"/>
                    <a:pt x="251" y="1604"/>
                    <a:pt x="73" y="1784"/>
                  </a:cubicBezTo>
                  <a:cubicBezTo>
                    <a:pt x="477" y="1929"/>
                    <a:pt x="860" y="2113"/>
                    <a:pt x="1179" y="2290"/>
                  </a:cubicBezTo>
                  <a:cubicBezTo>
                    <a:pt x="1184" y="2291"/>
                    <a:pt x="1186" y="2296"/>
                    <a:pt x="1192" y="2300"/>
                  </a:cubicBezTo>
                  <a:cubicBezTo>
                    <a:pt x="1236" y="1542"/>
                    <a:pt x="1599" y="910"/>
                    <a:pt x="2107" y="398"/>
                  </a:cubicBezTo>
                  <a:lnTo>
                    <a:pt x="2073" y="364"/>
                  </a:lnTo>
                  <a:cubicBezTo>
                    <a:pt x="2062" y="373"/>
                    <a:pt x="2048" y="378"/>
                    <a:pt x="2033" y="378"/>
                  </a:cubicBezTo>
                  <a:cubicBezTo>
                    <a:pt x="2026" y="378"/>
                    <a:pt x="2019" y="377"/>
                    <a:pt x="2011" y="374"/>
                  </a:cubicBezTo>
                  <a:cubicBezTo>
                    <a:pt x="1733" y="289"/>
                    <a:pt x="1481" y="151"/>
                    <a:pt x="1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4"/>
            <p:cNvSpPr/>
            <p:nvPr/>
          </p:nvSpPr>
          <p:spPr>
            <a:xfrm>
              <a:off x="4700925" y="540750"/>
              <a:ext cx="140175" cy="86875"/>
            </a:xfrm>
            <a:custGeom>
              <a:avLst/>
              <a:gdLst/>
              <a:ahLst/>
              <a:cxnLst/>
              <a:rect l="l" t="t" r="r" b="b"/>
              <a:pathLst>
                <a:path w="5607" h="3475" extrusionOk="0">
                  <a:moveTo>
                    <a:pt x="3584" y="1"/>
                  </a:moveTo>
                  <a:cubicBezTo>
                    <a:pt x="2039" y="1"/>
                    <a:pt x="1205" y="1888"/>
                    <a:pt x="0" y="2897"/>
                  </a:cubicBezTo>
                  <a:cubicBezTo>
                    <a:pt x="918" y="3120"/>
                    <a:pt x="2159" y="3474"/>
                    <a:pt x="3262" y="3474"/>
                  </a:cubicBezTo>
                  <a:cubicBezTo>
                    <a:pt x="4280" y="3474"/>
                    <a:pt x="5181" y="3173"/>
                    <a:pt x="5606" y="2192"/>
                  </a:cubicBezTo>
                  <a:cubicBezTo>
                    <a:pt x="5080" y="2110"/>
                    <a:pt x="4575" y="1851"/>
                    <a:pt x="4248" y="1455"/>
                  </a:cubicBezTo>
                  <a:cubicBezTo>
                    <a:pt x="4213" y="1411"/>
                    <a:pt x="4231" y="1363"/>
                    <a:pt x="4265" y="1343"/>
                  </a:cubicBezTo>
                  <a:cubicBezTo>
                    <a:pt x="4246" y="1321"/>
                    <a:pt x="4236" y="1290"/>
                    <a:pt x="4243" y="1251"/>
                  </a:cubicBezTo>
                  <a:cubicBezTo>
                    <a:pt x="4311" y="927"/>
                    <a:pt x="4396" y="602"/>
                    <a:pt x="4490" y="281"/>
                  </a:cubicBezTo>
                  <a:cubicBezTo>
                    <a:pt x="4486" y="272"/>
                    <a:pt x="4481" y="267"/>
                    <a:pt x="4480" y="259"/>
                  </a:cubicBezTo>
                  <a:lnTo>
                    <a:pt x="4465" y="188"/>
                  </a:lnTo>
                  <a:cubicBezTo>
                    <a:pt x="4145" y="58"/>
                    <a:pt x="3854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4"/>
            <p:cNvSpPr/>
            <p:nvPr/>
          </p:nvSpPr>
          <p:spPr>
            <a:xfrm>
              <a:off x="5044350" y="715650"/>
              <a:ext cx="194275" cy="119900"/>
            </a:xfrm>
            <a:custGeom>
              <a:avLst/>
              <a:gdLst/>
              <a:ahLst/>
              <a:cxnLst/>
              <a:rect l="l" t="t" r="r" b="b"/>
              <a:pathLst>
                <a:path w="7771" h="4796" extrusionOk="0">
                  <a:moveTo>
                    <a:pt x="2408" y="1"/>
                  </a:moveTo>
                  <a:cubicBezTo>
                    <a:pt x="1341" y="1"/>
                    <a:pt x="347" y="513"/>
                    <a:pt x="1" y="1736"/>
                  </a:cubicBezTo>
                  <a:cubicBezTo>
                    <a:pt x="379" y="2248"/>
                    <a:pt x="531" y="2868"/>
                    <a:pt x="514" y="3507"/>
                  </a:cubicBezTo>
                  <a:cubicBezTo>
                    <a:pt x="1530" y="4371"/>
                    <a:pt x="2754" y="4795"/>
                    <a:pt x="3969" y="4795"/>
                  </a:cubicBezTo>
                  <a:cubicBezTo>
                    <a:pt x="5355" y="4795"/>
                    <a:pt x="6730" y="4243"/>
                    <a:pt x="7770" y="3161"/>
                  </a:cubicBezTo>
                  <a:cubicBezTo>
                    <a:pt x="6378" y="3081"/>
                    <a:pt x="5646" y="1465"/>
                    <a:pt x="4595" y="710"/>
                  </a:cubicBezTo>
                  <a:cubicBezTo>
                    <a:pt x="3968" y="261"/>
                    <a:pt x="3169" y="1"/>
                    <a:pt x="24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5"/>
          <p:cNvSpPr/>
          <p:nvPr/>
        </p:nvSpPr>
        <p:spPr>
          <a:xfrm rot="1035270" flipH="1">
            <a:off x="7412225" y="610881"/>
            <a:ext cx="1099081" cy="414178"/>
          </a:xfrm>
          <a:custGeom>
            <a:avLst/>
            <a:gdLst/>
            <a:ahLst/>
            <a:cxnLst/>
            <a:rect l="l" t="t" r="r" b="b"/>
            <a:pathLst>
              <a:path w="23023" h="8676" extrusionOk="0">
                <a:moveTo>
                  <a:pt x="1008" y="297"/>
                </a:moveTo>
                <a:cubicBezTo>
                  <a:pt x="1345" y="297"/>
                  <a:pt x="1613" y="682"/>
                  <a:pt x="1540" y="1001"/>
                </a:cubicBezTo>
                <a:cubicBezTo>
                  <a:pt x="1497" y="1307"/>
                  <a:pt x="1241" y="1521"/>
                  <a:pt x="941" y="1521"/>
                </a:cubicBezTo>
                <a:cubicBezTo>
                  <a:pt x="911" y="1521"/>
                  <a:pt x="881" y="1518"/>
                  <a:pt x="851" y="1514"/>
                </a:cubicBezTo>
                <a:cubicBezTo>
                  <a:pt x="193" y="1386"/>
                  <a:pt x="273" y="423"/>
                  <a:pt x="899" y="311"/>
                </a:cubicBezTo>
                <a:cubicBezTo>
                  <a:pt x="936" y="302"/>
                  <a:pt x="972" y="297"/>
                  <a:pt x="1008" y="297"/>
                </a:cubicBezTo>
                <a:close/>
                <a:moveTo>
                  <a:pt x="22170" y="297"/>
                </a:moveTo>
                <a:cubicBezTo>
                  <a:pt x="22506" y="297"/>
                  <a:pt x="22774" y="682"/>
                  <a:pt x="22702" y="1001"/>
                </a:cubicBezTo>
                <a:cubicBezTo>
                  <a:pt x="22658" y="1307"/>
                  <a:pt x="22402" y="1521"/>
                  <a:pt x="22103" y="1521"/>
                </a:cubicBezTo>
                <a:cubicBezTo>
                  <a:pt x="22073" y="1521"/>
                  <a:pt x="22042" y="1518"/>
                  <a:pt x="22012" y="1514"/>
                </a:cubicBezTo>
                <a:cubicBezTo>
                  <a:pt x="21900" y="1482"/>
                  <a:pt x="21787" y="1434"/>
                  <a:pt x="21707" y="1338"/>
                </a:cubicBezTo>
                <a:cubicBezTo>
                  <a:pt x="21691" y="1322"/>
                  <a:pt x="21675" y="1289"/>
                  <a:pt x="21659" y="1289"/>
                </a:cubicBezTo>
                <a:cubicBezTo>
                  <a:pt x="21402" y="904"/>
                  <a:pt x="21627" y="391"/>
                  <a:pt x="22060" y="311"/>
                </a:cubicBezTo>
                <a:cubicBezTo>
                  <a:pt x="22097" y="302"/>
                  <a:pt x="22134" y="297"/>
                  <a:pt x="22170" y="297"/>
                </a:cubicBezTo>
                <a:close/>
                <a:moveTo>
                  <a:pt x="20696" y="2124"/>
                </a:moveTo>
                <a:lnTo>
                  <a:pt x="20696" y="2124"/>
                </a:lnTo>
                <a:cubicBezTo>
                  <a:pt x="20616" y="3247"/>
                  <a:pt x="20600" y="4354"/>
                  <a:pt x="20552" y="5461"/>
                </a:cubicBezTo>
                <a:cubicBezTo>
                  <a:pt x="20520" y="5461"/>
                  <a:pt x="20504" y="5461"/>
                  <a:pt x="20488" y="5477"/>
                </a:cubicBezTo>
                <a:cubicBezTo>
                  <a:pt x="20167" y="5605"/>
                  <a:pt x="19862" y="5750"/>
                  <a:pt x="19573" y="5926"/>
                </a:cubicBezTo>
                <a:cubicBezTo>
                  <a:pt x="18787" y="5124"/>
                  <a:pt x="18017" y="4306"/>
                  <a:pt x="17327" y="3439"/>
                </a:cubicBezTo>
                <a:cubicBezTo>
                  <a:pt x="18498" y="3167"/>
                  <a:pt x="19638" y="2717"/>
                  <a:pt x="20696" y="2124"/>
                </a:cubicBezTo>
                <a:close/>
                <a:moveTo>
                  <a:pt x="2503" y="1931"/>
                </a:moveTo>
                <a:lnTo>
                  <a:pt x="2503" y="1931"/>
                </a:lnTo>
                <a:cubicBezTo>
                  <a:pt x="3546" y="2525"/>
                  <a:pt x="4653" y="2990"/>
                  <a:pt x="5792" y="3327"/>
                </a:cubicBezTo>
                <a:cubicBezTo>
                  <a:pt x="5071" y="4240"/>
                  <a:pt x="4287" y="5105"/>
                  <a:pt x="3470" y="5937"/>
                </a:cubicBezTo>
                <a:lnTo>
                  <a:pt x="3470" y="5937"/>
                </a:lnTo>
                <a:lnTo>
                  <a:pt x="2535" y="5557"/>
                </a:lnTo>
                <a:cubicBezTo>
                  <a:pt x="2487" y="4354"/>
                  <a:pt x="2503" y="3134"/>
                  <a:pt x="2503" y="1931"/>
                </a:cubicBezTo>
                <a:close/>
                <a:moveTo>
                  <a:pt x="2551" y="5878"/>
                </a:moveTo>
                <a:lnTo>
                  <a:pt x="3257" y="6167"/>
                </a:lnTo>
                <a:cubicBezTo>
                  <a:pt x="3033" y="6391"/>
                  <a:pt x="2824" y="6600"/>
                  <a:pt x="2599" y="6808"/>
                </a:cubicBezTo>
                <a:cubicBezTo>
                  <a:pt x="2567" y="6504"/>
                  <a:pt x="2551" y="6199"/>
                  <a:pt x="2535" y="5878"/>
                </a:cubicBezTo>
                <a:close/>
                <a:moveTo>
                  <a:pt x="20536" y="5782"/>
                </a:moveTo>
                <a:lnTo>
                  <a:pt x="20536" y="5782"/>
                </a:lnTo>
                <a:cubicBezTo>
                  <a:pt x="20520" y="6119"/>
                  <a:pt x="20488" y="6471"/>
                  <a:pt x="20456" y="6808"/>
                </a:cubicBezTo>
                <a:cubicBezTo>
                  <a:pt x="20231" y="6584"/>
                  <a:pt x="20007" y="6375"/>
                  <a:pt x="19782" y="6151"/>
                </a:cubicBezTo>
                <a:cubicBezTo>
                  <a:pt x="20023" y="6006"/>
                  <a:pt x="20279" y="5878"/>
                  <a:pt x="20536" y="5782"/>
                </a:cubicBezTo>
                <a:close/>
                <a:moveTo>
                  <a:pt x="7252" y="3696"/>
                </a:moveTo>
                <a:lnTo>
                  <a:pt x="7252" y="3696"/>
                </a:lnTo>
                <a:cubicBezTo>
                  <a:pt x="7990" y="3840"/>
                  <a:pt x="8728" y="3921"/>
                  <a:pt x="9466" y="3953"/>
                </a:cubicBezTo>
                <a:cubicBezTo>
                  <a:pt x="9931" y="3985"/>
                  <a:pt x="10413" y="3985"/>
                  <a:pt x="10894" y="3985"/>
                </a:cubicBezTo>
                <a:cubicBezTo>
                  <a:pt x="10348" y="5028"/>
                  <a:pt x="9835" y="6070"/>
                  <a:pt x="9306" y="7097"/>
                </a:cubicBezTo>
                <a:lnTo>
                  <a:pt x="9306" y="7081"/>
                </a:lnTo>
                <a:cubicBezTo>
                  <a:pt x="9289" y="7081"/>
                  <a:pt x="9273" y="7081"/>
                  <a:pt x="9257" y="7065"/>
                </a:cubicBezTo>
                <a:cubicBezTo>
                  <a:pt x="8937" y="7049"/>
                  <a:pt x="8632" y="7017"/>
                  <a:pt x="8327" y="6969"/>
                </a:cubicBezTo>
                <a:lnTo>
                  <a:pt x="8311" y="6969"/>
                </a:lnTo>
                <a:cubicBezTo>
                  <a:pt x="7942" y="5878"/>
                  <a:pt x="7589" y="4787"/>
                  <a:pt x="7252" y="3696"/>
                </a:cubicBezTo>
                <a:close/>
                <a:moveTo>
                  <a:pt x="15803" y="3712"/>
                </a:moveTo>
                <a:lnTo>
                  <a:pt x="15803" y="3712"/>
                </a:lnTo>
                <a:cubicBezTo>
                  <a:pt x="15450" y="4851"/>
                  <a:pt x="15097" y="5974"/>
                  <a:pt x="14712" y="7097"/>
                </a:cubicBezTo>
                <a:lnTo>
                  <a:pt x="14696" y="7097"/>
                </a:lnTo>
                <a:lnTo>
                  <a:pt x="13750" y="7033"/>
                </a:lnTo>
                <a:lnTo>
                  <a:pt x="13734" y="7033"/>
                </a:lnTo>
                <a:cubicBezTo>
                  <a:pt x="13188" y="6022"/>
                  <a:pt x="12675" y="4979"/>
                  <a:pt x="12161" y="3953"/>
                </a:cubicBezTo>
                <a:cubicBezTo>
                  <a:pt x="12562" y="3937"/>
                  <a:pt x="12979" y="3921"/>
                  <a:pt x="13397" y="3905"/>
                </a:cubicBezTo>
                <a:cubicBezTo>
                  <a:pt x="14199" y="3872"/>
                  <a:pt x="15001" y="3808"/>
                  <a:pt x="15803" y="3712"/>
                </a:cubicBezTo>
                <a:close/>
                <a:moveTo>
                  <a:pt x="8407" y="7290"/>
                </a:moveTo>
                <a:lnTo>
                  <a:pt x="8407" y="7290"/>
                </a:lnTo>
                <a:cubicBezTo>
                  <a:pt x="8664" y="7322"/>
                  <a:pt x="8904" y="7354"/>
                  <a:pt x="9161" y="7370"/>
                </a:cubicBezTo>
                <a:cubicBezTo>
                  <a:pt x="9017" y="7643"/>
                  <a:pt x="8872" y="7899"/>
                  <a:pt x="8728" y="8172"/>
                </a:cubicBezTo>
                <a:cubicBezTo>
                  <a:pt x="8600" y="7883"/>
                  <a:pt x="8503" y="7578"/>
                  <a:pt x="8407" y="7290"/>
                </a:cubicBezTo>
                <a:close/>
                <a:moveTo>
                  <a:pt x="13894" y="7338"/>
                </a:moveTo>
                <a:lnTo>
                  <a:pt x="14616" y="7386"/>
                </a:lnTo>
                <a:cubicBezTo>
                  <a:pt x="14536" y="7659"/>
                  <a:pt x="14455" y="7915"/>
                  <a:pt x="14343" y="8172"/>
                </a:cubicBezTo>
                <a:cubicBezTo>
                  <a:pt x="14199" y="7899"/>
                  <a:pt x="14038" y="7611"/>
                  <a:pt x="13894" y="7338"/>
                </a:cubicBezTo>
                <a:close/>
                <a:moveTo>
                  <a:pt x="994" y="0"/>
                </a:moveTo>
                <a:cubicBezTo>
                  <a:pt x="936" y="0"/>
                  <a:pt x="877" y="7"/>
                  <a:pt x="819" y="22"/>
                </a:cubicBezTo>
                <a:cubicBezTo>
                  <a:pt x="321" y="134"/>
                  <a:pt x="0" y="616"/>
                  <a:pt x="81" y="1113"/>
                </a:cubicBezTo>
                <a:cubicBezTo>
                  <a:pt x="190" y="1535"/>
                  <a:pt x="573" y="1820"/>
                  <a:pt x="1008" y="1820"/>
                </a:cubicBezTo>
                <a:cubicBezTo>
                  <a:pt x="1019" y="1820"/>
                  <a:pt x="1031" y="1819"/>
                  <a:pt x="1043" y="1819"/>
                </a:cubicBezTo>
                <a:cubicBezTo>
                  <a:pt x="1300" y="1787"/>
                  <a:pt x="1540" y="1626"/>
                  <a:pt x="1685" y="1418"/>
                </a:cubicBezTo>
                <a:cubicBezTo>
                  <a:pt x="1861" y="1530"/>
                  <a:pt x="2038" y="1626"/>
                  <a:pt x="2214" y="1739"/>
                </a:cubicBezTo>
                <a:cubicBezTo>
                  <a:pt x="2214" y="3536"/>
                  <a:pt x="2150" y="5332"/>
                  <a:pt x="2311" y="7129"/>
                </a:cubicBezTo>
                <a:cubicBezTo>
                  <a:pt x="2321" y="7215"/>
                  <a:pt x="2389" y="7272"/>
                  <a:pt x="2461" y="7272"/>
                </a:cubicBezTo>
                <a:cubicBezTo>
                  <a:pt x="2498" y="7272"/>
                  <a:pt x="2535" y="7258"/>
                  <a:pt x="2567" y="7226"/>
                </a:cubicBezTo>
                <a:cubicBezTo>
                  <a:pt x="3835" y="6038"/>
                  <a:pt x="5006" y="4771"/>
                  <a:pt x="6113" y="3423"/>
                </a:cubicBezTo>
                <a:cubicBezTo>
                  <a:pt x="6370" y="3487"/>
                  <a:pt x="6642" y="3552"/>
                  <a:pt x="6915" y="3616"/>
                </a:cubicBezTo>
                <a:cubicBezTo>
                  <a:pt x="7412" y="5284"/>
                  <a:pt x="7942" y="6921"/>
                  <a:pt x="8535" y="8557"/>
                </a:cubicBezTo>
                <a:cubicBezTo>
                  <a:pt x="8553" y="8628"/>
                  <a:pt x="8610" y="8664"/>
                  <a:pt x="8670" y="8664"/>
                </a:cubicBezTo>
                <a:cubicBezTo>
                  <a:pt x="8720" y="8664"/>
                  <a:pt x="8772" y="8640"/>
                  <a:pt x="8808" y="8589"/>
                </a:cubicBezTo>
                <a:cubicBezTo>
                  <a:pt x="9675" y="7097"/>
                  <a:pt x="10429" y="5525"/>
                  <a:pt x="11215" y="3985"/>
                </a:cubicBezTo>
                <a:lnTo>
                  <a:pt x="11824" y="3969"/>
                </a:lnTo>
                <a:cubicBezTo>
                  <a:pt x="12627" y="5525"/>
                  <a:pt x="13381" y="7097"/>
                  <a:pt x="14247" y="8605"/>
                </a:cubicBezTo>
                <a:cubicBezTo>
                  <a:pt x="14281" y="8654"/>
                  <a:pt x="14331" y="8675"/>
                  <a:pt x="14378" y="8675"/>
                </a:cubicBezTo>
                <a:cubicBezTo>
                  <a:pt x="14441" y="8675"/>
                  <a:pt x="14501" y="8637"/>
                  <a:pt x="14520" y="8573"/>
                </a:cubicBezTo>
                <a:cubicBezTo>
                  <a:pt x="15097" y="6953"/>
                  <a:pt x="15643" y="5300"/>
                  <a:pt x="16124" y="3664"/>
                </a:cubicBezTo>
                <a:cubicBezTo>
                  <a:pt x="16429" y="3616"/>
                  <a:pt x="16718" y="3568"/>
                  <a:pt x="17006" y="3503"/>
                </a:cubicBezTo>
                <a:cubicBezTo>
                  <a:pt x="17006" y="3520"/>
                  <a:pt x="17022" y="3536"/>
                  <a:pt x="17038" y="3552"/>
                </a:cubicBezTo>
                <a:cubicBezTo>
                  <a:pt x="18097" y="4867"/>
                  <a:pt x="19252" y="6086"/>
                  <a:pt x="20472" y="7242"/>
                </a:cubicBezTo>
                <a:cubicBezTo>
                  <a:pt x="20503" y="7273"/>
                  <a:pt x="20542" y="7287"/>
                  <a:pt x="20579" y="7287"/>
                </a:cubicBezTo>
                <a:cubicBezTo>
                  <a:pt x="20656" y="7287"/>
                  <a:pt x="20728" y="7226"/>
                  <a:pt x="20728" y="7129"/>
                </a:cubicBezTo>
                <a:cubicBezTo>
                  <a:pt x="20889" y="5413"/>
                  <a:pt x="20889" y="3696"/>
                  <a:pt x="21001" y="1979"/>
                </a:cubicBezTo>
                <a:lnTo>
                  <a:pt x="21001" y="1947"/>
                </a:lnTo>
                <a:cubicBezTo>
                  <a:pt x="21194" y="1835"/>
                  <a:pt x="21370" y="1723"/>
                  <a:pt x="21563" y="1594"/>
                </a:cubicBezTo>
                <a:cubicBezTo>
                  <a:pt x="21724" y="1741"/>
                  <a:pt x="21926" y="1821"/>
                  <a:pt x="22144" y="1821"/>
                </a:cubicBezTo>
                <a:cubicBezTo>
                  <a:pt x="22164" y="1821"/>
                  <a:pt x="22184" y="1820"/>
                  <a:pt x="22204" y="1819"/>
                </a:cubicBezTo>
                <a:cubicBezTo>
                  <a:pt x="22670" y="1755"/>
                  <a:pt x="23023" y="1354"/>
                  <a:pt x="23023" y="872"/>
                </a:cubicBezTo>
                <a:cubicBezTo>
                  <a:pt x="23023" y="430"/>
                  <a:pt x="22605" y="1"/>
                  <a:pt x="22151" y="1"/>
                </a:cubicBezTo>
                <a:cubicBezTo>
                  <a:pt x="22094" y="1"/>
                  <a:pt x="22037" y="8"/>
                  <a:pt x="21980" y="22"/>
                </a:cubicBezTo>
                <a:cubicBezTo>
                  <a:pt x="21483" y="134"/>
                  <a:pt x="21162" y="616"/>
                  <a:pt x="21242" y="1113"/>
                </a:cubicBezTo>
                <a:cubicBezTo>
                  <a:pt x="21274" y="1209"/>
                  <a:pt x="21306" y="1289"/>
                  <a:pt x="21354" y="1370"/>
                </a:cubicBezTo>
                <a:cubicBezTo>
                  <a:pt x="19060" y="2846"/>
                  <a:pt x="16573" y="3423"/>
                  <a:pt x="13862" y="3584"/>
                </a:cubicBezTo>
                <a:cubicBezTo>
                  <a:pt x="13236" y="3616"/>
                  <a:pt x="12594" y="3648"/>
                  <a:pt x="11953" y="3664"/>
                </a:cubicBezTo>
                <a:lnTo>
                  <a:pt x="11905" y="3664"/>
                </a:lnTo>
                <a:cubicBezTo>
                  <a:pt x="11522" y="3677"/>
                  <a:pt x="11140" y="3685"/>
                  <a:pt x="10757" y="3685"/>
                </a:cubicBezTo>
                <a:cubicBezTo>
                  <a:pt x="9291" y="3685"/>
                  <a:pt x="7826" y="3571"/>
                  <a:pt x="6402" y="3215"/>
                </a:cubicBezTo>
                <a:cubicBezTo>
                  <a:pt x="4765" y="2782"/>
                  <a:pt x="3225" y="2076"/>
                  <a:pt x="1813" y="1145"/>
                </a:cubicBezTo>
                <a:cubicBezTo>
                  <a:pt x="1845" y="1065"/>
                  <a:pt x="1861" y="969"/>
                  <a:pt x="1861" y="872"/>
                </a:cubicBezTo>
                <a:cubicBezTo>
                  <a:pt x="1861" y="418"/>
                  <a:pt x="1446" y="0"/>
                  <a:pt x="994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6" name="Google Shape;806;p55"/>
          <p:cNvGrpSpPr/>
          <p:nvPr/>
        </p:nvGrpSpPr>
        <p:grpSpPr>
          <a:xfrm>
            <a:off x="7419827" y="3669991"/>
            <a:ext cx="1083878" cy="1016322"/>
            <a:chOff x="6970227" y="3669991"/>
            <a:chExt cx="1083878" cy="1016322"/>
          </a:xfrm>
        </p:grpSpPr>
        <p:sp>
          <p:nvSpPr>
            <p:cNvPr id="807" name="Google Shape;807;p55"/>
            <p:cNvSpPr/>
            <p:nvPr/>
          </p:nvSpPr>
          <p:spPr>
            <a:xfrm>
              <a:off x="7331303" y="3687870"/>
              <a:ext cx="107232" cy="22067"/>
            </a:xfrm>
            <a:custGeom>
              <a:avLst/>
              <a:gdLst/>
              <a:ahLst/>
              <a:cxnLst/>
              <a:rect l="l" t="t" r="r" b="b"/>
              <a:pathLst>
                <a:path w="3246" h="668" extrusionOk="0">
                  <a:moveTo>
                    <a:pt x="3246" y="1"/>
                  </a:moveTo>
                  <a:cubicBezTo>
                    <a:pt x="2141" y="69"/>
                    <a:pt x="1054" y="256"/>
                    <a:pt x="0" y="561"/>
                  </a:cubicBezTo>
                  <a:cubicBezTo>
                    <a:pt x="442" y="613"/>
                    <a:pt x="911" y="668"/>
                    <a:pt x="1363" y="668"/>
                  </a:cubicBezTo>
                  <a:cubicBezTo>
                    <a:pt x="2095" y="668"/>
                    <a:pt x="2784" y="526"/>
                    <a:pt x="32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8" name="Google Shape;808;p55"/>
            <p:cNvGrpSpPr/>
            <p:nvPr/>
          </p:nvGrpSpPr>
          <p:grpSpPr>
            <a:xfrm>
              <a:off x="6970227" y="3669991"/>
              <a:ext cx="1083878" cy="1016322"/>
              <a:chOff x="7418677" y="3664766"/>
              <a:chExt cx="1083878" cy="1016322"/>
            </a:xfrm>
          </p:grpSpPr>
          <p:sp>
            <p:nvSpPr>
              <p:cNvPr id="809" name="Google Shape;809;p55"/>
              <p:cNvSpPr/>
              <p:nvPr/>
            </p:nvSpPr>
            <p:spPr>
              <a:xfrm>
                <a:off x="7509085" y="4353967"/>
                <a:ext cx="940738" cy="320539"/>
              </a:xfrm>
              <a:custGeom>
                <a:avLst/>
                <a:gdLst/>
                <a:ahLst/>
                <a:cxnLst/>
                <a:rect l="l" t="t" r="r" b="b"/>
                <a:pathLst>
                  <a:path w="28477" h="9703" extrusionOk="0">
                    <a:moveTo>
                      <a:pt x="28477" y="1"/>
                    </a:moveTo>
                    <a:lnTo>
                      <a:pt x="28477" y="1"/>
                    </a:lnTo>
                    <a:cubicBezTo>
                      <a:pt x="28052" y="731"/>
                      <a:pt x="27423" y="1326"/>
                      <a:pt x="26642" y="1700"/>
                    </a:cubicBezTo>
                    <a:cubicBezTo>
                      <a:pt x="25860" y="2073"/>
                      <a:pt x="24959" y="2192"/>
                      <a:pt x="24161" y="2549"/>
                    </a:cubicBezTo>
                    <a:cubicBezTo>
                      <a:pt x="23311" y="2940"/>
                      <a:pt x="22717" y="3603"/>
                      <a:pt x="22139" y="4333"/>
                    </a:cubicBezTo>
                    <a:cubicBezTo>
                      <a:pt x="21238" y="5472"/>
                      <a:pt x="20440" y="6627"/>
                      <a:pt x="19064" y="7273"/>
                    </a:cubicBezTo>
                    <a:cubicBezTo>
                      <a:pt x="18282" y="7628"/>
                      <a:pt x="17440" y="7807"/>
                      <a:pt x="16592" y="7807"/>
                    </a:cubicBezTo>
                    <a:cubicBezTo>
                      <a:pt x="16020" y="7807"/>
                      <a:pt x="15445" y="7726"/>
                      <a:pt x="14884" y="7561"/>
                    </a:cubicBezTo>
                    <a:cubicBezTo>
                      <a:pt x="14017" y="7341"/>
                      <a:pt x="13185" y="6984"/>
                      <a:pt x="12335" y="6746"/>
                    </a:cubicBezTo>
                    <a:cubicBezTo>
                      <a:pt x="11737" y="6596"/>
                      <a:pt x="11161" y="6540"/>
                      <a:pt x="10578" y="6540"/>
                    </a:cubicBezTo>
                    <a:cubicBezTo>
                      <a:pt x="10169" y="6540"/>
                      <a:pt x="9756" y="6568"/>
                      <a:pt x="9328" y="6610"/>
                    </a:cubicBezTo>
                    <a:cubicBezTo>
                      <a:pt x="8846" y="6660"/>
                      <a:pt x="8373" y="6701"/>
                      <a:pt x="7911" y="6701"/>
                    </a:cubicBezTo>
                    <a:cubicBezTo>
                      <a:pt x="6956" y="6701"/>
                      <a:pt x="6047" y="6526"/>
                      <a:pt x="5199" y="5896"/>
                    </a:cubicBezTo>
                    <a:cubicBezTo>
                      <a:pt x="4061" y="5047"/>
                      <a:pt x="3330" y="3806"/>
                      <a:pt x="2277" y="2855"/>
                    </a:cubicBezTo>
                    <a:cubicBezTo>
                      <a:pt x="1597" y="2260"/>
                      <a:pt x="629" y="1870"/>
                      <a:pt x="0" y="1207"/>
                    </a:cubicBezTo>
                    <a:lnTo>
                      <a:pt x="0" y="1207"/>
                    </a:lnTo>
                    <a:cubicBezTo>
                      <a:pt x="2241" y="6245"/>
                      <a:pt x="7144" y="9598"/>
                      <a:pt x="12631" y="9598"/>
                    </a:cubicBezTo>
                    <a:cubicBezTo>
                      <a:pt x="12843" y="9598"/>
                      <a:pt x="13056" y="9593"/>
                      <a:pt x="13270" y="9583"/>
                    </a:cubicBezTo>
                    <a:lnTo>
                      <a:pt x="13270" y="9583"/>
                    </a:lnTo>
                    <a:cubicBezTo>
                      <a:pt x="13253" y="9634"/>
                      <a:pt x="13253" y="9668"/>
                      <a:pt x="13253" y="9702"/>
                    </a:cubicBezTo>
                    <a:cubicBezTo>
                      <a:pt x="13966" y="9651"/>
                      <a:pt x="14714" y="9617"/>
                      <a:pt x="15428" y="9566"/>
                    </a:cubicBezTo>
                    <a:cubicBezTo>
                      <a:pt x="15496" y="9566"/>
                      <a:pt x="15564" y="9600"/>
                      <a:pt x="15581" y="9668"/>
                    </a:cubicBezTo>
                    <a:cubicBezTo>
                      <a:pt x="21391" y="9226"/>
                      <a:pt x="26421" y="5455"/>
                      <a:pt x="28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55"/>
              <p:cNvSpPr/>
              <p:nvPr/>
            </p:nvSpPr>
            <p:spPr>
              <a:xfrm>
                <a:off x="7464719" y="4208579"/>
                <a:ext cx="39345" cy="1252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3790" extrusionOk="0">
                    <a:moveTo>
                      <a:pt x="1" y="1"/>
                    </a:moveTo>
                    <a:cubicBezTo>
                      <a:pt x="69" y="1275"/>
                      <a:pt x="290" y="2567"/>
                      <a:pt x="663" y="3790"/>
                    </a:cubicBezTo>
                    <a:cubicBezTo>
                      <a:pt x="680" y="2431"/>
                      <a:pt x="1190" y="732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55"/>
              <p:cNvSpPr/>
              <p:nvPr/>
            </p:nvSpPr>
            <p:spPr>
              <a:xfrm>
                <a:off x="7502908" y="3840403"/>
                <a:ext cx="79152" cy="130786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959" extrusionOk="0">
                    <a:moveTo>
                      <a:pt x="2345" y="0"/>
                    </a:moveTo>
                    <a:lnTo>
                      <a:pt x="2345" y="0"/>
                    </a:lnTo>
                    <a:cubicBezTo>
                      <a:pt x="1359" y="1189"/>
                      <a:pt x="578" y="2532"/>
                      <a:pt x="0" y="3959"/>
                    </a:cubicBezTo>
                    <a:cubicBezTo>
                      <a:pt x="255" y="3721"/>
                      <a:pt x="544" y="3517"/>
                      <a:pt x="816" y="3296"/>
                    </a:cubicBezTo>
                    <a:cubicBezTo>
                      <a:pt x="1818" y="2515"/>
                      <a:pt x="2396" y="1274"/>
                      <a:pt x="23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55"/>
              <p:cNvSpPr/>
              <p:nvPr/>
            </p:nvSpPr>
            <p:spPr>
              <a:xfrm>
                <a:off x="8192709" y="3729802"/>
                <a:ext cx="143735" cy="85362"/>
              </a:xfrm>
              <a:custGeom>
                <a:avLst/>
                <a:gdLst/>
                <a:ahLst/>
                <a:cxnLst/>
                <a:rect l="l" t="t" r="r" b="b"/>
                <a:pathLst>
                  <a:path w="4351" h="2584" extrusionOk="0">
                    <a:moveTo>
                      <a:pt x="1" y="1"/>
                    </a:moveTo>
                    <a:cubicBezTo>
                      <a:pt x="477" y="307"/>
                      <a:pt x="884" y="749"/>
                      <a:pt x="1360" y="1122"/>
                    </a:cubicBezTo>
                    <a:cubicBezTo>
                      <a:pt x="2261" y="1785"/>
                      <a:pt x="3263" y="2295"/>
                      <a:pt x="4350" y="2584"/>
                    </a:cubicBezTo>
                    <a:cubicBezTo>
                      <a:pt x="3212" y="1496"/>
                      <a:pt x="1802" y="732"/>
                      <a:pt x="358" y="137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55"/>
              <p:cNvSpPr/>
              <p:nvPr/>
            </p:nvSpPr>
            <p:spPr>
              <a:xfrm>
                <a:off x="7762199" y="3885595"/>
                <a:ext cx="431107" cy="191702"/>
              </a:xfrm>
              <a:custGeom>
                <a:avLst/>
                <a:gdLst/>
                <a:ahLst/>
                <a:cxnLst/>
                <a:rect l="l" t="t" r="r" b="b"/>
                <a:pathLst>
                  <a:path w="13050" h="5803" extrusionOk="0">
                    <a:moveTo>
                      <a:pt x="7280" y="1"/>
                    </a:moveTo>
                    <a:cubicBezTo>
                      <a:pt x="6915" y="1"/>
                      <a:pt x="6554" y="12"/>
                      <a:pt x="6202" y="25"/>
                    </a:cubicBezTo>
                    <a:cubicBezTo>
                      <a:pt x="6186" y="93"/>
                      <a:pt x="6135" y="127"/>
                      <a:pt x="6067" y="127"/>
                    </a:cubicBezTo>
                    <a:cubicBezTo>
                      <a:pt x="4724" y="127"/>
                      <a:pt x="3331" y="280"/>
                      <a:pt x="2125" y="977"/>
                    </a:cubicBezTo>
                    <a:cubicBezTo>
                      <a:pt x="918" y="1673"/>
                      <a:pt x="1" y="3016"/>
                      <a:pt x="782" y="4392"/>
                    </a:cubicBezTo>
                    <a:cubicBezTo>
                      <a:pt x="1173" y="5004"/>
                      <a:pt x="1717" y="5496"/>
                      <a:pt x="2380" y="5802"/>
                    </a:cubicBezTo>
                    <a:cubicBezTo>
                      <a:pt x="2397" y="5768"/>
                      <a:pt x="2414" y="5751"/>
                      <a:pt x="2431" y="5751"/>
                    </a:cubicBezTo>
                    <a:cubicBezTo>
                      <a:pt x="3739" y="5046"/>
                      <a:pt x="5226" y="4728"/>
                      <a:pt x="6721" y="4728"/>
                    </a:cubicBezTo>
                    <a:cubicBezTo>
                      <a:pt x="8216" y="4728"/>
                      <a:pt x="9720" y="5046"/>
                      <a:pt x="11062" y="5615"/>
                    </a:cubicBezTo>
                    <a:cubicBezTo>
                      <a:pt x="11096" y="5632"/>
                      <a:pt x="11130" y="5649"/>
                      <a:pt x="11164" y="5683"/>
                    </a:cubicBezTo>
                    <a:cubicBezTo>
                      <a:pt x="12370" y="4970"/>
                      <a:pt x="13050" y="3814"/>
                      <a:pt x="12149" y="2115"/>
                    </a:cubicBezTo>
                    <a:cubicBezTo>
                      <a:pt x="11193" y="303"/>
                      <a:pt x="9195" y="1"/>
                      <a:pt x="72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55"/>
              <p:cNvSpPr/>
              <p:nvPr/>
            </p:nvSpPr>
            <p:spPr>
              <a:xfrm>
                <a:off x="8393099" y="4003729"/>
                <a:ext cx="30888" cy="34257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037" extrusionOk="0">
                    <a:moveTo>
                      <a:pt x="17" y="0"/>
                    </a:moveTo>
                    <a:lnTo>
                      <a:pt x="17" y="0"/>
                    </a:lnTo>
                    <a:cubicBezTo>
                      <a:pt x="0" y="442"/>
                      <a:pt x="34" y="1037"/>
                      <a:pt x="578" y="1037"/>
                    </a:cubicBezTo>
                    <a:cubicBezTo>
                      <a:pt x="935" y="1037"/>
                      <a:pt x="901" y="595"/>
                      <a:pt x="714" y="391"/>
                    </a:cubicBezTo>
                    <a:cubicBezTo>
                      <a:pt x="527" y="238"/>
                      <a:pt x="306" y="119"/>
                      <a:pt x="68" y="51"/>
                    </a:cubicBezTo>
                    <a:cubicBezTo>
                      <a:pt x="51" y="34"/>
                      <a:pt x="34" y="17"/>
                      <a:pt x="17" y="0"/>
                    </a:cubicBezTo>
                    <a:close/>
                  </a:path>
                </a:pathLst>
              </a:custGeom>
              <a:solidFill>
                <a:srgbClr val="6DC6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55"/>
              <p:cNvSpPr/>
              <p:nvPr/>
            </p:nvSpPr>
            <p:spPr>
              <a:xfrm>
                <a:off x="8189340" y="3821309"/>
                <a:ext cx="36669" cy="38618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6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2" y="459"/>
                      <a:pt x="273" y="935"/>
                      <a:pt x="697" y="1122"/>
                    </a:cubicBezTo>
                    <a:cubicBezTo>
                      <a:pt x="768" y="1154"/>
                      <a:pt x="827" y="1168"/>
                      <a:pt x="876" y="1168"/>
                    </a:cubicBezTo>
                    <a:cubicBezTo>
                      <a:pt x="1109" y="1168"/>
                      <a:pt x="1101" y="849"/>
                      <a:pt x="918" y="680"/>
                    </a:cubicBezTo>
                    <a:cubicBezTo>
                      <a:pt x="833" y="595"/>
                      <a:pt x="748" y="510"/>
                      <a:pt x="646" y="425"/>
                    </a:cubicBezTo>
                    <a:cubicBezTo>
                      <a:pt x="460" y="255"/>
                      <a:pt x="239" y="119"/>
                      <a:pt x="1" y="0"/>
                    </a:cubicBezTo>
                    <a:close/>
                  </a:path>
                </a:pathLst>
              </a:custGeom>
              <a:solidFill>
                <a:srgbClr val="6DC6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55"/>
              <p:cNvSpPr/>
              <p:nvPr/>
            </p:nvSpPr>
            <p:spPr>
              <a:xfrm>
                <a:off x="7766691" y="4122160"/>
                <a:ext cx="43837" cy="48661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473" extrusionOk="0">
                    <a:moveTo>
                      <a:pt x="171" y="0"/>
                    </a:moveTo>
                    <a:lnTo>
                      <a:pt x="171" y="0"/>
                    </a:lnTo>
                    <a:cubicBezTo>
                      <a:pt x="103" y="374"/>
                      <a:pt x="1" y="799"/>
                      <a:pt x="188" y="1139"/>
                    </a:cubicBezTo>
                    <a:cubicBezTo>
                      <a:pt x="290" y="1343"/>
                      <a:pt x="505" y="1472"/>
                      <a:pt x="736" y="1472"/>
                    </a:cubicBezTo>
                    <a:cubicBezTo>
                      <a:pt x="774" y="1472"/>
                      <a:pt x="812" y="1469"/>
                      <a:pt x="850" y="1462"/>
                    </a:cubicBezTo>
                    <a:cubicBezTo>
                      <a:pt x="1326" y="1292"/>
                      <a:pt x="918" y="714"/>
                      <a:pt x="714" y="510"/>
                    </a:cubicBezTo>
                    <a:cubicBezTo>
                      <a:pt x="528" y="340"/>
                      <a:pt x="341" y="187"/>
                      <a:pt x="171" y="0"/>
                    </a:cubicBezTo>
                    <a:close/>
                  </a:path>
                </a:pathLst>
              </a:custGeom>
              <a:solidFill>
                <a:srgbClr val="6DC6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55"/>
              <p:cNvSpPr/>
              <p:nvPr/>
            </p:nvSpPr>
            <p:spPr>
              <a:xfrm>
                <a:off x="7722920" y="3817411"/>
                <a:ext cx="44928" cy="38155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155" extrusionOk="0">
                    <a:moveTo>
                      <a:pt x="389" y="0"/>
                    </a:moveTo>
                    <a:cubicBezTo>
                      <a:pt x="301" y="0"/>
                      <a:pt x="218" y="38"/>
                      <a:pt x="153" y="135"/>
                    </a:cubicBezTo>
                    <a:cubicBezTo>
                      <a:pt x="1" y="390"/>
                      <a:pt x="323" y="730"/>
                      <a:pt x="527" y="866"/>
                    </a:cubicBezTo>
                    <a:cubicBezTo>
                      <a:pt x="765" y="1036"/>
                      <a:pt x="1054" y="1121"/>
                      <a:pt x="1360" y="1155"/>
                    </a:cubicBezTo>
                    <a:cubicBezTo>
                      <a:pt x="1309" y="883"/>
                      <a:pt x="1190" y="628"/>
                      <a:pt x="1020" y="407"/>
                    </a:cubicBezTo>
                    <a:cubicBezTo>
                      <a:pt x="909" y="271"/>
                      <a:pt x="626" y="0"/>
                      <a:pt x="389" y="0"/>
                    </a:cubicBezTo>
                    <a:close/>
                  </a:path>
                </a:pathLst>
              </a:custGeom>
              <a:solidFill>
                <a:srgbClr val="6DC6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55"/>
              <p:cNvSpPr/>
              <p:nvPr/>
            </p:nvSpPr>
            <p:spPr>
              <a:xfrm>
                <a:off x="8248274" y="4053678"/>
                <a:ext cx="58967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926" extrusionOk="0">
                    <a:moveTo>
                      <a:pt x="1785" y="1"/>
                    </a:moveTo>
                    <a:cubicBezTo>
                      <a:pt x="1462" y="18"/>
                      <a:pt x="1156" y="102"/>
                      <a:pt x="867" y="238"/>
                    </a:cubicBezTo>
                    <a:cubicBezTo>
                      <a:pt x="697" y="323"/>
                      <a:pt x="1" y="765"/>
                      <a:pt x="443" y="901"/>
                    </a:cubicBezTo>
                    <a:cubicBezTo>
                      <a:pt x="490" y="918"/>
                      <a:pt x="543" y="926"/>
                      <a:pt x="597" y="926"/>
                    </a:cubicBezTo>
                    <a:cubicBezTo>
                      <a:pt x="817" y="926"/>
                      <a:pt x="1078" y="806"/>
                      <a:pt x="1241" y="697"/>
                    </a:cubicBezTo>
                    <a:cubicBezTo>
                      <a:pt x="1513" y="510"/>
                      <a:pt x="1598" y="272"/>
                      <a:pt x="1768" y="18"/>
                    </a:cubicBezTo>
                    <a:cubicBezTo>
                      <a:pt x="1785" y="1"/>
                      <a:pt x="1785" y="1"/>
                      <a:pt x="1785" y="1"/>
                    </a:cubicBezTo>
                    <a:close/>
                  </a:path>
                </a:pathLst>
              </a:custGeom>
              <a:solidFill>
                <a:srgbClr val="F9C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55"/>
              <p:cNvSpPr/>
              <p:nvPr/>
            </p:nvSpPr>
            <p:spPr>
              <a:xfrm>
                <a:off x="7683080" y="4102504"/>
                <a:ext cx="42120" cy="31548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955" extrusionOk="0">
                    <a:moveTo>
                      <a:pt x="1274" y="1"/>
                    </a:moveTo>
                    <a:cubicBezTo>
                      <a:pt x="1054" y="35"/>
                      <a:pt x="833" y="103"/>
                      <a:pt x="629" y="222"/>
                    </a:cubicBezTo>
                    <a:cubicBezTo>
                      <a:pt x="510" y="290"/>
                      <a:pt x="391" y="358"/>
                      <a:pt x="289" y="459"/>
                    </a:cubicBezTo>
                    <a:cubicBezTo>
                      <a:pt x="238" y="510"/>
                      <a:pt x="170" y="578"/>
                      <a:pt x="119" y="646"/>
                    </a:cubicBezTo>
                    <a:cubicBezTo>
                      <a:pt x="0" y="765"/>
                      <a:pt x="34" y="833"/>
                      <a:pt x="187" y="884"/>
                    </a:cubicBezTo>
                    <a:cubicBezTo>
                      <a:pt x="244" y="935"/>
                      <a:pt x="287" y="955"/>
                      <a:pt x="327" y="955"/>
                    </a:cubicBezTo>
                    <a:cubicBezTo>
                      <a:pt x="394" y="955"/>
                      <a:pt x="454" y="897"/>
                      <a:pt x="561" y="833"/>
                    </a:cubicBezTo>
                    <a:cubicBezTo>
                      <a:pt x="680" y="731"/>
                      <a:pt x="782" y="629"/>
                      <a:pt x="884" y="527"/>
                    </a:cubicBezTo>
                    <a:cubicBezTo>
                      <a:pt x="1037" y="358"/>
                      <a:pt x="1156" y="188"/>
                      <a:pt x="1274" y="1"/>
                    </a:cubicBezTo>
                    <a:close/>
                  </a:path>
                </a:pathLst>
              </a:custGeom>
              <a:solidFill>
                <a:srgbClr val="F9C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55"/>
              <p:cNvSpPr/>
              <p:nvPr/>
            </p:nvSpPr>
            <p:spPr>
              <a:xfrm>
                <a:off x="7495607" y="4036830"/>
                <a:ext cx="37726" cy="44498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347" extrusionOk="0">
                    <a:moveTo>
                      <a:pt x="901" y="1"/>
                    </a:moveTo>
                    <a:lnTo>
                      <a:pt x="901" y="1"/>
                    </a:lnTo>
                    <a:cubicBezTo>
                      <a:pt x="714" y="205"/>
                      <a:pt x="0" y="1275"/>
                      <a:pt x="561" y="1343"/>
                    </a:cubicBezTo>
                    <a:cubicBezTo>
                      <a:pt x="579" y="1345"/>
                      <a:pt x="597" y="1346"/>
                      <a:pt x="613" y="1346"/>
                    </a:cubicBezTo>
                    <a:cubicBezTo>
                      <a:pt x="1141" y="1346"/>
                      <a:pt x="917" y="330"/>
                      <a:pt x="901" y="1"/>
                    </a:cubicBezTo>
                    <a:close/>
                  </a:path>
                </a:pathLst>
              </a:custGeom>
              <a:solidFill>
                <a:srgbClr val="F9C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55"/>
              <p:cNvSpPr/>
              <p:nvPr/>
            </p:nvSpPr>
            <p:spPr>
              <a:xfrm>
                <a:off x="7826187" y="3803338"/>
                <a:ext cx="57283" cy="30161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913" extrusionOk="0">
                    <a:moveTo>
                      <a:pt x="1326" y="1"/>
                    </a:moveTo>
                    <a:cubicBezTo>
                      <a:pt x="1156" y="18"/>
                      <a:pt x="969" y="69"/>
                      <a:pt x="816" y="154"/>
                    </a:cubicBezTo>
                    <a:cubicBezTo>
                      <a:pt x="680" y="222"/>
                      <a:pt x="545" y="307"/>
                      <a:pt x="426" y="425"/>
                    </a:cubicBezTo>
                    <a:cubicBezTo>
                      <a:pt x="273" y="561"/>
                      <a:pt x="120" y="714"/>
                      <a:pt x="1" y="901"/>
                    </a:cubicBezTo>
                    <a:cubicBezTo>
                      <a:pt x="128" y="908"/>
                      <a:pt x="251" y="912"/>
                      <a:pt x="373" y="912"/>
                    </a:cubicBezTo>
                    <a:cubicBezTo>
                      <a:pt x="546" y="912"/>
                      <a:pt x="715" y="904"/>
                      <a:pt x="884" y="884"/>
                    </a:cubicBezTo>
                    <a:cubicBezTo>
                      <a:pt x="1037" y="867"/>
                      <a:pt x="1190" y="833"/>
                      <a:pt x="1343" y="782"/>
                    </a:cubicBezTo>
                    <a:cubicBezTo>
                      <a:pt x="1615" y="697"/>
                      <a:pt x="1700" y="663"/>
                      <a:pt x="1683" y="358"/>
                    </a:cubicBezTo>
                    <a:cubicBezTo>
                      <a:pt x="1734" y="120"/>
                      <a:pt x="1615" y="1"/>
                      <a:pt x="1326" y="1"/>
                    </a:cubicBezTo>
                    <a:close/>
                  </a:path>
                </a:pathLst>
              </a:custGeom>
              <a:solidFill>
                <a:srgbClr val="F9CA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55"/>
              <p:cNvSpPr/>
              <p:nvPr/>
            </p:nvSpPr>
            <p:spPr>
              <a:xfrm>
                <a:off x="8097866" y="3745526"/>
                <a:ext cx="33134" cy="37462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134" extrusionOk="0">
                    <a:moveTo>
                      <a:pt x="1003" y="1"/>
                    </a:moveTo>
                    <a:lnTo>
                      <a:pt x="1003" y="1"/>
                    </a:lnTo>
                    <a:cubicBezTo>
                      <a:pt x="782" y="52"/>
                      <a:pt x="595" y="188"/>
                      <a:pt x="476" y="374"/>
                    </a:cubicBezTo>
                    <a:cubicBezTo>
                      <a:pt x="374" y="510"/>
                      <a:pt x="0" y="986"/>
                      <a:pt x="204" y="1105"/>
                    </a:cubicBezTo>
                    <a:cubicBezTo>
                      <a:pt x="235" y="1125"/>
                      <a:pt x="268" y="1133"/>
                      <a:pt x="303" y="1133"/>
                    </a:cubicBezTo>
                    <a:cubicBezTo>
                      <a:pt x="476" y="1133"/>
                      <a:pt x="677" y="916"/>
                      <a:pt x="748" y="816"/>
                    </a:cubicBezTo>
                    <a:cubicBezTo>
                      <a:pt x="884" y="561"/>
                      <a:pt x="969" y="290"/>
                      <a:pt x="1003" y="1"/>
                    </a:cubicBezTo>
                    <a:close/>
                  </a:path>
                </a:pathLst>
              </a:custGeom>
              <a:solidFill>
                <a:srgbClr val="E669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55"/>
              <p:cNvSpPr/>
              <p:nvPr/>
            </p:nvSpPr>
            <p:spPr>
              <a:xfrm>
                <a:off x="7418677" y="3664766"/>
                <a:ext cx="1083878" cy="1016322"/>
              </a:xfrm>
              <a:custGeom>
                <a:avLst/>
                <a:gdLst/>
                <a:ahLst/>
                <a:cxnLst/>
                <a:rect l="l" t="t" r="r" b="b"/>
                <a:pathLst>
                  <a:path w="32810" h="30765" extrusionOk="0">
                    <a:moveTo>
                      <a:pt x="14460" y="419"/>
                    </a:moveTo>
                    <a:cubicBezTo>
                      <a:pt x="13995" y="957"/>
                      <a:pt x="13302" y="1102"/>
                      <a:pt x="12566" y="1102"/>
                    </a:cubicBezTo>
                    <a:cubicBezTo>
                      <a:pt x="12117" y="1102"/>
                      <a:pt x="11652" y="1048"/>
                      <a:pt x="11214" y="996"/>
                    </a:cubicBezTo>
                    <a:cubicBezTo>
                      <a:pt x="12268" y="691"/>
                      <a:pt x="13355" y="504"/>
                      <a:pt x="14460" y="419"/>
                    </a:cubicBezTo>
                    <a:close/>
                    <a:moveTo>
                      <a:pt x="23397" y="1812"/>
                    </a:moveTo>
                    <a:lnTo>
                      <a:pt x="23737" y="1948"/>
                    </a:lnTo>
                    <a:cubicBezTo>
                      <a:pt x="25198" y="2543"/>
                      <a:pt x="26608" y="3307"/>
                      <a:pt x="27746" y="4395"/>
                    </a:cubicBezTo>
                    <a:cubicBezTo>
                      <a:pt x="26659" y="4106"/>
                      <a:pt x="25657" y="3596"/>
                      <a:pt x="24756" y="2933"/>
                    </a:cubicBezTo>
                    <a:cubicBezTo>
                      <a:pt x="24280" y="2560"/>
                      <a:pt x="23873" y="2135"/>
                      <a:pt x="23397" y="1812"/>
                    </a:cubicBezTo>
                    <a:close/>
                    <a:moveTo>
                      <a:pt x="4860" y="5159"/>
                    </a:moveTo>
                    <a:cubicBezTo>
                      <a:pt x="4911" y="6433"/>
                      <a:pt x="4333" y="7674"/>
                      <a:pt x="3331" y="8455"/>
                    </a:cubicBezTo>
                    <a:cubicBezTo>
                      <a:pt x="3059" y="8676"/>
                      <a:pt x="2770" y="8897"/>
                      <a:pt x="2515" y="9118"/>
                    </a:cubicBezTo>
                    <a:cubicBezTo>
                      <a:pt x="3093" y="7691"/>
                      <a:pt x="3874" y="6348"/>
                      <a:pt x="4860" y="5159"/>
                    </a:cubicBezTo>
                    <a:close/>
                    <a:moveTo>
                      <a:pt x="31892" y="13468"/>
                    </a:moveTo>
                    <a:lnTo>
                      <a:pt x="31892" y="13468"/>
                    </a:lnTo>
                    <a:cubicBezTo>
                      <a:pt x="32164" y="15133"/>
                      <a:pt x="32130" y="16832"/>
                      <a:pt x="31807" y="18480"/>
                    </a:cubicBezTo>
                    <a:lnTo>
                      <a:pt x="31807" y="18463"/>
                    </a:lnTo>
                    <a:cubicBezTo>
                      <a:pt x="31773" y="18633"/>
                      <a:pt x="31739" y="18786"/>
                      <a:pt x="31705" y="18973"/>
                    </a:cubicBezTo>
                    <a:cubicBezTo>
                      <a:pt x="31739" y="18293"/>
                      <a:pt x="31586" y="17630"/>
                      <a:pt x="31484" y="16968"/>
                    </a:cubicBezTo>
                    <a:cubicBezTo>
                      <a:pt x="31280" y="15778"/>
                      <a:pt x="31416" y="14555"/>
                      <a:pt x="31892" y="13468"/>
                    </a:cubicBezTo>
                    <a:close/>
                    <a:moveTo>
                      <a:pt x="1360" y="16305"/>
                    </a:moveTo>
                    <a:lnTo>
                      <a:pt x="1360" y="16305"/>
                    </a:lnTo>
                    <a:cubicBezTo>
                      <a:pt x="2549" y="17036"/>
                      <a:pt x="2039" y="18735"/>
                      <a:pt x="2022" y="20094"/>
                    </a:cubicBezTo>
                    <a:cubicBezTo>
                      <a:pt x="1649" y="18871"/>
                      <a:pt x="1428" y="17579"/>
                      <a:pt x="1360" y="16305"/>
                    </a:cubicBezTo>
                    <a:close/>
                    <a:moveTo>
                      <a:pt x="15680" y="380"/>
                    </a:moveTo>
                    <a:cubicBezTo>
                      <a:pt x="18024" y="380"/>
                      <a:pt x="20353" y="761"/>
                      <a:pt x="22564" y="1523"/>
                    </a:cubicBezTo>
                    <a:cubicBezTo>
                      <a:pt x="23533" y="2050"/>
                      <a:pt x="24212" y="3001"/>
                      <a:pt x="25130" y="3613"/>
                    </a:cubicBezTo>
                    <a:cubicBezTo>
                      <a:pt x="26013" y="4191"/>
                      <a:pt x="26999" y="4615"/>
                      <a:pt x="28052" y="4853"/>
                    </a:cubicBezTo>
                    <a:cubicBezTo>
                      <a:pt x="28086" y="4853"/>
                      <a:pt x="28120" y="4853"/>
                      <a:pt x="28171" y="4836"/>
                    </a:cubicBezTo>
                    <a:cubicBezTo>
                      <a:pt x="29225" y="6009"/>
                      <a:pt x="29904" y="7470"/>
                      <a:pt x="30533" y="8914"/>
                    </a:cubicBezTo>
                    <a:cubicBezTo>
                      <a:pt x="31111" y="10205"/>
                      <a:pt x="31535" y="11548"/>
                      <a:pt x="31807" y="12941"/>
                    </a:cubicBezTo>
                    <a:cubicBezTo>
                      <a:pt x="31179" y="14079"/>
                      <a:pt x="30924" y="15404"/>
                      <a:pt x="31094" y="16696"/>
                    </a:cubicBezTo>
                    <a:cubicBezTo>
                      <a:pt x="31331" y="18616"/>
                      <a:pt x="31586" y="20417"/>
                      <a:pt x="29802" y="21708"/>
                    </a:cubicBezTo>
                    <a:lnTo>
                      <a:pt x="29802" y="21691"/>
                    </a:lnTo>
                    <a:cubicBezTo>
                      <a:pt x="28562" y="22592"/>
                      <a:pt x="26897" y="22558"/>
                      <a:pt x="25724" y="23526"/>
                    </a:cubicBezTo>
                    <a:cubicBezTo>
                      <a:pt x="24552" y="24511"/>
                      <a:pt x="23889" y="25956"/>
                      <a:pt x="22717" y="26924"/>
                    </a:cubicBezTo>
                    <a:cubicBezTo>
                      <a:pt x="21704" y="27750"/>
                      <a:pt x="20542" y="28112"/>
                      <a:pt x="19335" y="28112"/>
                    </a:cubicBezTo>
                    <a:cubicBezTo>
                      <a:pt x="18680" y="28112"/>
                      <a:pt x="18012" y="28005"/>
                      <a:pt x="17348" y="27808"/>
                    </a:cubicBezTo>
                    <a:cubicBezTo>
                      <a:pt x="15941" y="27390"/>
                      <a:pt x="14675" y="26874"/>
                      <a:pt x="13217" y="26874"/>
                    </a:cubicBezTo>
                    <a:cubicBezTo>
                      <a:pt x="13072" y="26874"/>
                      <a:pt x="12926" y="26879"/>
                      <a:pt x="12778" y="26890"/>
                    </a:cubicBezTo>
                    <a:cubicBezTo>
                      <a:pt x="12075" y="26939"/>
                      <a:pt x="11408" y="27008"/>
                      <a:pt x="10769" y="27008"/>
                    </a:cubicBezTo>
                    <a:cubicBezTo>
                      <a:pt x="9630" y="27008"/>
                      <a:pt x="8580" y="26790"/>
                      <a:pt x="7578" y="25854"/>
                    </a:cubicBezTo>
                    <a:cubicBezTo>
                      <a:pt x="6610" y="24970"/>
                      <a:pt x="5896" y="23849"/>
                      <a:pt x="4860" y="23033"/>
                    </a:cubicBezTo>
                    <a:cubicBezTo>
                      <a:pt x="4180" y="22507"/>
                      <a:pt x="3246" y="22184"/>
                      <a:pt x="2736" y="21470"/>
                    </a:cubicBezTo>
                    <a:cubicBezTo>
                      <a:pt x="2090" y="20553"/>
                      <a:pt x="2379" y="19516"/>
                      <a:pt x="2413" y="18480"/>
                    </a:cubicBezTo>
                    <a:cubicBezTo>
                      <a:pt x="2464" y="17528"/>
                      <a:pt x="2226" y="16509"/>
                      <a:pt x="1343" y="16067"/>
                    </a:cubicBezTo>
                    <a:cubicBezTo>
                      <a:pt x="1258" y="14164"/>
                      <a:pt x="1496" y="12261"/>
                      <a:pt x="2056" y="10426"/>
                    </a:cubicBezTo>
                    <a:cubicBezTo>
                      <a:pt x="2498" y="9186"/>
                      <a:pt x="3874" y="8727"/>
                      <a:pt x="4554" y="7640"/>
                    </a:cubicBezTo>
                    <a:cubicBezTo>
                      <a:pt x="5047" y="6824"/>
                      <a:pt x="5251" y="5856"/>
                      <a:pt x="5081" y="4904"/>
                    </a:cubicBezTo>
                    <a:cubicBezTo>
                      <a:pt x="5234" y="4734"/>
                      <a:pt x="5404" y="4547"/>
                      <a:pt x="5573" y="4361"/>
                    </a:cubicBezTo>
                    <a:cubicBezTo>
                      <a:pt x="6933" y="2933"/>
                      <a:pt x="8615" y="1863"/>
                      <a:pt x="10467" y="1234"/>
                    </a:cubicBezTo>
                    <a:cubicBezTo>
                      <a:pt x="11050" y="1317"/>
                      <a:pt x="11817" y="1448"/>
                      <a:pt x="12549" y="1448"/>
                    </a:cubicBezTo>
                    <a:cubicBezTo>
                      <a:pt x="13480" y="1448"/>
                      <a:pt x="14353" y="1235"/>
                      <a:pt x="14715" y="436"/>
                    </a:cubicBezTo>
                    <a:cubicBezTo>
                      <a:pt x="14715" y="436"/>
                      <a:pt x="14715" y="419"/>
                      <a:pt x="14715" y="402"/>
                    </a:cubicBezTo>
                    <a:cubicBezTo>
                      <a:pt x="15036" y="387"/>
                      <a:pt x="15358" y="380"/>
                      <a:pt x="15680" y="380"/>
                    </a:cubicBezTo>
                    <a:close/>
                    <a:moveTo>
                      <a:pt x="31160" y="20753"/>
                    </a:moveTo>
                    <a:lnTo>
                      <a:pt x="31160" y="20753"/>
                    </a:lnTo>
                    <a:cubicBezTo>
                      <a:pt x="29093" y="26182"/>
                      <a:pt x="24076" y="29933"/>
                      <a:pt x="18283" y="30390"/>
                    </a:cubicBezTo>
                    <a:cubicBezTo>
                      <a:pt x="18253" y="30331"/>
                      <a:pt x="18211" y="30285"/>
                      <a:pt x="18156" y="30285"/>
                    </a:cubicBezTo>
                    <a:cubicBezTo>
                      <a:pt x="18147" y="30285"/>
                      <a:pt x="18139" y="30286"/>
                      <a:pt x="18130" y="30288"/>
                    </a:cubicBezTo>
                    <a:cubicBezTo>
                      <a:pt x="17399" y="30339"/>
                      <a:pt x="16668" y="30356"/>
                      <a:pt x="15938" y="30424"/>
                    </a:cubicBezTo>
                    <a:cubicBezTo>
                      <a:pt x="15955" y="30390"/>
                      <a:pt x="15972" y="30339"/>
                      <a:pt x="15972" y="30305"/>
                    </a:cubicBezTo>
                    <a:lnTo>
                      <a:pt x="15972" y="30305"/>
                    </a:lnTo>
                    <a:cubicBezTo>
                      <a:pt x="15758" y="30315"/>
                      <a:pt x="15545" y="30320"/>
                      <a:pt x="15333" y="30320"/>
                    </a:cubicBezTo>
                    <a:cubicBezTo>
                      <a:pt x="9846" y="30320"/>
                      <a:pt x="4943" y="26967"/>
                      <a:pt x="2685" y="21929"/>
                    </a:cubicBezTo>
                    <a:lnTo>
                      <a:pt x="2685" y="21929"/>
                    </a:lnTo>
                    <a:cubicBezTo>
                      <a:pt x="3331" y="22575"/>
                      <a:pt x="4299" y="22965"/>
                      <a:pt x="4979" y="23577"/>
                    </a:cubicBezTo>
                    <a:cubicBezTo>
                      <a:pt x="6015" y="24511"/>
                      <a:pt x="6763" y="25769"/>
                      <a:pt x="7901" y="26618"/>
                    </a:cubicBezTo>
                    <a:cubicBezTo>
                      <a:pt x="8749" y="27248"/>
                      <a:pt x="9658" y="27423"/>
                      <a:pt x="10613" y="27423"/>
                    </a:cubicBezTo>
                    <a:cubicBezTo>
                      <a:pt x="11075" y="27423"/>
                      <a:pt x="11548" y="27382"/>
                      <a:pt x="12030" y="27332"/>
                    </a:cubicBezTo>
                    <a:cubicBezTo>
                      <a:pt x="12474" y="27288"/>
                      <a:pt x="12903" y="27257"/>
                      <a:pt x="13328" y="27257"/>
                    </a:cubicBezTo>
                    <a:cubicBezTo>
                      <a:pt x="13894" y="27257"/>
                      <a:pt x="14455" y="27312"/>
                      <a:pt x="15037" y="27468"/>
                    </a:cubicBezTo>
                    <a:cubicBezTo>
                      <a:pt x="15904" y="27706"/>
                      <a:pt x="16719" y="28063"/>
                      <a:pt x="17586" y="28283"/>
                    </a:cubicBezTo>
                    <a:cubicBezTo>
                      <a:pt x="18136" y="28446"/>
                      <a:pt x="18706" y="28528"/>
                      <a:pt x="19275" y="28528"/>
                    </a:cubicBezTo>
                    <a:cubicBezTo>
                      <a:pt x="20128" y="28528"/>
                      <a:pt x="20981" y="28345"/>
                      <a:pt x="21766" y="27978"/>
                    </a:cubicBezTo>
                    <a:cubicBezTo>
                      <a:pt x="23142" y="27349"/>
                      <a:pt x="23940" y="26194"/>
                      <a:pt x="24841" y="25038"/>
                    </a:cubicBezTo>
                    <a:cubicBezTo>
                      <a:pt x="25402" y="24308"/>
                      <a:pt x="26013" y="23662"/>
                      <a:pt x="26863" y="23271"/>
                    </a:cubicBezTo>
                    <a:cubicBezTo>
                      <a:pt x="27661" y="22914"/>
                      <a:pt x="28562" y="22795"/>
                      <a:pt x="29344" y="22422"/>
                    </a:cubicBezTo>
                    <a:cubicBezTo>
                      <a:pt x="30114" y="22053"/>
                      <a:pt x="30736" y="21470"/>
                      <a:pt x="31160" y="20753"/>
                    </a:cubicBezTo>
                    <a:close/>
                    <a:moveTo>
                      <a:pt x="15649" y="1"/>
                    </a:moveTo>
                    <a:cubicBezTo>
                      <a:pt x="12459" y="1"/>
                      <a:pt x="9321" y="709"/>
                      <a:pt x="6763" y="2695"/>
                    </a:cubicBezTo>
                    <a:cubicBezTo>
                      <a:pt x="1870" y="6484"/>
                      <a:pt x="1" y="13230"/>
                      <a:pt x="1343" y="19142"/>
                    </a:cubicBezTo>
                    <a:cubicBezTo>
                      <a:pt x="2793" y="25512"/>
                      <a:pt x="8397" y="30725"/>
                      <a:pt x="14966" y="30725"/>
                    </a:cubicBezTo>
                    <a:cubicBezTo>
                      <a:pt x="15249" y="30725"/>
                      <a:pt x="15533" y="30716"/>
                      <a:pt x="15819" y="30696"/>
                    </a:cubicBezTo>
                    <a:cubicBezTo>
                      <a:pt x="16087" y="30720"/>
                      <a:pt x="16359" y="30732"/>
                      <a:pt x="16632" y="30732"/>
                    </a:cubicBezTo>
                    <a:cubicBezTo>
                      <a:pt x="16949" y="30732"/>
                      <a:pt x="17267" y="30715"/>
                      <a:pt x="17586" y="30679"/>
                    </a:cubicBezTo>
                    <a:lnTo>
                      <a:pt x="17586" y="30679"/>
                    </a:lnTo>
                    <a:lnTo>
                      <a:pt x="17552" y="30764"/>
                    </a:lnTo>
                    <a:cubicBezTo>
                      <a:pt x="23754" y="30645"/>
                      <a:pt x="29445" y="26771"/>
                      <a:pt x="31569" y="20875"/>
                    </a:cubicBezTo>
                    <a:cubicBezTo>
                      <a:pt x="32691" y="17783"/>
                      <a:pt x="32810" y="14419"/>
                      <a:pt x="31892" y="11259"/>
                    </a:cubicBezTo>
                    <a:cubicBezTo>
                      <a:pt x="30924" y="8082"/>
                      <a:pt x="29378" y="4751"/>
                      <a:pt x="26523" y="2899"/>
                    </a:cubicBezTo>
                    <a:cubicBezTo>
                      <a:pt x="23567" y="979"/>
                      <a:pt x="19812" y="96"/>
                      <a:pt x="16312" y="11"/>
                    </a:cubicBezTo>
                    <a:cubicBezTo>
                      <a:pt x="16090" y="4"/>
                      <a:pt x="15869" y="1"/>
                      <a:pt x="156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55"/>
              <p:cNvSpPr/>
              <p:nvPr/>
            </p:nvSpPr>
            <p:spPr>
              <a:xfrm>
                <a:off x="7461350" y="3682528"/>
                <a:ext cx="1009252" cy="916127"/>
              </a:xfrm>
              <a:custGeom>
                <a:avLst/>
                <a:gdLst/>
                <a:ahLst/>
                <a:cxnLst/>
                <a:rect l="l" t="t" r="r" b="b"/>
                <a:pathLst>
                  <a:path w="30551" h="27732" extrusionOk="0">
                    <a:moveTo>
                      <a:pt x="20211" y="1681"/>
                    </a:moveTo>
                    <a:cubicBezTo>
                      <a:pt x="20241" y="1681"/>
                      <a:pt x="20273" y="1683"/>
                      <a:pt x="20305" y="1687"/>
                    </a:cubicBezTo>
                    <a:cubicBezTo>
                      <a:pt x="20356" y="1687"/>
                      <a:pt x="20390" y="1721"/>
                      <a:pt x="20407" y="1772"/>
                    </a:cubicBezTo>
                    <a:cubicBezTo>
                      <a:pt x="20475" y="1772"/>
                      <a:pt x="20560" y="1840"/>
                      <a:pt x="20543" y="1908"/>
                    </a:cubicBezTo>
                    <a:cubicBezTo>
                      <a:pt x="20560" y="2349"/>
                      <a:pt x="20390" y="2791"/>
                      <a:pt x="20084" y="3114"/>
                    </a:cubicBezTo>
                    <a:cubicBezTo>
                      <a:pt x="19949" y="3238"/>
                      <a:pt x="19739" y="3347"/>
                      <a:pt x="19539" y="3347"/>
                    </a:cubicBezTo>
                    <a:cubicBezTo>
                      <a:pt x="19437" y="3347"/>
                      <a:pt x="19337" y="3319"/>
                      <a:pt x="19251" y="3250"/>
                    </a:cubicBezTo>
                    <a:cubicBezTo>
                      <a:pt x="18895" y="2961"/>
                      <a:pt x="19200" y="2502"/>
                      <a:pt x="19404" y="2214"/>
                    </a:cubicBezTo>
                    <a:cubicBezTo>
                      <a:pt x="19607" y="1933"/>
                      <a:pt x="19867" y="1681"/>
                      <a:pt x="20211" y="1681"/>
                    </a:cubicBezTo>
                    <a:close/>
                    <a:moveTo>
                      <a:pt x="12400" y="3353"/>
                    </a:moveTo>
                    <a:cubicBezTo>
                      <a:pt x="12638" y="3353"/>
                      <a:pt x="12855" y="3468"/>
                      <a:pt x="13016" y="3760"/>
                    </a:cubicBezTo>
                    <a:cubicBezTo>
                      <a:pt x="13517" y="4666"/>
                      <a:pt x="12019" y="4851"/>
                      <a:pt x="11192" y="4851"/>
                    </a:cubicBezTo>
                    <a:cubicBezTo>
                      <a:pt x="11011" y="4851"/>
                      <a:pt x="10862" y="4842"/>
                      <a:pt x="10773" y="4830"/>
                    </a:cubicBezTo>
                    <a:cubicBezTo>
                      <a:pt x="10608" y="4814"/>
                      <a:pt x="10587" y="4541"/>
                      <a:pt x="10757" y="4541"/>
                    </a:cubicBezTo>
                    <a:cubicBezTo>
                      <a:pt x="10762" y="4541"/>
                      <a:pt x="10768" y="4541"/>
                      <a:pt x="10773" y="4541"/>
                    </a:cubicBezTo>
                    <a:lnTo>
                      <a:pt x="10824" y="4541"/>
                    </a:lnTo>
                    <a:cubicBezTo>
                      <a:pt x="11091" y="4068"/>
                      <a:pt x="11808" y="3353"/>
                      <a:pt x="12400" y="3353"/>
                    </a:cubicBezTo>
                    <a:close/>
                    <a:moveTo>
                      <a:pt x="8296" y="3790"/>
                    </a:moveTo>
                    <a:cubicBezTo>
                      <a:pt x="8526" y="3790"/>
                      <a:pt x="8776" y="3916"/>
                      <a:pt x="8955" y="4066"/>
                    </a:cubicBezTo>
                    <a:cubicBezTo>
                      <a:pt x="9329" y="4388"/>
                      <a:pt x="9550" y="4847"/>
                      <a:pt x="9584" y="5340"/>
                    </a:cubicBezTo>
                    <a:cubicBezTo>
                      <a:pt x="9584" y="5426"/>
                      <a:pt x="9521" y="5486"/>
                      <a:pt x="9447" y="5486"/>
                    </a:cubicBezTo>
                    <a:cubicBezTo>
                      <a:pt x="9420" y="5486"/>
                      <a:pt x="9391" y="5477"/>
                      <a:pt x="9363" y="5459"/>
                    </a:cubicBezTo>
                    <a:cubicBezTo>
                      <a:pt x="9321" y="5462"/>
                      <a:pt x="9280" y="5463"/>
                      <a:pt x="9239" y="5463"/>
                    </a:cubicBezTo>
                    <a:cubicBezTo>
                      <a:pt x="8788" y="5463"/>
                      <a:pt x="8349" y="5294"/>
                      <a:pt x="8037" y="4983"/>
                    </a:cubicBezTo>
                    <a:cubicBezTo>
                      <a:pt x="7800" y="4728"/>
                      <a:pt x="7647" y="4303"/>
                      <a:pt x="7868" y="4015"/>
                    </a:cubicBezTo>
                    <a:cubicBezTo>
                      <a:pt x="7980" y="3853"/>
                      <a:pt x="8133" y="3790"/>
                      <a:pt x="8296" y="3790"/>
                    </a:cubicBezTo>
                    <a:close/>
                    <a:moveTo>
                      <a:pt x="21910" y="3845"/>
                    </a:moveTo>
                    <a:cubicBezTo>
                      <a:pt x="21966" y="3845"/>
                      <a:pt x="22021" y="3879"/>
                      <a:pt x="22021" y="3947"/>
                    </a:cubicBezTo>
                    <a:cubicBezTo>
                      <a:pt x="22021" y="3964"/>
                      <a:pt x="22021" y="3981"/>
                      <a:pt x="22021" y="3998"/>
                    </a:cubicBezTo>
                    <a:cubicBezTo>
                      <a:pt x="22043" y="3965"/>
                      <a:pt x="22086" y="3946"/>
                      <a:pt x="22128" y="3946"/>
                    </a:cubicBezTo>
                    <a:cubicBezTo>
                      <a:pt x="22150" y="3946"/>
                      <a:pt x="22173" y="3952"/>
                      <a:pt x="22191" y="3964"/>
                    </a:cubicBezTo>
                    <a:cubicBezTo>
                      <a:pt x="22565" y="4150"/>
                      <a:pt x="24145" y="5204"/>
                      <a:pt x="23176" y="5629"/>
                    </a:cubicBezTo>
                    <a:cubicBezTo>
                      <a:pt x="23095" y="5662"/>
                      <a:pt x="23014" y="5677"/>
                      <a:pt x="22936" y="5677"/>
                    </a:cubicBezTo>
                    <a:cubicBezTo>
                      <a:pt x="22620" y="5677"/>
                      <a:pt x="22334" y="5435"/>
                      <a:pt x="22157" y="5204"/>
                    </a:cubicBezTo>
                    <a:cubicBezTo>
                      <a:pt x="21868" y="4847"/>
                      <a:pt x="21749" y="4388"/>
                      <a:pt x="21800" y="3947"/>
                    </a:cubicBezTo>
                    <a:cubicBezTo>
                      <a:pt x="21800" y="3879"/>
                      <a:pt x="21855" y="3845"/>
                      <a:pt x="21910" y="3845"/>
                    </a:cubicBezTo>
                    <a:close/>
                    <a:moveTo>
                      <a:pt x="27021" y="7453"/>
                    </a:moveTo>
                    <a:cubicBezTo>
                      <a:pt x="27082" y="7453"/>
                      <a:pt x="27135" y="7509"/>
                      <a:pt x="27135" y="7583"/>
                    </a:cubicBezTo>
                    <a:cubicBezTo>
                      <a:pt x="27163" y="7559"/>
                      <a:pt x="27195" y="7549"/>
                      <a:pt x="27226" y="7549"/>
                    </a:cubicBezTo>
                    <a:cubicBezTo>
                      <a:pt x="27307" y="7549"/>
                      <a:pt x="27380" y="7620"/>
                      <a:pt x="27356" y="7718"/>
                    </a:cubicBezTo>
                    <a:cubicBezTo>
                      <a:pt x="27237" y="8194"/>
                      <a:pt x="27390" y="8755"/>
                      <a:pt x="27067" y="9180"/>
                    </a:cubicBezTo>
                    <a:cubicBezTo>
                      <a:pt x="26935" y="9351"/>
                      <a:pt x="26711" y="9512"/>
                      <a:pt x="26467" y="9512"/>
                    </a:cubicBezTo>
                    <a:cubicBezTo>
                      <a:pt x="26396" y="9512"/>
                      <a:pt x="26324" y="9499"/>
                      <a:pt x="26252" y="9469"/>
                    </a:cubicBezTo>
                    <a:cubicBezTo>
                      <a:pt x="25929" y="9350"/>
                      <a:pt x="25895" y="8959"/>
                      <a:pt x="25997" y="8670"/>
                    </a:cubicBezTo>
                    <a:cubicBezTo>
                      <a:pt x="26150" y="8211"/>
                      <a:pt x="26574" y="7786"/>
                      <a:pt x="26948" y="7481"/>
                    </a:cubicBezTo>
                    <a:cubicBezTo>
                      <a:pt x="26972" y="7462"/>
                      <a:pt x="26997" y="7453"/>
                      <a:pt x="27021" y="7453"/>
                    </a:cubicBezTo>
                    <a:close/>
                    <a:moveTo>
                      <a:pt x="2497" y="9480"/>
                    </a:moveTo>
                    <a:cubicBezTo>
                      <a:pt x="2532" y="9480"/>
                      <a:pt x="2566" y="9497"/>
                      <a:pt x="2583" y="9536"/>
                    </a:cubicBezTo>
                    <a:cubicBezTo>
                      <a:pt x="2600" y="9553"/>
                      <a:pt x="2600" y="9570"/>
                      <a:pt x="2617" y="9587"/>
                    </a:cubicBezTo>
                    <a:cubicBezTo>
                      <a:pt x="2695" y="9580"/>
                      <a:pt x="2773" y="9576"/>
                      <a:pt x="2850" y="9576"/>
                    </a:cubicBezTo>
                    <a:cubicBezTo>
                      <a:pt x="3281" y="9576"/>
                      <a:pt x="3704" y="9694"/>
                      <a:pt x="4079" y="9910"/>
                    </a:cubicBezTo>
                    <a:cubicBezTo>
                      <a:pt x="4333" y="10046"/>
                      <a:pt x="4571" y="10335"/>
                      <a:pt x="4266" y="10590"/>
                    </a:cubicBezTo>
                    <a:cubicBezTo>
                      <a:pt x="4142" y="10692"/>
                      <a:pt x="3990" y="10731"/>
                      <a:pt x="3834" y="10731"/>
                    </a:cubicBezTo>
                    <a:cubicBezTo>
                      <a:pt x="3624" y="10731"/>
                      <a:pt x="3404" y="10660"/>
                      <a:pt x="3229" y="10573"/>
                    </a:cubicBezTo>
                    <a:cubicBezTo>
                      <a:pt x="2923" y="10420"/>
                      <a:pt x="2651" y="10182"/>
                      <a:pt x="2481" y="9876"/>
                    </a:cubicBezTo>
                    <a:cubicBezTo>
                      <a:pt x="2414" y="9842"/>
                      <a:pt x="2380" y="9774"/>
                      <a:pt x="2414" y="9706"/>
                    </a:cubicBezTo>
                    <a:cubicBezTo>
                      <a:pt x="2397" y="9672"/>
                      <a:pt x="2380" y="9655"/>
                      <a:pt x="2380" y="9638"/>
                    </a:cubicBezTo>
                    <a:cubicBezTo>
                      <a:pt x="2346" y="9548"/>
                      <a:pt x="2425" y="9480"/>
                      <a:pt x="2497" y="9480"/>
                    </a:cubicBezTo>
                    <a:close/>
                    <a:moveTo>
                      <a:pt x="28133" y="9427"/>
                    </a:moveTo>
                    <a:cubicBezTo>
                      <a:pt x="28190" y="9427"/>
                      <a:pt x="28249" y="9463"/>
                      <a:pt x="28239" y="9520"/>
                    </a:cubicBezTo>
                    <a:lnTo>
                      <a:pt x="28239" y="9587"/>
                    </a:lnTo>
                    <a:cubicBezTo>
                      <a:pt x="28265" y="9549"/>
                      <a:pt x="28300" y="9530"/>
                      <a:pt x="28337" y="9530"/>
                    </a:cubicBezTo>
                    <a:cubicBezTo>
                      <a:pt x="28350" y="9530"/>
                      <a:pt x="28363" y="9532"/>
                      <a:pt x="28375" y="9536"/>
                    </a:cubicBezTo>
                    <a:cubicBezTo>
                      <a:pt x="28732" y="9638"/>
                      <a:pt x="29140" y="9842"/>
                      <a:pt x="29276" y="10216"/>
                    </a:cubicBezTo>
                    <a:cubicBezTo>
                      <a:pt x="29395" y="10505"/>
                      <a:pt x="29259" y="10845"/>
                      <a:pt x="28970" y="10981"/>
                    </a:cubicBezTo>
                    <a:cubicBezTo>
                      <a:pt x="28905" y="10999"/>
                      <a:pt x="28838" y="11008"/>
                      <a:pt x="28771" y="11008"/>
                    </a:cubicBezTo>
                    <a:cubicBezTo>
                      <a:pt x="28527" y="11008"/>
                      <a:pt x="28288" y="10889"/>
                      <a:pt x="28154" y="10675"/>
                    </a:cubicBezTo>
                    <a:cubicBezTo>
                      <a:pt x="27900" y="10335"/>
                      <a:pt x="27968" y="9893"/>
                      <a:pt x="28036" y="9503"/>
                    </a:cubicBezTo>
                    <a:cubicBezTo>
                      <a:pt x="28043" y="9450"/>
                      <a:pt x="28087" y="9427"/>
                      <a:pt x="28133" y="9427"/>
                    </a:cubicBezTo>
                    <a:close/>
                    <a:moveTo>
                      <a:pt x="2066" y="10557"/>
                    </a:moveTo>
                    <a:cubicBezTo>
                      <a:pt x="2140" y="10557"/>
                      <a:pt x="2210" y="10609"/>
                      <a:pt x="2210" y="10692"/>
                    </a:cubicBezTo>
                    <a:cubicBezTo>
                      <a:pt x="2227" y="11134"/>
                      <a:pt x="2380" y="11592"/>
                      <a:pt x="2176" y="12000"/>
                    </a:cubicBezTo>
                    <a:cubicBezTo>
                      <a:pt x="2067" y="12218"/>
                      <a:pt x="1839" y="12348"/>
                      <a:pt x="1604" y="12348"/>
                    </a:cubicBezTo>
                    <a:cubicBezTo>
                      <a:pt x="1545" y="12348"/>
                      <a:pt x="1486" y="12340"/>
                      <a:pt x="1428" y="12323"/>
                    </a:cubicBezTo>
                    <a:cubicBezTo>
                      <a:pt x="646" y="12068"/>
                      <a:pt x="1428" y="10879"/>
                      <a:pt x="1802" y="10590"/>
                    </a:cubicBezTo>
                    <a:cubicBezTo>
                      <a:pt x="1815" y="10570"/>
                      <a:pt x="1837" y="10560"/>
                      <a:pt x="1859" y="10560"/>
                    </a:cubicBezTo>
                    <a:cubicBezTo>
                      <a:pt x="1892" y="10560"/>
                      <a:pt x="1928" y="10583"/>
                      <a:pt x="1938" y="10624"/>
                    </a:cubicBezTo>
                    <a:cubicBezTo>
                      <a:pt x="1971" y="10578"/>
                      <a:pt x="2019" y="10557"/>
                      <a:pt x="2066" y="10557"/>
                    </a:cubicBezTo>
                    <a:close/>
                    <a:moveTo>
                      <a:pt x="25512" y="10993"/>
                    </a:moveTo>
                    <a:cubicBezTo>
                      <a:pt x="25560" y="10993"/>
                      <a:pt x="25609" y="10995"/>
                      <a:pt x="25657" y="10998"/>
                    </a:cubicBezTo>
                    <a:cubicBezTo>
                      <a:pt x="25759" y="10998"/>
                      <a:pt x="25793" y="11117"/>
                      <a:pt x="25725" y="11185"/>
                    </a:cubicBezTo>
                    <a:cubicBezTo>
                      <a:pt x="25793" y="11185"/>
                      <a:pt x="25844" y="11253"/>
                      <a:pt x="25844" y="11321"/>
                    </a:cubicBezTo>
                    <a:cubicBezTo>
                      <a:pt x="25810" y="11745"/>
                      <a:pt x="25419" y="12119"/>
                      <a:pt x="25062" y="12306"/>
                    </a:cubicBezTo>
                    <a:cubicBezTo>
                      <a:pt x="24878" y="12398"/>
                      <a:pt x="24600" y="12497"/>
                      <a:pt x="24342" y="12497"/>
                    </a:cubicBezTo>
                    <a:cubicBezTo>
                      <a:pt x="24172" y="12497"/>
                      <a:pt x="24011" y="12454"/>
                      <a:pt x="23890" y="12340"/>
                    </a:cubicBezTo>
                    <a:cubicBezTo>
                      <a:pt x="23584" y="12034"/>
                      <a:pt x="23907" y="11609"/>
                      <a:pt x="24179" y="11422"/>
                    </a:cubicBezTo>
                    <a:cubicBezTo>
                      <a:pt x="24564" y="11145"/>
                      <a:pt x="25034" y="10993"/>
                      <a:pt x="25512" y="10993"/>
                    </a:cubicBezTo>
                    <a:close/>
                    <a:moveTo>
                      <a:pt x="16501" y="5812"/>
                    </a:moveTo>
                    <a:cubicBezTo>
                      <a:pt x="18783" y="5812"/>
                      <a:pt x="21241" y="6446"/>
                      <a:pt x="21919" y="8840"/>
                    </a:cubicBezTo>
                    <a:cubicBezTo>
                      <a:pt x="22734" y="11762"/>
                      <a:pt x="19642" y="12969"/>
                      <a:pt x="17314" y="13155"/>
                    </a:cubicBezTo>
                    <a:cubicBezTo>
                      <a:pt x="16951" y="13183"/>
                      <a:pt x="16528" y="13201"/>
                      <a:pt x="16071" y="13201"/>
                    </a:cubicBezTo>
                    <a:cubicBezTo>
                      <a:pt x="13452" y="13201"/>
                      <a:pt x="9685" y="12610"/>
                      <a:pt x="9193" y="9876"/>
                    </a:cubicBezTo>
                    <a:cubicBezTo>
                      <a:pt x="8707" y="7080"/>
                      <a:pt x="12281" y="5934"/>
                      <a:pt x="14581" y="5934"/>
                    </a:cubicBezTo>
                    <a:cubicBezTo>
                      <a:pt x="14614" y="5934"/>
                      <a:pt x="14648" y="5934"/>
                      <a:pt x="14681" y="5934"/>
                    </a:cubicBezTo>
                    <a:cubicBezTo>
                      <a:pt x="15246" y="5861"/>
                      <a:pt x="15866" y="5812"/>
                      <a:pt x="16501" y="5812"/>
                    </a:cubicBezTo>
                    <a:close/>
                    <a:moveTo>
                      <a:pt x="7921" y="12516"/>
                    </a:moveTo>
                    <a:cubicBezTo>
                      <a:pt x="7983" y="12516"/>
                      <a:pt x="8044" y="12520"/>
                      <a:pt x="8105" y="12527"/>
                    </a:cubicBezTo>
                    <a:cubicBezTo>
                      <a:pt x="8139" y="12527"/>
                      <a:pt x="8156" y="12561"/>
                      <a:pt x="8173" y="12578"/>
                    </a:cubicBezTo>
                    <a:cubicBezTo>
                      <a:pt x="8241" y="12595"/>
                      <a:pt x="8292" y="12663"/>
                      <a:pt x="8275" y="12731"/>
                    </a:cubicBezTo>
                    <a:cubicBezTo>
                      <a:pt x="8166" y="13101"/>
                      <a:pt x="7435" y="14093"/>
                      <a:pt x="6880" y="14093"/>
                    </a:cubicBezTo>
                    <a:cubicBezTo>
                      <a:pt x="6748" y="14093"/>
                      <a:pt x="6626" y="14037"/>
                      <a:pt x="6525" y="13903"/>
                    </a:cubicBezTo>
                    <a:cubicBezTo>
                      <a:pt x="6253" y="13512"/>
                      <a:pt x="6559" y="13105"/>
                      <a:pt x="6865" y="12884"/>
                    </a:cubicBezTo>
                    <a:cubicBezTo>
                      <a:pt x="7172" y="12650"/>
                      <a:pt x="7543" y="12516"/>
                      <a:pt x="7921" y="12516"/>
                    </a:cubicBezTo>
                    <a:close/>
                    <a:moveTo>
                      <a:pt x="9450" y="12954"/>
                    </a:moveTo>
                    <a:cubicBezTo>
                      <a:pt x="9498" y="12954"/>
                      <a:pt x="9547" y="12976"/>
                      <a:pt x="9584" y="13020"/>
                    </a:cubicBezTo>
                    <a:cubicBezTo>
                      <a:pt x="9923" y="13478"/>
                      <a:pt x="10518" y="13699"/>
                      <a:pt x="10620" y="14294"/>
                    </a:cubicBezTo>
                    <a:cubicBezTo>
                      <a:pt x="10705" y="14651"/>
                      <a:pt x="10467" y="15007"/>
                      <a:pt x="10110" y="15075"/>
                    </a:cubicBezTo>
                    <a:cubicBezTo>
                      <a:pt x="10068" y="15081"/>
                      <a:pt x="10026" y="15084"/>
                      <a:pt x="9984" y="15084"/>
                    </a:cubicBezTo>
                    <a:cubicBezTo>
                      <a:pt x="9671" y="15084"/>
                      <a:pt x="9373" y="14920"/>
                      <a:pt x="9193" y="14651"/>
                    </a:cubicBezTo>
                    <a:cubicBezTo>
                      <a:pt x="8904" y="14209"/>
                      <a:pt x="9040" y="13614"/>
                      <a:pt x="9193" y="13139"/>
                    </a:cubicBezTo>
                    <a:cubicBezTo>
                      <a:pt x="9210" y="13105"/>
                      <a:pt x="9244" y="13071"/>
                      <a:pt x="9295" y="13071"/>
                    </a:cubicBezTo>
                    <a:cubicBezTo>
                      <a:pt x="9324" y="12993"/>
                      <a:pt x="9386" y="12954"/>
                      <a:pt x="9450" y="12954"/>
                    </a:cubicBezTo>
                    <a:close/>
                    <a:moveTo>
                      <a:pt x="26976" y="13894"/>
                    </a:moveTo>
                    <a:cubicBezTo>
                      <a:pt x="27035" y="13894"/>
                      <a:pt x="27092" y="13933"/>
                      <a:pt x="27101" y="14005"/>
                    </a:cubicBezTo>
                    <a:cubicBezTo>
                      <a:pt x="27118" y="13997"/>
                      <a:pt x="27139" y="13992"/>
                      <a:pt x="27161" y="13992"/>
                    </a:cubicBezTo>
                    <a:cubicBezTo>
                      <a:pt x="27182" y="13992"/>
                      <a:pt x="27203" y="13997"/>
                      <a:pt x="27220" y="14005"/>
                    </a:cubicBezTo>
                    <a:cubicBezTo>
                      <a:pt x="27628" y="14226"/>
                      <a:pt x="27934" y="14600"/>
                      <a:pt x="28087" y="15041"/>
                    </a:cubicBezTo>
                    <a:cubicBezTo>
                      <a:pt x="28205" y="15347"/>
                      <a:pt x="28324" y="15874"/>
                      <a:pt x="27900" y="15976"/>
                    </a:cubicBezTo>
                    <a:cubicBezTo>
                      <a:pt x="27862" y="15985"/>
                      <a:pt x="27825" y="15989"/>
                      <a:pt x="27788" y="15989"/>
                    </a:cubicBezTo>
                    <a:cubicBezTo>
                      <a:pt x="27410" y="15989"/>
                      <a:pt x="27088" y="15540"/>
                      <a:pt x="26948" y="15245"/>
                    </a:cubicBezTo>
                    <a:cubicBezTo>
                      <a:pt x="26744" y="14855"/>
                      <a:pt x="26710" y="14396"/>
                      <a:pt x="26846" y="13988"/>
                    </a:cubicBezTo>
                    <a:cubicBezTo>
                      <a:pt x="26870" y="13924"/>
                      <a:pt x="26924" y="13894"/>
                      <a:pt x="26976" y="13894"/>
                    </a:cubicBezTo>
                    <a:close/>
                    <a:moveTo>
                      <a:pt x="18777" y="14412"/>
                    </a:moveTo>
                    <a:cubicBezTo>
                      <a:pt x="18782" y="14412"/>
                      <a:pt x="18787" y="14412"/>
                      <a:pt x="18793" y="14413"/>
                    </a:cubicBezTo>
                    <a:cubicBezTo>
                      <a:pt x="19251" y="14464"/>
                      <a:pt x="19744" y="14600"/>
                      <a:pt x="20067" y="14940"/>
                    </a:cubicBezTo>
                    <a:cubicBezTo>
                      <a:pt x="20288" y="15177"/>
                      <a:pt x="20492" y="15619"/>
                      <a:pt x="20271" y="15925"/>
                    </a:cubicBezTo>
                    <a:lnTo>
                      <a:pt x="20288" y="15925"/>
                    </a:lnTo>
                    <a:cubicBezTo>
                      <a:pt x="20214" y="16039"/>
                      <a:pt x="20116" y="16082"/>
                      <a:pt x="20011" y="16082"/>
                    </a:cubicBezTo>
                    <a:cubicBezTo>
                      <a:pt x="19803" y="16082"/>
                      <a:pt x="19562" y="15913"/>
                      <a:pt x="19404" y="15789"/>
                    </a:cubicBezTo>
                    <a:cubicBezTo>
                      <a:pt x="19081" y="15500"/>
                      <a:pt x="18861" y="15109"/>
                      <a:pt x="18776" y="14685"/>
                    </a:cubicBezTo>
                    <a:lnTo>
                      <a:pt x="18759" y="14685"/>
                    </a:lnTo>
                    <a:cubicBezTo>
                      <a:pt x="18611" y="14635"/>
                      <a:pt x="18638" y="14412"/>
                      <a:pt x="18777" y="14412"/>
                    </a:cubicBezTo>
                    <a:close/>
                    <a:moveTo>
                      <a:pt x="6590" y="15555"/>
                    </a:moveTo>
                    <a:cubicBezTo>
                      <a:pt x="6608" y="15555"/>
                      <a:pt x="6626" y="15559"/>
                      <a:pt x="6644" y="15568"/>
                    </a:cubicBezTo>
                    <a:cubicBezTo>
                      <a:pt x="7171" y="15687"/>
                      <a:pt x="7647" y="15976"/>
                      <a:pt x="8003" y="16384"/>
                    </a:cubicBezTo>
                    <a:cubicBezTo>
                      <a:pt x="8224" y="16656"/>
                      <a:pt x="8190" y="17046"/>
                      <a:pt x="7851" y="17199"/>
                    </a:cubicBezTo>
                    <a:cubicBezTo>
                      <a:pt x="7746" y="17243"/>
                      <a:pt x="7643" y="17263"/>
                      <a:pt x="7544" y="17263"/>
                    </a:cubicBezTo>
                    <a:cubicBezTo>
                      <a:pt x="6865" y="17263"/>
                      <a:pt x="6330" y="16343"/>
                      <a:pt x="6389" y="15721"/>
                    </a:cubicBezTo>
                    <a:cubicBezTo>
                      <a:pt x="6389" y="15670"/>
                      <a:pt x="6423" y="15636"/>
                      <a:pt x="6474" y="15636"/>
                    </a:cubicBezTo>
                    <a:cubicBezTo>
                      <a:pt x="6499" y="15586"/>
                      <a:pt x="6542" y="15555"/>
                      <a:pt x="6590" y="15555"/>
                    </a:cubicBezTo>
                    <a:close/>
                    <a:moveTo>
                      <a:pt x="12080" y="23074"/>
                    </a:moveTo>
                    <a:cubicBezTo>
                      <a:pt x="12109" y="23074"/>
                      <a:pt x="12139" y="23085"/>
                      <a:pt x="12166" y="23112"/>
                    </a:cubicBezTo>
                    <a:cubicBezTo>
                      <a:pt x="13035" y="23856"/>
                      <a:pt x="14051" y="24259"/>
                      <a:pt x="15064" y="24259"/>
                    </a:cubicBezTo>
                    <a:cubicBezTo>
                      <a:pt x="15992" y="24259"/>
                      <a:pt x="16917" y="23920"/>
                      <a:pt x="17722" y="23197"/>
                    </a:cubicBezTo>
                    <a:cubicBezTo>
                      <a:pt x="17764" y="23159"/>
                      <a:pt x="17810" y="23143"/>
                      <a:pt x="17854" y="23143"/>
                    </a:cubicBezTo>
                    <a:cubicBezTo>
                      <a:pt x="18007" y="23143"/>
                      <a:pt x="18139" y="23337"/>
                      <a:pt x="17994" y="23469"/>
                    </a:cubicBezTo>
                    <a:cubicBezTo>
                      <a:pt x="17138" y="24249"/>
                      <a:pt x="16051" y="24665"/>
                      <a:pt x="14976" y="24665"/>
                    </a:cubicBezTo>
                    <a:cubicBezTo>
                      <a:pt x="13875" y="24665"/>
                      <a:pt x="12788" y="24228"/>
                      <a:pt x="11979" y="23299"/>
                    </a:cubicBezTo>
                    <a:cubicBezTo>
                      <a:pt x="11887" y="23207"/>
                      <a:pt x="11979" y="23074"/>
                      <a:pt x="12080" y="23074"/>
                    </a:cubicBezTo>
                    <a:close/>
                    <a:moveTo>
                      <a:pt x="14406" y="0"/>
                    </a:moveTo>
                    <a:cubicBezTo>
                      <a:pt x="14084" y="0"/>
                      <a:pt x="13762" y="7"/>
                      <a:pt x="13441" y="22"/>
                    </a:cubicBezTo>
                    <a:cubicBezTo>
                      <a:pt x="13441" y="39"/>
                      <a:pt x="13441" y="56"/>
                      <a:pt x="13441" y="56"/>
                    </a:cubicBezTo>
                    <a:cubicBezTo>
                      <a:pt x="13079" y="855"/>
                      <a:pt x="12211" y="1068"/>
                      <a:pt x="11285" y="1068"/>
                    </a:cubicBezTo>
                    <a:cubicBezTo>
                      <a:pt x="10557" y="1068"/>
                      <a:pt x="9793" y="937"/>
                      <a:pt x="9210" y="854"/>
                    </a:cubicBezTo>
                    <a:cubicBezTo>
                      <a:pt x="7341" y="1483"/>
                      <a:pt x="5659" y="2553"/>
                      <a:pt x="4300" y="3981"/>
                    </a:cubicBezTo>
                    <a:cubicBezTo>
                      <a:pt x="4130" y="4167"/>
                      <a:pt x="3960" y="4337"/>
                      <a:pt x="3807" y="4524"/>
                    </a:cubicBezTo>
                    <a:cubicBezTo>
                      <a:pt x="3977" y="5476"/>
                      <a:pt x="3790" y="6444"/>
                      <a:pt x="3280" y="7243"/>
                    </a:cubicBezTo>
                    <a:cubicBezTo>
                      <a:pt x="2617" y="8347"/>
                      <a:pt x="1241" y="8806"/>
                      <a:pt x="799" y="10046"/>
                    </a:cubicBezTo>
                    <a:cubicBezTo>
                      <a:pt x="239" y="11864"/>
                      <a:pt x="1" y="13784"/>
                      <a:pt x="86" y="15687"/>
                    </a:cubicBezTo>
                    <a:cubicBezTo>
                      <a:pt x="969" y="16129"/>
                      <a:pt x="1207" y="17148"/>
                      <a:pt x="1156" y="18100"/>
                    </a:cubicBezTo>
                    <a:cubicBezTo>
                      <a:pt x="1122" y="19136"/>
                      <a:pt x="833" y="20173"/>
                      <a:pt x="1479" y="21073"/>
                    </a:cubicBezTo>
                    <a:cubicBezTo>
                      <a:pt x="1989" y="21787"/>
                      <a:pt x="2923" y="22110"/>
                      <a:pt x="3586" y="22636"/>
                    </a:cubicBezTo>
                    <a:cubicBezTo>
                      <a:pt x="4622" y="23452"/>
                      <a:pt x="5336" y="24590"/>
                      <a:pt x="6304" y="25474"/>
                    </a:cubicBezTo>
                    <a:cubicBezTo>
                      <a:pt x="7304" y="26408"/>
                      <a:pt x="8360" y="26620"/>
                      <a:pt x="9502" y="26620"/>
                    </a:cubicBezTo>
                    <a:cubicBezTo>
                      <a:pt x="10146" y="26620"/>
                      <a:pt x="10817" y="26553"/>
                      <a:pt x="11521" y="26510"/>
                    </a:cubicBezTo>
                    <a:cubicBezTo>
                      <a:pt x="11669" y="26499"/>
                      <a:pt x="11815" y="26494"/>
                      <a:pt x="11959" y="26494"/>
                    </a:cubicBezTo>
                    <a:cubicBezTo>
                      <a:pt x="13415" y="26494"/>
                      <a:pt x="14669" y="27010"/>
                      <a:pt x="16091" y="27428"/>
                    </a:cubicBezTo>
                    <a:cubicBezTo>
                      <a:pt x="16749" y="27625"/>
                      <a:pt x="17415" y="27732"/>
                      <a:pt x="18070" y="27732"/>
                    </a:cubicBezTo>
                    <a:cubicBezTo>
                      <a:pt x="19275" y="27732"/>
                      <a:pt x="20441" y="27370"/>
                      <a:pt x="21443" y="26544"/>
                    </a:cubicBezTo>
                    <a:cubicBezTo>
                      <a:pt x="22632" y="25576"/>
                      <a:pt x="23244" y="24148"/>
                      <a:pt x="24451" y="23146"/>
                    </a:cubicBezTo>
                    <a:cubicBezTo>
                      <a:pt x="25657" y="22144"/>
                      <a:pt x="27305" y="22212"/>
                      <a:pt x="28545" y="21311"/>
                    </a:cubicBezTo>
                    <a:cubicBezTo>
                      <a:pt x="30312" y="20020"/>
                      <a:pt x="30074" y="18202"/>
                      <a:pt x="29837" y="16299"/>
                    </a:cubicBezTo>
                    <a:cubicBezTo>
                      <a:pt x="29667" y="15007"/>
                      <a:pt x="29922" y="13699"/>
                      <a:pt x="30550" y="12544"/>
                    </a:cubicBezTo>
                    <a:cubicBezTo>
                      <a:pt x="30278" y="11151"/>
                      <a:pt x="29854" y="9808"/>
                      <a:pt x="29276" y="8517"/>
                    </a:cubicBezTo>
                    <a:cubicBezTo>
                      <a:pt x="28630" y="7073"/>
                      <a:pt x="27951" y="5612"/>
                      <a:pt x="26897" y="4439"/>
                    </a:cubicBezTo>
                    <a:cubicBezTo>
                      <a:pt x="26863" y="4456"/>
                      <a:pt x="26812" y="4456"/>
                      <a:pt x="26778" y="4456"/>
                    </a:cubicBezTo>
                    <a:cubicBezTo>
                      <a:pt x="25742" y="4218"/>
                      <a:pt x="24756" y="3811"/>
                      <a:pt x="23856" y="3233"/>
                    </a:cubicBezTo>
                    <a:cubicBezTo>
                      <a:pt x="22938" y="2621"/>
                      <a:pt x="22259" y="1670"/>
                      <a:pt x="21290" y="1143"/>
                    </a:cubicBezTo>
                    <a:cubicBezTo>
                      <a:pt x="19079" y="381"/>
                      <a:pt x="16750" y="0"/>
                      <a:pt x="144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55"/>
              <p:cNvSpPr/>
              <p:nvPr/>
            </p:nvSpPr>
            <p:spPr>
              <a:xfrm>
                <a:off x="8383552" y="3993950"/>
                <a:ext cx="48859" cy="52228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581" extrusionOk="0">
                    <a:moveTo>
                      <a:pt x="306" y="296"/>
                    </a:moveTo>
                    <a:cubicBezTo>
                      <a:pt x="323" y="313"/>
                      <a:pt x="340" y="330"/>
                      <a:pt x="357" y="330"/>
                    </a:cubicBezTo>
                    <a:cubicBezTo>
                      <a:pt x="595" y="398"/>
                      <a:pt x="816" y="534"/>
                      <a:pt x="1003" y="687"/>
                    </a:cubicBezTo>
                    <a:cubicBezTo>
                      <a:pt x="1190" y="891"/>
                      <a:pt x="1207" y="1333"/>
                      <a:pt x="867" y="1333"/>
                    </a:cubicBezTo>
                    <a:cubicBezTo>
                      <a:pt x="323" y="1333"/>
                      <a:pt x="289" y="738"/>
                      <a:pt x="306" y="296"/>
                    </a:cubicBezTo>
                    <a:close/>
                    <a:moveTo>
                      <a:pt x="227" y="0"/>
                    </a:moveTo>
                    <a:cubicBezTo>
                      <a:pt x="185" y="0"/>
                      <a:pt x="144" y="23"/>
                      <a:pt x="137" y="76"/>
                    </a:cubicBezTo>
                    <a:cubicBezTo>
                      <a:pt x="69" y="449"/>
                      <a:pt x="1" y="908"/>
                      <a:pt x="238" y="1248"/>
                    </a:cubicBezTo>
                    <a:cubicBezTo>
                      <a:pt x="385" y="1462"/>
                      <a:pt x="616" y="1581"/>
                      <a:pt x="857" y="1581"/>
                    </a:cubicBezTo>
                    <a:cubicBezTo>
                      <a:pt x="922" y="1581"/>
                      <a:pt x="989" y="1572"/>
                      <a:pt x="1054" y="1554"/>
                    </a:cubicBezTo>
                    <a:cubicBezTo>
                      <a:pt x="1343" y="1418"/>
                      <a:pt x="1479" y="1078"/>
                      <a:pt x="1360" y="789"/>
                    </a:cubicBezTo>
                    <a:cubicBezTo>
                      <a:pt x="1224" y="415"/>
                      <a:pt x="816" y="211"/>
                      <a:pt x="459" y="109"/>
                    </a:cubicBezTo>
                    <a:cubicBezTo>
                      <a:pt x="447" y="105"/>
                      <a:pt x="434" y="103"/>
                      <a:pt x="421" y="103"/>
                    </a:cubicBezTo>
                    <a:cubicBezTo>
                      <a:pt x="384" y="103"/>
                      <a:pt x="349" y="122"/>
                      <a:pt x="323" y="160"/>
                    </a:cubicBezTo>
                    <a:lnTo>
                      <a:pt x="323" y="93"/>
                    </a:lnTo>
                    <a:cubicBezTo>
                      <a:pt x="333" y="36"/>
                      <a:pt x="279" y="0"/>
                      <a:pt x="227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55"/>
              <p:cNvSpPr/>
              <p:nvPr/>
            </p:nvSpPr>
            <p:spPr>
              <a:xfrm>
                <a:off x="8343712" y="4141518"/>
                <a:ext cx="53352" cy="69109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2092" extrusionOk="0">
                    <a:moveTo>
                      <a:pt x="374" y="383"/>
                    </a:moveTo>
                    <a:lnTo>
                      <a:pt x="374" y="383"/>
                    </a:lnTo>
                    <a:cubicBezTo>
                      <a:pt x="595" y="536"/>
                      <a:pt x="782" y="723"/>
                      <a:pt x="935" y="944"/>
                    </a:cubicBezTo>
                    <a:cubicBezTo>
                      <a:pt x="1024" y="1077"/>
                      <a:pt x="1308" y="1717"/>
                      <a:pt x="1037" y="1717"/>
                    </a:cubicBezTo>
                    <a:cubicBezTo>
                      <a:pt x="998" y="1717"/>
                      <a:pt x="948" y="1704"/>
                      <a:pt x="884" y="1674"/>
                    </a:cubicBezTo>
                    <a:cubicBezTo>
                      <a:pt x="476" y="1470"/>
                      <a:pt x="340" y="859"/>
                      <a:pt x="374" y="383"/>
                    </a:cubicBezTo>
                    <a:close/>
                    <a:moveTo>
                      <a:pt x="266" y="0"/>
                    </a:moveTo>
                    <a:cubicBezTo>
                      <a:pt x="214" y="0"/>
                      <a:pt x="160" y="30"/>
                      <a:pt x="136" y="94"/>
                    </a:cubicBezTo>
                    <a:cubicBezTo>
                      <a:pt x="0" y="502"/>
                      <a:pt x="34" y="961"/>
                      <a:pt x="238" y="1351"/>
                    </a:cubicBezTo>
                    <a:cubicBezTo>
                      <a:pt x="379" y="1649"/>
                      <a:pt x="708" y="2092"/>
                      <a:pt x="1092" y="2092"/>
                    </a:cubicBezTo>
                    <a:cubicBezTo>
                      <a:pt x="1124" y="2092"/>
                      <a:pt x="1157" y="2089"/>
                      <a:pt x="1190" y="2082"/>
                    </a:cubicBezTo>
                    <a:cubicBezTo>
                      <a:pt x="1614" y="1997"/>
                      <a:pt x="1495" y="1436"/>
                      <a:pt x="1377" y="1147"/>
                    </a:cubicBezTo>
                    <a:cubicBezTo>
                      <a:pt x="1224" y="706"/>
                      <a:pt x="918" y="332"/>
                      <a:pt x="510" y="128"/>
                    </a:cubicBezTo>
                    <a:cubicBezTo>
                      <a:pt x="490" y="108"/>
                      <a:pt x="464" y="100"/>
                      <a:pt x="440" y="100"/>
                    </a:cubicBezTo>
                    <a:cubicBezTo>
                      <a:pt x="422" y="100"/>
                      <a:pt x="405" y="104"/>
                      <a:pt x="391" y="111"/>
                    </a:cubicBezTo>
                    <a:cubicBezTo>
                      <a:pt x="382" y="39"/>
                      <a:pt x="325" y="0"/>
                      <a:pt x="266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55"/>
              <p:cNvSpPr/>
              <p:nvPr/>
            </p:nvSpPr>
            <p:spPr>
              <a:xfrm>
                <a:off x="8354944" y="4154699"/>
                <a:ext cx="31945" cy="43606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320" extrusionOk="0">
                    <a:moveTo>
                      <a:pt x="34" y="1"/>
                    </a:moveTo>
                    <a:lnTo>
                      <a:pt x="34" y="1"/>
                    </a:lnTo>
                    <a:cubicBezTo>
                      <a:pt x="0" y="460"/>
                      <a:pt x="119" y="1054"/>
                      <a:pt x="544" y="1275"/>
                    </a:cubicBezTo>
                    <a:cubicBezTo>
                      <a:pt x="609" y="1306"/>
                      <a:pt x="660" y="1319"/>
                      <a:pt x="699" y="1319"/>
                    </a:cubicBezTo>
                    <a:cubicBezTo>
                      <a:pt x="966" y="1319"/>
                      <a:pt x="684" y="693"/>
                      <a:pt x="595" y="545"/>
                    </a:cubicBezTo>
                    <a:cubicBezTo>
                      <a:pt x="442" y="341"/>
                      <a:pt x="255" y="137"/>
                      <a:pt x="34" y="1"/>
                    </a:cubicBezTo>
                    <a:close/>
                  </a:path>
                </a:pathLst>
              </a:custGeom>
              <a:solidFill>
                <a:srgbClr val="E669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55"/>
              <p:cNvSpPr/>
              <p:nvPr/>
            </p:nvSpPr>
            <p:spPr>
              <a:xfrm>
                <a:off x="8316756" y="3928739"/>
                <a:ext cx="49420" cy="68052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2060" extrusionOk="0">
                    <a:moveTo>
                      <a:pt x="1190" y="198"/>
                    </a:moveTo>
                    <a:lnTo>
                      <a:pt x="1190" y="198"/>
                    </a:lnTo>
                    <a:cubicBezTo>
                      <a:pt x="1071" y="622"/>
                      <a:pt x="1258" y="1659"/>
                      <a:pt x="646" y="1744"/>
                    </a:cubicBezTo>
                    <a:cubicBezTo>
                      <a:pt x="621" y="1747"/>
                      <a:pt x="598" y="1749"/>
                      <a:pt x="576" y="1749"/>
                    </a:cubicBezTo>
                    <a:cubicBezTo>
                      <a:pt x="167" y="1749"/>
                      <a:pt x="448" y="1156"/>
                      <a:pt x="561" y="962"/>
                    </a:cubicBezTo>
                    <a:cubicBezTo>
                      <a:pt x="748" y="690"/>
                      <a:pt x="952" y="435"/>
                      <a:pt x="1190" y="198"/>
                    </a:cubicBezTo>
                    <a:close/>
                    <a:moveTo>
                      <a:pt x="1127" y="0"/>
                    </a:moveTo>
                    <a:cubicBezTo>
                      <a:pt x="1103" y="0"/>
                      <a:pt x="1078" y="9"/>
                      <a:pt x="1054" y="28"/>
                    </a:cubicBezTo>
                    <a:cubicBezTo>
                      <a:pt x="680" y="333"/>
                      <a:pt x="256" y="758"/>
                      <a:pt x="103" y="1217"/>
                    </a:cubicBezTo>
                    <a:cubicBezTo>
                      <a:pt x="1" y="1506"/>
                      <a:pt x="69" y="1897"/>
                      <a:pt x="358" y="2016"/>
                    </a:cubicBezTo>
                    <a:cubicBezTo>
                      <a:pt x="426" y="2046"/>
                      <a:pt x="495" y="2059"/>
                      <a:pt x="564" y="2059"/>
                    </a:cubicBezTo>
                    <a:cubicBezTo>
                      <a:pt x="801" y="2059"/>
                      <a:pt x="1028" y="1898"/>
                      <a:pt x="1173" y="1727"/>
                    </a:cubicBezTo>
                    <a:cubicBezTo>
                      <a:pt x="1496" y="1319"/>
                      <a:pt x="1343" y="741"/>
                      <a:pt x="1462" y="265"/>
                    </a:cubicBezTo>
                    <a:cubicBezTo>
                      <a:pt x="1486" y="167"/>
                      <a:pt x="1413" y="96"/>
                      <a:pt x="1332" y="96"/>
                    </a:cubicBezTo>
                    <a:cubicBezTo>
                      <a:pt x="1301" y="96"/>
                      <a:pt x="1269" y="106"/>
                      <a:pt x="1241" y="130"/>
                    </a:cubicBezTo>
                    <a:cubicBezTo>
                      <a:pt x="1241" y="56"/>
                      <a:pt x="1188" y="0"/>
                      <a:pt x="1127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55"/>
              <p:cNvSpPr/>
              <p:nvPr/>
            </p:nvSpPr>
            <p:spPr>
              <a:xfrm>
                <a:off x="8240973" y="4045518"/>
                <a:ext cx="74131" cy="49486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1498" extrusionOk="0">
                    <a:moveTo>
                      <a:pt x="2006" y="248"/>
                    </a:moveTo>
                    <a:cubicBezTo>
                      <a:pt x="2006" y="248"/>
                      <a:pt x="2006" y="248"/>
                      <a:pt x="1989" y="265"/>
                    </a:cubicBezTo>
                    <a:cubicBezTo>
                      <a:pt x="1819" y="536"/>
                      <a:pt x="1734" y="757"/>
                      <a:pt x="1462" y="944"/>
                    </a:cubicBezTo>
                    <a:cubicBezTo>
                      <a:pt x="1313" y="1053"/>
                      <a:pt x="1044" y="1173"/>
                      <a:pt x="820" y="1173"/>
                    </a:cubicBezTo>
                    <a:cubicBezTo>
                      <a:pt x="764" y="1173"/>
                      <a:pt x="711" y="1165"/>
                      <a:pt x="664" y="1148"/>
                    </a:cubicBezTo>
                    <a:cubicBezTo>
                      <a:pt x="222" y="995"/>
                      <a:pt x="918" y="553"/>
                      <a:pt x="1088" y="468"/>
                    </a:cubicBezTo>
                    <a:cubicBezTo>
                      <a:pt x="1377" y="333"/>
                      <a:pt x="1683" y="265"/>
                      <a:pt x="2006" y="248"/>
                    </a:cubicBezTo>
                    <a:close/>
                    <a:moveTo>
                      <a:pt x="1857" y="0"/>
                    </a:moveTo>
                    <a:cubicBezTo>
                      <a:pt x="1395" y="0"/>
                      <a:pt x="933" y="152"/>
                      <a:pt x="562" y="434"/>
                    </a:cubicBezTo>
                    <a:cubicBezTo>
                      <a:pt x="307" y="621"/>
                      <a:pt x="1" y="1063"/>
                      <a:pt x="290" y="1335"/>
                    </a:cubicBezTo>
                    <a:cubicBezTo>
                      <a:pt x="402" y="1454"/>
                      <a:pt x="568" y="1498"/>
                      <a:pt x="747" y="1498"/>
                    </a:cubicBezTo>
                    <a:cubicBezTo>
                      <a:pt x="1002" y="1498"/>
                      <a:pt x="1282" y="1408"/>
                      <a:pt x="1462" y="1318"/>
                    </a:cubicBezTo>
                    <a:cubicBezTo>
                      <a:pt x="1819" y="1131"/>
                      <a:pt x="2210" y="757"/>
                      <a:pt x="2244" y="333"/>
                    </a:cubicBezTo>
                    <a:cubicBezTo>
                      <a:pt x="2244" y="265"/>
                      <a:pt x="2193" y="197"/>
                      <a:pt x="2142" y="197"/>
                    </a:cubicBezTo>
                    <a:cubicBezTo>
                      <a:pt x="2206" y="133"/>
                      <a:pt x="2164" y="8"/>
                      <a:pt x="2074" y="8"/>
                    </a:cubicBezTo>
                    <a:cubicBezTo>
                      <a:pt x="2068" y="8"/>
                      <a:pt x="2063" y="9"/>
                      <a:pt x="2057" y="10"/>
                    </a:cubicBezTo>
                    <a:cubicBezTo>
                      <a:pt x="1990" y="3"/>
                      <a:pt x="1923" y="0"/>
                      <a:pt x="1857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55"/>
              <p:cNvSpPr/>
              <p:nvPr/>
            </p:nvSpPr>
            <p:spPr>
              <a:xfrm>
                <a:off x="8062486" y="4323707"/>
                <a:ext cx="58967" cy="54376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1646" extrusionOk="0">
                    <a:moveTo>
                      <a:pt x="828" y="1"/>
                    </a:moveTo>
                    <a:cubicBezTo>
                      <a:pt x="733" y="1"/>
                      <a:pt x="637" y="17"/>
                      <a:pt x="545" y="50"/>
                    </a:cubicBezTo>
                    <a:cubicBezTo>
                      <a:pt x="307" y="152"/>
                      <a:pt x="154" y="356"/>
                      <a:pt x="120" y="611"/>
                    </a:cubicBezTo>
                    <a:cubicBezTo>
                      <a:pt x="18" y="764"/>
                      <a:pt x="1" y="951"/>
                      <a:pt x="52" y="1120"/>
                    </a:cubicBezTo>
                    <a:cubicBezTo>
                      <a:pt x="173" y="1448"/>
                      <a:pt x="476" y="1645"/>
                      <a:pt x="800" y="1645"/>
                    </a:cubicBezTo>
                    <a:cubicBezTo>
                      <a:pt x="930" y="1645"/>
                      <a:pt x="1064" y="1613"/>
                      <a:pt x="1190" y="1545"/>
                    </a:cubicBezTo>
                    <a:cubicBezTo>
                      <a:pt x="1615" y="1341"/>
                      <a:pt x="1785" y="832"/>
                      <a:pt x="1581" y="407"/>
                    </a:cubicBezTo>
                    <a:cubicBezTo>
                      <a:pt x="1415" y="151"/>
                      <a:pt x="1122" y="1"/>
                      <a:pt x="8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55"/>
              <p:cNvSpPr/>
              <p:nvPr/>
            </p:nvSpPr>
            <p:spPr>
              <a:xfrm>
                <a:off x="8179231" y="3809647"/>
                <a:ext cx="79185" cy="60454"/>
              </a:xfrm>
              <a:custGeom>
                <a:avLst/>
                <a:gdLst/>
                <a:ahLst/>
                <a:cxnLst/>
                <a:rect l="l" t="t" r="r" b="b"/>
                <a:pathLst>
                  <a:path w="2397" h="1830" extrusionOk="0">
                    <a:moveTo>
                      <a:pt x="307" y="353"/>
                    </a:moveTo>
                    <a:cubicBezTo>
                      <a:pt x="545" y="472"/>
                      <a:pt x="766" y="608"/>
                      <a:pt x="969" y="778"/>
                    </a:cubicBezTo>
                    <a:cubicBezTo>
                      <a:pt x="1054" y="863"/>
                      <a:pt x="1139" y="948"/>
                      <a:pt x="1224" y="1033"/>
                    </a:cubicBezTo>
                    <a:cubicBezTo>
                      <a:pt x="1378" y="1215"/>
                      <a:pt x="1405" y="1522"/>
                      <a:pt x="1174" y="1522"/>
                    </a:cubicBezTo>
                    <a:cubicBezTo>
                      <a:pt x="1124" y="1522"/>
                      <a:pt x="1062" y="1508"/>
                      <a:pt x="986" y="1475"/>
                    </a:cubicBezTo>
                    <a:cubicBezTo>
                      <a:pt x="596" y="1305"/>
                      <a:pt x="358" y="812"/>
                      <a:pt x="307" y="353"/>
                    </a:cubicBezTo>
                    <a:close/>
                    <a:moveTo>
                      <a:pt x="171" y="1"/>
                    </a:moveTo>
                    <a:cubicBezTo>
                      <a:pt x="120" y="1"/>
                      <a:pt x="69" y="39"/>
                      <a:pt x="69" y="116"/>
                    </a:cubicBezTo>
                    <a:cubicBezTo>
                      <a:pt x="1" y="557"/>
                      <a:pt x="137" y="999"/>
                      <a:pt x="409" y="1356"/>
                    </a:cubicBezTo>
                    <a:cubicBezTo>
                      <a:pt x="599" y="1587"/>
                      <a:pt x="888" y="1829"/>
                      <a:pt x="1196" y="1829"/>
                    </a:cubicBezTo>
                    <a:cubicBezTo>
                      <a:pt x="1273" y="1829"/>
                      <a:pt x="1350" y="1814"/>
                      <a:pt x="1428" y="1781"/>
                    </a:cubicBezTo>
                    <a:cubicBezTo>
                      <a:pt x="2397" y="1356"/>
                      <a:pt x="834" y="302"/>
                      <a:pt x="460" y="116"/>
                    </a:cubicBezTo>
                    <a:cubicBezTo>
                      <a:pt x="436" y="104"/>
                      <a:pt x="409" y="98"/>
                      <a:pt x="384" y="98"/>
                    </a:cubicBezTo>
                    <a:cubicBezTo>
                      <a:pt x="338" y="98"/>
                      <a:pt x="295" y="117"/>
                      <a:pt x="273" y="150"/>
                    </a:cubicBezTo>
                    <a:cubicBezTo>
                      <a:pt x="273" y="150"/>
                      <a:pt x="273" y="116"/>
                      <a:pt x="273" y="116"/>
                    </a:cubicBezTo>
                    <a:cubicBezTo>
                      <a:pt x="273" y="39"/>
                      <a:pt x="222" y="1"/>
                      <a:pt x="171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55"/>
              <p:cNvSpPr/>
              <p:nvPr/>
            </p:nvSpPr>
            <p:spPr>
              <a:xfrm>
                <a:off x="7748423" y="3874495"/>
                <a:ext cx="464538" cy="244162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7391" extrusionOk="0">
                    <a:moveTo>
                      <a:pt x="7697" y="337"/>
                    </a:moveTo>
                    <a:cubicBezTo>
                      <a:pt x="9611" y="337"/>
                      <a:pt x="11607" y="639"/>
                      <a:pt x="12549" y="2451"/>
                    </a:cubicBezTo>
                    <a:cubicBezTo>
                      <a:pt x="13450" y="4150"/>
                      <a:pt x="12753" y="5306"/>
                      <a:pt x="11564" y="6019"/>
                    </a:cubicBezTo>
                    <a:cubicBezTo>
                      <a:pt x="11547" y="5985"/>
                      <a:pt x="11496" y="5951"/>
                      <a:pt x="11462" y="5934"/>
                    </a:cubicBezTo>
                    <a:cubicBezTo>
                      <a:pt x="10124" y="5372"/>
                      <a:pt x="8619" y="5053"/>
                      <a:pt x="7121" y="5053"/>
                    </a:cubicBezTo>
                    <a:cubicBezTo>
                      <a:pt x="5633" y="5053"/>
                      <a:pt x="4151" y="5367"/>
                      <a:pt x="2848" y="6070"/>
                    </a:cubicBezTo>
                    <a:cubicBezTo>
                      <a:pt x="2814" y="6087"/>
                      <a:pt x="2814" y="6104"/>
                      <a:pt x="2797" y="6138"/>
                    </a:cubicBezTo>
                    <a:cubicBezTo>
                      <a:pt x="2134" y="5832"/>
                      <a:pt x="1573" y="5340"/>
                      <a:pt x="1199" y="4728"/>
                    </a:cubicBezTo>
                    <a:cubicBezTo>
                      <a:pt x="418" y="3352"/>
                      <a:pt x="1352" y="1975"/>
                      <a:pt x="2542" y="1313"/>
                    </a:cubicBezTo>
                    <a:cubicBezTo>
                      <a:pt x="3731" y="633"/>
                      <a:pt x="5124" y="480"/>
                      <a:pt x="6467" y="463"/>
                    </a:cubicBezTo>
                    <a:cubicBezTo>
                      <a:pt x="6535" y="463"/>
                      <a:pt x="6603" y="429"/>
                      <a:pt x="6619" y="361"/>
                    </a:cubicBezTo>
                    <a:cubicBezTo>
                      <a:pt x="6971" y="348"/>
                      <a:pt x="7332" y="337"/>
                      <a:pt x="7697" y="337"/>
                    </a:cubicBezTo>
                    <a:close/>
                    <a:moveTo>
                      <a:pt x="7334" y="5522"/>
                    </a:moveTo>
                    <a:cubicBezTo>
                      <a:pt x="8595" y="5522"/>
                      <a:pt x="9855" y="5744"/>
                      <a:pt x="11122" y="6257"/>
                    </a:cubicBezTo>
                    <a:cubicBezTo>
                      <a:pt x="10272" y="6631"/>
                      <a:pt x="9355" y="6869"/>
                      <a:pt x="8421" y="6920"/>
                    </a:cubicBezTo>
                    <a:cubicBezTo>
                      <a:pt x="8058" y="6945"/>
                      <a:pt x="7650" y="6962"/>
                      <a:pt x="7215" y="6962"/>
                    </a:cubicBezTo>
                    <a:cubicBezTo>
                      <a:pt x="5897" y="6962"/>
                      <a:pt x="4337" y="6806"/>
                      <a:pt x="3085" y="6257"/>
                    </a:cubicBezTo>
                    <a:cubicBezTo>
                      <a:pt x="4512" y="5800"/>
                      <a:pt x="5924" y="5522"/>
                      <a:pt x="7334" y="5522"/>
                    </a:cubicBezTo>
                    <a:close/>
                    <a:moveTo>
                      <a:pt x="7811" y="1"/>
                    </a:moveTo>
                    <a:cubicBezTo>
                      <a:pt x="7176" y="1"/>
                      <a:pt x="6556" y="50"/>
                      <a:pt x="5991" y="123"/>
                    </a:cubicBezTo>
                    <a:cubicBezTo>
                      <a:pt x="5957" y="123"/>
                      <a:pt x="5924" y="123"/>
                      <a:pt x="5890" y="123"/>
                    </a:cubicBezTo>
                    <a:cubicBezTo>
                      <a:pt x="3574" y="123"/>
                      <a:pt x="0" y="1269"/>
                      <a:pt x="503" y="4065"/>
                    </a:cubicBezTo>
                    <a:cubicBezTo>
                      <a:pt x="995" y="6799"/>
                      <a:pt x="4762" y="7390"/>
                      <a:pt x="7381" y="7390"/>
                    </a:cubicBezTo>
                    <a:cubicBezTo>
                      <a:pt x="7838" y="7390"/>
                      <a:pt x="8261" y="7372"/>
                      <a:pt x="8624" y="7344"/>
                    </a:cubicBezTo>
                    <a:cubicBezTo>
                      <a:pt x="10952" y="7158"/>
                      <a:pt x="14061" y="5951"/>
                      <a:pt x="13229" y="3029"/>
                    </a:cubicBezTo>
                    <a:cubicBezTo>
                      <a:pt x="12551" y="635"/>
                      <a:pt x="10093" y="1"/>
                      <a:pt x="7811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55"/>
              <p:cNvSpPr/>
              <p:nvPr/>
            </p:nvSpPr>
            <p:spPr>
              <a:xfrm>
                <a:off x="8085511" y="3738060"/>
                <a:ext cx="55036" cy="55036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1666" extrusionOk="0">
                    <a:moveTo>
                      <a:pt x="1377" y="227"/>
                    </a:moveTo>
                    <a:lnTo>
                      <a:pt x="1377" y="227"/>
                    </a:lnTo>
                    <a:cubicBezTo>
                      <a:pt x="1343" y="516"/>
                      <a:pt x="1258" y="787"/>
                      <a:pt x="1105" y="1042"/>
                    </a:cubicBezTo>
                    <a:cubicBezTo>
                      <a:pt x="1034" y="1142"/>
                      <a:pt x="845" y="1359"/>
                      <a:pt x="675" y="1359"/>
                    </a:cubicBezTo>
                    <a:cubicBezTo>
                      <a:pt x="642" y="1359"/>
                      <a:pt x="609" y="1351"/>
                      <a:pt x="578" y="1331"/>
                    </a:cubicBezTo>
                    <a:cubicBezTo>
                      <a:pt x="357" y="1212"/>
                      <a:pt x="731" y="736"/>
                      <a:pt x="833" y="600"/>
                    </a:cubicBezTo>
                    <a:cubicBezTo>
                      <a:pt x="969" y="414"/>
                      <a:pt x="1156" y="278"/>
                      <a:pt x="1377" y="227"/>
                    </a:cubicBezTo>
                    <a:close/>
                    <a:moveTo>
                      <a:pt x="1328" y="0"/>
                    </a:moveTo>
                    <a:cubicBezTo>
                      <a:pt x="992" y="0"/>
                      <a:pt x="716" y="281"/>
                      <a:pt x="527" y="533"/>
                    </a:cubicBezTo>
                    <a:cubicBezTo>
                      <a:pt x="323" y="804"/>
                      <a:pt x="1" y="1280"/>
                      <a:pt x="357" y="1569"/>
                    </a:cubicBezTo>
                    <a:cubicBezTo>
                      <a:pt x="443" y="1638"/>
                      <a:pt x="543" y="1666"/>
                      <a:pt x="645" y="1666"/>
                    </a:cubicBezTo>
                    <a:cubicBezTo>
                      <a:pt x="845" y="1666"/>
                      <a:pt x="1055" y="1557"/>
                      <a:pt x="1190" y="1433"/>
                    </a:cubicBezTo>
                    <a:cubicBezTo>
                      <a:pt x="1496" y="1110"/>
                      <a:pt x="1666" y="668"/>
                      <a:pt x="1666" y="227"/>
                    </a:cubicBezTo>
                    <a:cubicBezTo>
                      <a:pt x="1666" y="159"/>
                      <a:pt x="1598" y="91"/>
                      <a:pt x="1513" y="91"/>
                    </a:cubicBezTo>
                    <a:cubicBezTo>
                      <a:pt x="1513" y="40"/>
                      <a:pt x="1462" y="6"/>
                      <a:pt x="1411" y="6"/>
                    </a:cubicBezTo>
                    <a:cubicBezTo>
                      <a:pt x="1383" y="2"/>
                      <a:pt x="1355" y="0"/>
                      <a:pt x="1328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55"/>
              <p:cNvSpPr/>
              <p:nvPr/>
            </p:nvSpPr>
            <p:spPr>
              <a:xfrm>
                <a:off x="8076691" y="4158597"/>
                <a:ext cx="61610" cy="54739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1657" extrusionOk="0">
                    <a:moveTo>
                      <a:pt x="403" y="325"/>
                    </a:moveTo>
                    <a:lnTo>
                      <a:pt x="403" y="325"/>
                    </a:lnTo>
                    <a:cubicBezTo>
                      <a:pt x="590" y="359"/>
                      <a:pt x="777" y="427"/>
                      <a:pt x="947" y="512"/>
                    </a:cubicBezTo>
                    <a:cubicBezTo>
                      <a:pt x="1168" y="613"/>
                      <a:pt x="1542" y="953"/>
                      <a:pt x="1457" y="1242"/>
                    </a:cubicBezTo>
                    <a:cubicBezTo>
                      <a:pt x="1430" y="1336"/>
                      <a:pt x="1377" y="1372"/>
                      <a:pt x="1312" y="1372"/>
                    </a:cubicBezTo>
                    <a:cubicBezTo>
                      <a:pt x="1129" y="1372"/>
                      <a:pt x="848" y="1087"/>
                      <a:pt x="760" y="987"/>
                    </a:cubicBezTo>
                    <a:cubicBezTo>
                      <a:pt x="607" y="783"/>
                      <a:pt x="471" y="562"/>
                      <a:pt x="403" y="325"/>
                    </a:cubicBezTo>
                    <a:close/>
                    <a:moveTo>
                      <a:pt x="168" y="1"/>
                    </a:moveTo>
                    <a:cubicBezTo>
                      <a:pt x="28" y="1"/>
                      <a:pt x="1" y="241"/>
                      <a:pt x="149" y="274"/>
                    </a:cubicBezTo>
                    <a:lnTo>
                      <a:pt x="183" y="274"/>
                    </a:lnTo>
                    <a:cubicBezTo>
                      <a:pt x="251" y="698"/>
                      <a:pt x="471" y="1089"/>
                      <a:pt x="794" y="1378"/>
                    </a:cubicBezTo>
                    <a:cubicBezTo>
                      <a:pt x="941" y="1502"/>
                      <a:pt x="1185" y="1656"/>
                      <a:pt x="1392" y="1656"/>
                    </a:cubicBezTo>
                    <a:cubicBezTo>
                      <a:pt x="1497" y="1656"/>
                      <a:pt x="1592" y="1617"/>
                      <a:pt x="1661" y="1514"/>
                    </a:cubicBezTo>
                    <a:cubicBezTo>
                      <a:pt x="1865" y="1208"/>
                      <a:pt x="1678" y="766"/>
                      <a:pt x="1457" y="529"/>
                    </a:cubicBezTo>
                    <a:cubicBezTo>
                      <a:pt x="1151" y="189"/>
                      <a:pt x="624" y="53"/>
                      <a:pt x="183" y="2"/>
                    </a:cubicBezTo>
                    <a:cubicBezTo>
                      <a:pt x="178" y="1"/>
                      <a:pt x="173" y="1"/>
                      <a:pt x="168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55"/>
              <p:cNvSpPr/>
              <p:nvPr/>
            </p:nvSpPr>
            <p:spPr>
              <a:xfrm>
                <a:off x="8090004" y="4169301"/>
                <a:ext cx="37627" cy="34092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10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238"/>
                      <a:pt x="204" y="459"/>
                      <a:pt x="357" y="646"/>
                    </a:cubicBezTo>
                    <a:cubicBezTo>
                      <a:pt x="445" y="746"/>
                      <a:pt x="726" y="1031"/>
                      <a:pt x="909" y="1031"/>
                    </a:cubicBezTo>
                    <a:cubicBezTo>
                      <a:pt x="974" y="1031"/>
                      <a:pt x="1027" y="995"/>
                      <a:pt x="1054" y="901"/>
                    </a:cubicBezTo>
                    <a:cubicBezTo>
                      <a:pt x="1139" y="612"/>
                      <a:pt x="765" y="289"/>
                      <a:pt x="561" y="188"/>
                    </a:cubicBezTo>
                    <a:cubicBezTo>
                      <a:pt x="374" y="103"/>
                      <a:pt x="187" y="35"/>
                      <a:pt x="0" y="1"/>
                    </a:cubicBezTo>
                    <a:close/>
                  </a:path>
                </a:pathLst>
              </a:custGeom>
              <a:solidFill>
                <a:srgbClr val="E669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55"/>
              <p:cNvSpPr/>
              <p:nvPr/>
            </p:nvSpPr>
            <p:spPr>
              <a:xfrm>
                <a:off x="7854036" y="4444747"/>
                <a:ext cx="206601" cy="52889"/>
              </a:xfrm>
              <a:custGeom>
                <a:avLst/>
                <a:gdLst/>
                <a:ahLst/>
                <a:cxnLst/>
                <a:rect l="l" t="t" r="r" b="b"/>
                <a:pathLst>
                  <a:path w="6254" h="1601" extrusionOk="0">
                    <a:moveTo>
                      <a:pt x="193" y="1"/>
                    </a:moveTo>
                    <a:cubicBezTo>
                      <a:pt x="92" y="1"/>
                      <a:pt x="0" y="134"/>
                      <a:pt x="92" y="226"/>
                    </a:cubicBezTo>
                    <a:cubicBezTo>
                      <a:pt x="896" y="1159"/>
                      <a:pt x="1990" y="1600"/>
                      <a:pt x="3099" y="1600"/>
                    </a:cubicBezTo>
                    <a:cubicBezTo>
                      <a:pt x="4170" y="1600"/>
                      <a:pt x="5256" y="1189"/>
                      <a:pt x="6107" y="413"/>
                    </a:cubicBezTo>
                    <a:cubicBezTo>
                      <a:pt x="6254" y="279"/>
                      <a:pt x="6117" y="72"/>
                      <a:pt x="5962" y="72"/>
                    </a:cubicBezTo>
                    <a:cubicBezTo>
                      <a:pt x="5919" y="72"/>
                      <a:pt x="5875" y="88"/>
                      <a:pt x="5835" y="124"/>
                    </a:cubicBezTo>
                    <a:cubicBezTo>
                      <a:pt x="5030" y="847"/>
                      <a:pt x="4105" y="1186"/>
                      <a:pt x="3177" y="1186"/>
                    </a:cubicBezTo>
                    <a:cubicBezTo>
                      <a:pt x="2164" y="1186"/>
                      <a:pt x="1148" y="783"/>
                      <a:pt x="279" y="39"/>
                    </a:cubicBezTo>
                    <a:cubicBezTo>
                      <a:pt x="252" y="12"/>
                      <a:pt x="222" y="1"/>
                      <a:pt x="1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55"/>
              <p:cNvSpPr/>
              <p:nvPr/>
            </p:nvSpPr>
            <p:spPr>
              <a:xfrm>
                <a:off x="7811090" y="3793262"/>
                <a:ext cx="96826" cy="49553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500" extrusionOk="0">
                    <a:moveTo>
                      <a:pt x="1783" y="306"/>
                    </a:moveTo>
                    <a:cubicBezTo>
                      <a:pt x="2072" y="306"/>
                      <a:pt x="2191" y="425"/>
                      <a:pt x="2140" y="663"/>
                    </a:cubicBezTo>
                    <a:cubicBezTo>
                      <a:pt x="2157" y="951"/>
                      <a:pt x="2072" y="1002"/>
                      <a:pt x="1783" y="1087"/>
                    </a:cubicBezTo>
                    <a:cubicBezTo>
                      <a:pt x="1647" y="1138"/>
                      <a:pt x="1477" y="1155"/>
                      <a:pt x="1324" y="1172"/>
                    </a:cubicBezTo>
                    <a:cubicBezTo>
                      <a:pt x="1113" y="1197"/>
                      <a:pt x="901" y="1213"/>
                      <a:pt x="690" y="1213"/>
                    </a:cubicBezTo>
                    <a:cubicBezTo>
                      <a:pt x="613" y="1213"/>
                      <a:pt x="535" y="1211"/>
                      <a:pt x="458" y="1206"/>
                    </a:cubicBezTo>
                    <a:cubicBezTo>
                      <a:pt x="577" y="1019"/>
                      <a:pt x="713" y="849"/>
                      <a:pt x="883" y="714"/>
                    </a:cubicBezTo>
                    <a:cubicBezTo>
                      <a:pt x="1002" y="612"/>
                      <a:pt x="1120" y="527"/>
                      <a:pt x="1273" y="459"/>
                    </a:cubicBezTo>
                    <a:cubicBezTo>
                      <a:pt x="1426" y="357"/>
                      <a:pt x="1596" y="306"/>
                      <a:pt x="1783" y="306"/>
                    </a:cubicBezTo>
                    <a:close/>
                    <a:moveTo>
                      <a:pt x="1813" y="1"/>
                    </a:moveTo>
                    <a:cubicBezTo>
                      <a:pt x="1221" y="1"/>
                      <a:pt x="504" y="716"/>
                      <a:pt x="237" y="1189"/>
                    </a:cubicBezTo>
                    <a:lnTo>
                      <a:pt x="186" y="1189"/>
                    </a:lnTo>
                    <a:cubicBezTo>
                      <a:pt x="181" y="1189"/>
                      <a:pt x="175" y="1189"/>
                      <a:pt x="170" y="1189"/>
                    </a:cubicBezTo>
                    <a:cubicBezTo>
                      <a:pt x="0" y="1189"/>
                      <a:pt x="21" y="1462"/>
                      <a:pt x="186" y="1478"/>
                    </a:cubicBezTo>
                    <a:cubicBezTo>
                      <a:pt x="278" y="1490"/>
                      <a:pt x="429" y="1499"/>
                      <a:pt x="611" y="1499"/>
                    </a:cubicBezTo>
                    <a:cubicBezTo>
                      <a:pt x="1443" y="1499"/>
                      <a:pt x="2930" y="1314"/>
                      <a:pt x="2429" y="408"/>
                    </a:cubicBezTo>
                    <a:cubicBezTo>
                      <a:pt x="2268" y="116"/>
                      <a:pt x="2051" y="1"/>
                      <a:pt x="1813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55"/>
              <p:cNvSpPr/>
              <p:nvPr/>
            </p:nvSpPr>
            <p:spPr>
              <a:xfrm>
                <a:off x="7755460" y="4110729"/>
                <a:ext cx="59562" cy="70133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2123" extrusionOk="0">
                    <a:moveTo>
                      <a:pt x="511" y="346"/>
                    </a:moveTo>
                    <a:lnTo>
                      <a:pt x="511" y="346"/>
                    </a:lnTo>
                    <a:cubicBezTo>
                      <a:pt x="681" y="533"/>
                      <a:pt x="834" y="669"/>
                      <a:pt x="1054" y="856"/>
                    </a:cubicBezTo>
                    <a:cubicBezTo>
                      <a:pt x="1275" y="1060"/>
                      <a:pt x="1666" y="1638"/>
                      <a:pt x="1190" y="1808"/>
                    </a:cubicBezTo>
                    <a:cubicBezTo>
                      <a:pt x="1152" y="1815"/>
                      <a:pt x="1114" y="1818"/>
                      <a:pt x="1077" y="1818"/>
                    </a:cubicBezTo>
                    <a:cubicBezTo>
                      <a:pt x="845" y="1818"/>
                      <a:pt x="630" y="1687"/>
                      <a:pt x="528" y="1468"/>
                    </a:cubicBezTo>
                    <a:cubicBezTo>
                      <a:pt x="341" y="1145"/>
                      <a:pt x="443" y="720"/>
                      <a:pt x="511" y="346"/>
                    </a:cubicBezTo>
                    <a:close/>
                    <a:moveTo>
                      <a:pt x="540" y="1"/>
                    </a:moveTo>
                    <a:cubicBezTo>
                      <a:pt x="472" y="1"/>
                      <a:pt x="404" y="41"/>
                      <a:pt x="375" y="109"/>
                    </a:cubicBezTo>
                    <a:cubicBezTo>
                      <a:pt x="341" y="109"/>
                      <a:pt x="307" y="143"/>
                      <a:pt x="290" y="193"/>
                    </a:cubicBezTo>
                    <a:cubicBezTo>
                      <a:pt x="137" y="652"/>
                      <a:pt x="1" y="1247"/>
                      <a:pt x="290" y="1689"/>
                    </a:cubicBezTo>
                    <a:cubicBezTo>
                      <a:pt x="455" y="1958"/>
                      <a:pt x="765" y="2122"/>
                      <a:pt x="1081" y="2122"/>
                    </a:cubicBezTo>
                    <a:cubicBezTo>
                      <a:pt x="1123" y="2122"/>
                      <a:pt x="1165" y="2119"/>
                      <a:pt x="1207" y="2113"/>
                    </a:cubicBezTo>
                    <a:cubicBezTo>
                      <a:pt x="1564" y="2045"/>
                      <a:pt x="1802" y="1689"/>
                      <a:pt x="1717" y="1332"/>
                    </a:cubicBezTo>
                    <a:cubicBezTo>
                      <a:pt x="1615" y="737"/>
                      <a:pt x="1020" y="516"/>
                      <a:pt x="681" y="75"/>
                    </a:cubicBezTo>
                    <a:cubicBezTo>
                      <a:pt x="644" y="23"/>
                      <a:pt x="592" y="1"/>
                      <a:pt x="540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55"/>
              <p:cNvSpPr/>
              <p:nvPr/>
            </p:nvSpPr>
            <p:spPr>
              <a:xfrm>
                <a:off x="7713373" y="3807599"/>
                <a:ext cx="64583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0" extrusionOk="0">
                    <a:moveTo>
                      <a:pt x="685" y="297"/>
                    </a:moveTo>
                    <a:cubicBezTo>
                      <a:pt x="915" y="297"/>
                      <a:pt x="1198" y="568"/>
                      <a:pt x="1309" y="704"/>
                    </a:cubicBezTo>
                    <a:cubicBezTo>
                      <a:pt x="1479" y="925"/>
                      <a:pt x="1598" y="1180"/>
                      <a:pt x="1649" y="1452"/>
                    </a:cubicBezTo>
                    <a:cubicBezTo>
                      <a:pt x="1360" y="1418"/>
                      <a:pt x="1071" y="1316"/>
                      <a:pt x="833" y="1163"/>
                    </a:cubicBezTo>
                    <a:cubicBezTo>
                      <a:pt x="629" y="1027"/>
                      <a:pt x="307" y="687"/>
                      <a:pt x="459" y="432"/>
                    </a:cubicBezTo>
                    <a:cubicBezTo>
                      <a:pt x="520" y="335"/>
                      <a:pt x="599" y="297"/>
                      <a:pt x="685" y="297"/>
                    </a:cubicBezTo>
                    <a:close/>
                    <a:moveTo>
                      <a:pt x="653" y="1"/>
                    </a:moveTo>
                    <a:cubicBezTo>
                      <a:pt x="492" y="1"/>
                      <a:pt x="339" y="60"/>
                      <a:pt x="222" y="212"/>
                    </a:cubicBezTo>
                    <a:cubicBezTo>
                      <a:pt x="1" y="517"/>
                      <a:pt x="171" y="942"/>
                      <a:pt x="391" y="1180"/>
                    </a:cubicBezTo>
                    <a:cubicBezTo>
                      <a:pt x="718" y="1507"/>
                      <a:pt x="1160" y="1677"/>
                      <a:pt x="1610" y="1677"/>
                    </a:cubicBezTo>
                    <a:cubicBezTo>
                      <a:pt x="1651" y="1677"/>
                      <a:pt x="1693" y="1676"/>
                      <a:pt x="1734" y="1673"/>
                    </a:cubicBezTo>
                    <a:cubicBezTo>
                      <a:pt x="1762" y="1691"/>
                      <a:pt x="1791" y="1700"/>
                      <a:pt x="1818" y="1700"/>
                    </a:cubicBezTo>
                    <a:cubicBezTo>
                      <a:pt x="1892" y="1700"/>
                      <a:pt x="1955" y="1640"/>
                      <a:pt x="1955" y="1554"/>
                    </a:cubicBezTo>
                    <a:cubicBezTo>
                      <a:pt x="1921" y="1061"/>
                      <a:pt x="1700" y="602"/>
                      <a:pt x="1309" y="280"/>
                    </a:cubicBezTo>
                    <a:cubicBezTo>
                      <a:pt x="1137" y="128"/>
                      <a:pt x="888" y="1"/>
                      <a:pt x="653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55"/>
              <p:cNvSpPr/>
              <p:nvPr/>
            </p:nvSpPr>
            <p:spPr>
              <a:xfrm>
                <a:off x="7667917" y="4095963"/>
                <a:ext cx="67391" cy="51799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1568" extrusionOk="0">
                    <a:moveTo>
                      <a:pt x="1733" y="199"/>
                    </a:moveTo>
                    <a:lnTo>
                      <a:pt x="1733" y="199"/>
                    </a:lnTo>
                    <a:cubicBezTo>
                      <a:pt x="1615" y="386"/>
                      <a:pt x="1496" y="556"/>
                      <a:pt x="1343" y="725"/>
                    </a:cubicBezTo>
                    <a:cubicBezTo>
                      <a:pt x="1241" y="827"/>
                      <a:pt x="1139" y="929"/>
                      <a:pt x="1020" y="1014"/>
                    </a:cubicBezTo>
                    <a:cubicBezTo>
                      <a:pt x="923" y="1090"/>
                      <a:pt x="867" y="1144"/>
                      <a:pt x="796" y="1144"/>
                    </a:cubicBezTo>
                    <a:cubicBezTo>
                      <a:pt x="755" y="1144"/>
                      <a:pt x="708" y="1126"/>
                      <a:pt x="646" y="1082"/>
                    </a:cubicBezTo>
                    <a:cubicBezTo>
                      <a:pt x="493" y="1031"/>
                      <a:pt x="476" y="946"/>
                      <a:pt x="595" y="844"/>
                    </a:cubicBezTo>
                    <a:cubicBezTo>
                      <a:pt x="646" y="776"/>
                      <a:pt x="697" y="708"/>
                      <a:pt x="765" y="640"/>
                    </a:cubicBezTo>
                    <a:cubicBezTo>
                      <a:pt x="867" y="556"/>
                      <a:pt x="986" y="471"/>
                      <a:pt x="1105" y="403"/>
                    </a:cubicBezTo>
                    <a:cubicBezTo>
                      <a:pt x="1309" y="301"/>
                      <a:pt x="1513" y="233"/>
                      <a:pt x="1733" y="199"/>
                    </a:cubicBezTo>
                    <a:close/>
                    <a:moveTo>
                      <a:pt x="1652" y="0"/>
                    </a:moveTo>
                    <a:cubicBezTo>
                      <a:pt x="1279" y="0"/>
                      <a:pt x="915" y="121"/>
                      <a:pt x="612" y="352"/>
                    </a:cubicBezTo>
                    <a:cubicBezTo>
                      <a:pt x="306" y="590"/>
                      <a:pt x="0" y="1014"/>
                      <a:pt x="272" y="1371"/>
                    </a:cubicBezTo>
                    <a:cubicBezTo>
                      <a:pt x="375" y="1510"/>
                      <a:pt x="498" y="1568"/>
                      <a:pt x="632" y="1568"/>
                    </a:cubicBezTo>
                    <a:cubicBezTo>
                      <a:pt x="1185" y="1568"/>
                      <a:pt x="1913" y="572"/>
                      <a:pt x="2022" y="216"/>
                    </a:cubicBezTo>
                    <a:cubicBezTo>
                      <a:pt x="2039" y="148"/>
                      <a:pt x="1988" y="63"/>
                      <a:pt x="1920" y="63"/>
                    </a:cubicBezTo>
                    <a:cubicBezTo>
                      <a:pt x="1903" y="29"/>
                      <a:pt x="1886" y="12"/>
                      <a:pt x="1852" y="12"/>
                    </a:cubicBezTo>
                    <a:cubicBezTo>
                      <a:pt x="1786" y="4"/>
                      <a:pt x="1719" y="0"/>
                      <a:pt x="1652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55"/>
              <p:cNvSpPr/>
              <p:nvPr/>
            </p:nvSpPr>
            <p:spPr>
              <a:xfrm>
                <a:off x="7670428" y="4196654"/>
                <a:ext cx="62634" cy="56688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1716" extrusionOk="0">
                    <a:moveTo>
                      <a:pt x="281" y="294"/>
                    </a:moveTo>
                    <a:cubicBezTo>
                      <a:pt x="536" y="413"/>
                      <a:pt x="808" y="532"/>
                      <a:pt x="1046" y="685"/>
                    </a:cubicBezTo>
                    <a:cubicBezTo>
                      <a:pt x="1182" y="770"/>
                      <a:pt x="1301" y="872"/>
                      <a:pt x="1420" y="974"/>
                    </a:cubicBezTo>
                    <a:cubicBezTo>
                      <a:pt x="1573" y="1178"/>
                      <a:pt x="1505" y="1398"/>
                      <a:pt x="1250" y="1398"/>
                    </a:cubicBezTo>
                    <a:lnTo>
                      <a:pt x="1250" y="1381"/>
                    </a:lnTo>
                    <a:cubicBezTo>
                      <a:pt x="706" y="1381"/>
                      <a:pt x="366" y="787"/>
                      <a:pt x="281" y="294"/>
                    </a:cubicBezTo>
                    <a:close/>
                    <a:moveTo>
                      <a:pt x="279" y="1"/>
                    </a:moveTo>
                    <a:cubicBezTo>
                      <a:pt x="225" y="1"/>
                      <a:pt x="176" y="31"/>
                      <a:pt x="162" y="73"/>
                    </a:cubicBezTo>
                    <a:cubicBezTo>
                      <a:pt x="111" y="73"/>
                      <a:pt x="77" y="107"/>
                      <a:pt x="60" y="158"/>
                    </a:cubicBezTo>
                    <a:cubicBezTo>
                      <a:pt x="1" y="781"/>
                      <a:pt x="538" y="1716"/>
                      <a:pt x="1218" y="1716"/>
                    </a:cubicBezTo>
                    <a:cubicBezTo>
                      <a:pt x="1317" y="1716"/>
                      <a:pt x="1418" y="1696"/>
                      <a:pt x="1522" y="1653"/>
                    </a:cubicBezTo>
                    <a:cubicBezTo>
                      <a:pt x="1878" y="1500"/>
                      <a:pt x="1895" y="1110"/>
                      <a:pt x="1691" y="838"/>
                    </a:cubicBezTo>
                    <a:cubicBezTo>
                      <a:pt x="1335" y="430"/>
                      <a:pt x="859" y="141"/>
                      <a:pt x="315" y="5"/>
                    </a:cubicBezTo>
                    <a:cubicBezTo>
                      <a:pt x="303" y="2"/>
                      <a:pt x="291" y="1"/>
                      <a:pt x="279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55"/>
              <p:cNvSpPr/>
              <p:nvPr/>
            </p:nvSpPr>
            <p:spPr>
              <a:xfrm>
                <a:off x="7679149" y="4206366"/>
                <a:ext cx="43078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304" h="1089" extrusionOk="0">
                    <a:moveTo>
                      <a:pt x="0" y="0"/>
                    </a:moveTo>
                    <a:cubicBezTo>
                      <a:pt x="102" y="493"/>
                      <a:pt x="442" y="1087"/>
                      <a:pt x="986" y="1087"/>
                    </a:cubicBezTo>
                    <a:cubicBezTo>
                      <a:pt x="994" y="1088"/>
                      <a:pt x="1003" y="1088"/>
                      <a:pt x="1011" y="1088"/>
                    </a:cubicBezTo>
                    <a:cubicBezTo>
                      <a:pt x="1245" y="1088"/>
                      <a:pt x="1303" y="860"/>
                      <a:pt x="1156" y="680"/>
                    </a:cubicBezTo>
                    <a:cubicBezTo>
                      <a:pt x="1037" y="561"/>
                      <a:pt x="918" y="459"/>
                      <a:pt x="782" y="391"/>
                    </a:cubicBezTo>
                    <a:cubicBezTo>
                      <a:pt x="527" y="238"/>
                      <a:pt x="272" y="102"/>
                      <a:pt x="0" y="0"/>
                    </a:cubicBezTo>
                    <a:close/>
                  </a:path>
                </a:pathLst>
              </a:custGeom>
              <a:solidFill>
                <a:srgbClr val="E669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55"/>
              <p:cNvSpPr/>
              <p:nvPr/>
            </p:nvSpPr>
            <p:spPr>
              <a:xfrm>
                <a:off x="7751561" y="4326283"/>
                <a:ext cx="69340" cy="55268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1673" extrusionOk="0">
                    <a:moveTo>
                      <a:pt x="612" y="1110"/>
                    </a:moveTo>
                    <a:lnTo>
                      <a:pt x="646" y="1144"/>
                    </a:lnTo>
                    <a:cubicBezTo>
                      <a:pt x="714" y="1212"/>
                      <a:pt x="816" y="1263"/>
                      <a:pt x="935" y="1263"/>
                    </a:cubicBezTo>
                    <a:cubicBezTo>
                      <a:pt x="977" y="1272"/>
                      <a:pt x="1019" y="1276"/>
                      <a:pt x="1062" y="1276"/>
                    </a:cubicBezTo>
                    <a:cubicBezTo>
                      <a:pt x="1104" y="1276"/>
                      <a:pt x="1147" y="1272"/>
                      <a:pt x="1189" y="1263"/>
                    </a:cubicBezTo>
                    <a:lnTo>
                      <a:pt x="1189" y="1263"/>
                    </a:lnTo>
                    <a:cubicBezTo>
                      <a:pt x="1118" y="1302"/>
                      <a:pt x="1041" y="1322"/>
                      <a:pt x="966" y="1322"/>
                    </a:cubicBezTo>
                    <a:cubicBezTo>
                      <a:pt x="845" y="1322"/>
                      <a:pt x="729" y="1273"/>
                      <a:pt x="646" y="1178"/>
                    </a:cubicBezTo>
                    <a:cubicBezTo>
                      <a:pt x="629" y="1161"/>
                      <a:pt x="629" y="1127"/>
                      <a:pt x="612" y="1110"/>
                    </a:cubicBezTo>
                    <a:close/>
                    <a:moveTo>
                      <a:pt x="1101" y="1"/>
                    </a:moveTo>
                    <a:cubicBezTo>
                      <a:pt x="1006" y="1"/>
                      <a:pt x="909" y="19"/>
                      <a:pt x="816" y="57"/>
                    </a:cubicBezTo>
                    <a:lnTo>
                      <a:pt x="799" y="57"/>
                    </a:lnTo>
                    <a:cubicBezTo>
                      <a:pt x="782" y="48"/>
                      <a:pt x="765" y="44"/>
                      <a:pt x="748" y="44"/>
                    </a:cubicBezTo>
                    <a:cubicBezTo>
                      <a:pt x="731" y="44"/>
                      <a:pt x="714" y="48"/>
                      <a:pt x="697" y="57"/>
                    </a:cubicBezTo>
                    <a:cubicBezTo>
                      <a:pt x="68" y="346"/>
                      <a:pt x="0" y="1229"/>
                      <a:pt x="612" y="1586"/>
                    </a:cubicBezTo>
                    <a:cubicBezTo>
                      <a:pt x="726" y="1646"/>
                      <a:pt x="845" y="1673"/>
                      <a:pt x="963" y="1673"/>
                    </a:cubicBezTo>
                    <a:cubicBezTo>
                      <a:pt x="1548" y="1673"/>
                      <a:pt x="2098" y="1011"/>
                      <a:pt x="1801" y="431"/>
                    </a:cubicBezTo>
                    <a:cubicBezTo>
                      <a:pt x="1661" y="163"/>
                      <a:pt x="1387" y="1"/>
                      <a:pt x="11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55"/>
              <p:cNvSpPr/>
              <p:nvPr/>
            </p:nvSpPr>
            <p:spPr>
              <a:xfrm>
                <a:off x="7538817" y="3995668"/>
                <a:ext cx="73569" cy="4162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260" extrusionOk="0">
                    <a:moveTo>
                      <a:pt x="552" y="393"/>
                    </a:moveTo>
                    <a:cubicBezTo>
                      <a:pt x="724" y="393"/>
                      <a:pt x="903" y="423"/>
                      <a:pt x="1071" y="465"/>
                    </a:cubicBezTo>
                    <a:cubicBezTo>
                      <a:pt x="1241" y="533"/>
                      <a:pt x="1971" y="754"/>
                      <a:pt x="1564" y="958"/>
                    </a:cubicBezTo>
                    <a:cubicBezTo>
                      <a:pt x="1529" y="975"/>
                      <a:pt x="1488" y="983"/>
                      <a:pt x="1443" y="983"/>
                    </a:cubicBezTo>
                    <a:cubicBezTo>
                      <a:pt x="1223" y="983"/>
                      <a:pt x="906" y="802"/>
                      <a:pt x="765" y="703"/>
                    </a:cubicBezTo>
                    <a:cubicBezTo>
                      <a:pt x="646" y="618"/>
                      <a:pt x="527" y="516"/>
                      <a:pt x="442" y="397"/>
                    </a:cubicBezTo>
                    <a:cubicBezTo>
                      <a:pt x="478" y="394"/>
                      <a:pt x="515" y="393"/>
                      <a:pt x="552" y="393"/>
                    </a:cubicBezTo>
                    <a:close/>
                    <a:moveTo>
                      <a:pt x="152" y="1"/>
                    </a:moveTo>
                    <a:cubicBezTo>
                      <a:pt x="80" y="1"/>
                      <a:pt x="1" y="69"/>
                      <a:pt x="35" y="159"/>
                    </a:cubicBezTo>
                    <a:cubicBezTo>
                      <a:pt x="35" y="176"/>
                      <a:pt x="52" y="193"/>
                      <a:pt x="52" y="227"/>
                    </a:cubicBezTo>
                    <a:cubicBezTo>
                      <a:pt x="35" y="295"/>
                      <a:pt x="69" y="363"/>
                      <a:pt x="136" y="397"/>
                    </a:cubicBezTo>
                    <a:cubicBezTo>
                      <a:pt x="306" y="703"/>
                      <a:pt x="578" y="941"/>
                      <a:pt x="884" y="1094"/>
                    </a:cubicBezTo>
                    <a:cubicBezTo>
                      <a:pt x="1061" y="1182"/>
                      <a:pt x="1278" y="1259"/>
                      <a:pt x="1488" y="1259"/>
                    </a:cubicBezTo>
                    <a:cubicBezTo>
                      <a:pt x="1641" y="1259"/>
                      <a:pt x="1792" y="1218"/>
                      <a:pt x="1921" y="1111"/>
                    </a:cubicBezTo>
                    <a:cubicBezTo>
                      <a:pt x="2226" y="856"/>
                      <a:pt x="1988" y="567"/>
                      <a:pt x="1734" y="431"/>
                    </a:cubicBezTo>
                    <a:cubicBezTo>
                      <a:pt x="1345" y="215"/>
                      <a:pt x="919" y="97"/>
                      <a:pt x="488" y="97"/>
                    </a:cubicBezTo>
                    <a:cubicBezTo>
                      <a:pt x="411" y="97"/>
                      <a:pt x="333" y="101"/>
                      <a:pt x="255" y="108"/>
                    </a:cubicBezTo>
                    <a:cubicBezTo>
                      <a:pt x="255" y="91"/>
                      <a:pt x="255" y="74"/>
                      <a:pt x="238" y="57"/>
                    </a:cubicBezTo>
                    <a:cubicBezTo>
                      <a:pt x="221" y="18"/>
                      <a:pt x="187" y="1"/>
                      <a:pt x="152" y="1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55"/>
              <p:cNvSpPr/>
              <p:nvPr/>
            </p:nvSpPr>
            <p:spPr>
              <a:xfrm>
                <a:off x="7553418" y="4008618"/>
                <a:ext cx="50544" cy="19524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591" extrusionOk="0">
                    <a:moveTo>
                      <a:pt x="110" y="1"/>
                    </a:moveTo>
                    <a:cubicBezTo>
                      <a:pt x="73" y="1"/>
                      <a:pt x="36" y="2"/>
                      <a:pt x="0" y="5"/>
                    </a:cubicBezTo>
                    <a:cubicBezTo>
                      <a:pt x="85" y="124"/>
                      <a:pt x="187" y="226"/>
                      <a:pt x="323" y="311"/>
                    </a:cubicBezTo>
                    <a:cubicBezTo>
                      <a:pt x="464" y="410"/>
                      <a:pt x="781" y="591"/>
                      <a:pt x="1001" y="591"/>
                    </a:cubicBezTo>
                    <a:cubicBezTo>
                      <a:pt x="1046" y="591"/>
                      <a:pt x="1087" y="583"/>
                      <a:pt x="1122" y="566"/>
                    </a:cubicBezTo>
                    <a:cubicBezTo>
                      <a:pt x="1529" y="362"/>
                      <a:pt x="799" y="124"/>
                      <a:pt x="629" y="73"/>
                    </a:cubicBezTo>
                    <a:cubicBezTo>
                      <a:pt x="461" y="31"/>
                      <a:pt x="282" y="1"/>
                      <a:pt x="110" y="1"/>
                    </a:cubicBezTo>
                    <a:close/>
                  </a:path>
                </a:pathLst>
              </a:custGeom>
              <a:solidFill>
                <a:srgbClr val="E669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55"/>
              <p:cNvSpPr/>
              <p:nvPr/>
            </p:nvSpPr>
            <p:spPr>
              <a:xfrm>
                <a:off x="7482690" y="4031280"/>
                <a:ext cx="57283" cy="59199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1792" extrusionOk="0">
                    <a:moveTo>
                      <a:pt x="1275" y="169"/>
                    </a:moveTo>
                    <a:cubicBezTo>
                      <a:pt x="1291" y="498"/>
                      <a:pt x="1515" y="1514"/>
                      <a:pt x="987" y="1514"/>
                    </a:cubicBezTo>
                    <a:cubicBezTo>
                      <a:pt x="971" y="1514"/>
                      <a:pt x="953" y="1513"/>
                      <a:pt x="935" y="1511"/>
                    </a:cubicBezTo>
                    <a:cubicBezTo>
                      <a:pt x="391" y="1443"/>
                      <a:pt x="1105" y="373"/>
                      <a:pt x="1275" y="169"/>
                    </a:cubicBezTo>
                    <a:close/>
                    <a:moveTo>
                      <a:pt x="1420" y="0"/>
                    </a:moveTo>
                    <a:cubicBezTo>
                      <a:pt x="1373" y="0"/>
                      <a:pt x="1325" y="21"/>
                      <a:pt x="1292" y="67"/>
                    </a:cubicBezTo>
                    <a:cubicBezTo>
                      <a:pt x="1282" y="26"/>
                      <a:pt x="1246" y="3"/>
                      <a:pt x="1213" y="3"/>
                    </a:cubicBezTo>
                    <a:cubicBezTo>
                      <a:pt x="1191" y="3"/>
                      <a:pt x="1169" y="13"/>
                      <a:pt x="1156" y="33"/>
                    </a:cubicBezTo>
                    <a:cubicBezTo>
                      <a:pt x="782" y="322"/>
                      <a:pt x="0" y="1511"/>
                      <a:pt x="782" y="1766"/>
                    </a:cubicBezTo>
                    <a:cubicBezTo>
                      <a:pt x="840" y="1783"/>
                      <a:pt x="899" y="1791"/>
                      <a:pt x="958" y="1791"/>
                    </a:cubicBezTo>
                    <a:cubicBezTo>
                      <a:pt x="1193" y="1791"/>
                      <a:pt x="1421" y="1661"/>
                      <a:pt x="1530" y="1443"/>
                    </a:cubicBezTo>
                    <a:cubicBezTo>
                      <a:pt x="1734" y="1035"/>
                      <a:pt x="1564" y="560"/>
                      <a:pt x="1564" y="135"/>
                    </a:cubicBezTo>
                    <a:cubicBezTo>
                      <a:pt x="1564" y="52"/>
                      <a:pt x="1494" y="0"/>
                      <a:pt x="1420" y="0"/>
                    </a:cubicBezTo>
                    <a:close/>
                  </a:path>
                </a:pathLst>
              </a:custGeom>
              <a:solidFill>
                <a:srgbClr val="1D1C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7" name="Google Shape;847;p55"/>
          <p:cNvGrpSpPr/>
          <p:nvPr/>
        </p:nvGrpSpPr>
        <p:grpSpPr>
          <a:xfrm>
            <a:off x="640309" y="3478470"/>
            <a:ext cx="807788" cy="1207832"/>
            <a:chOff x="643334" y="3478470"/>
            <a:chExt cx="807788" cy="1207832"/>
          </a:xfrm>
        </p:grpSpPr>
        <p:sp>
          <p:nvSpPr>
            <p:cNvPr id="848" name="Google Shape;848;p55"/>
            <p:cNvSpPr/>
            <p:nvPr/>
          </p:nvSpPr>
          <p:spPr>
            <a:xfrm>
              <a:off x="701676" y="3501283"/>
              <a:ext cx="680858" cy="868872"/>
            </a:xfrm>
            <a:custGeom>
              <a:avLst/>
              <a:gdLst/>
              <a:ahLst/>
              <a:cxnLst/>
              <a:rect l="l" t="t" r="r" b="b"/>
              <a:pathLst>
                <a:path w="20866" h="26628" extrusionOk="0">
                  <a:moveTo>
                    <a:pt x="10055" y="2903"/>
                  </a:moveTo>
                  <a:cubicBezTo>
                    <a:pt x="10108" y="2903"/>
                    <a:pt x="10162" y="2915"/>
                    <a:pt x="10212" y="2940"/>
                  </a:cubicBezTo>
                  <a:cubicBezTo>
                    <a:pt x="10739" y="3127"/>
                    <a:pt x="10790" y="3892"/>
                    <a:pt x="10620" y="4350"/>
                  </a:cubicBezTo>
                  <a:lnTo>
                    <a:pt x="10620" y="4333"/>
                  </a:lnTo>
                  <a:cubicBezTo>
                    <a:pt x="10512" y="4646"/>
                    <a:pt x="10254" y="4862"/>
                    <a:pt x="9980" y="4862"/>
                  </a:cubicBezTo>
                  <a:cubicBezTo>
                    <a:pt x="9822" y="4862"/>
                    <a:pt x="9659" y="4790"/>
                    <a:pt x="9516" y="4622"/>
                  </a:cubicBezTo>
                  <a:cubicBezTo>
                    <a:pt x="9125" y="4146"/>
                    <a:pt x="9380" y="3603"/>
                    <a:pt x="9702" y="3178"/>
                  </a:cubicBezTo>
                  <a:cubicBezTo>
                    <a:pt x="9741" y="3012"/>
                    <a:pt x="9895" y="2903"/>
                    <a:pt x="10055" y="2903"/>
                  </a:cubicBezTo>
                  <a:close/>
                  <a:moveTo>
                    <a:pt x="14900" y="12029"/>
                  </a:moveTo>
                  <a:cubicBezTo>
                    <a:pt x="15044" y="12029"/>
                    <a:pt x="15149" y="12242"/>
                    <a:pt x="15037" y="12353"/>
                  </a:cubicBezTo>
                  <a:cubicBezTo>
                    <a:pt x="14681" y="12710"/>
                    <a:pt x="14256" y="12965"/>
                    <a:pt x="13780" y="13100"/>
                  </a:cubicBezTo>
                  <a:cubicBezTo>
                    <a:pt x="14188" y="13253"/>
                    <a:pt x="14596" y="13389"/>
                    <a:pt x="15020" y="13542"/>
                  </a:cubicBezTo>
                  <a:cubicBezTo>
                    <a:pt x="15192" y="13589"/>
                    <a:pt x="15134" y="13837"/>
                    <a:pt x="14979" y="13837"/>
                  </a:cubicBezTo>
                  <a:cubicBezTo>
                    <a:pt x="14965" y="13837"/>
                    <a:pt x="14951" y="13835"/>
                    <a:pt x="14936" y="13831"/>
                  </a:cubicBezTo>
                  <a:cubicBezTo>
                    <a:pt x="14239" y="13678"/>
                    <a:pt x="13542" y="13474"/>
                    <a:pt x="12863" y="13219"/>
                  </a:cubicBezTo>
                  <a:cubicBezTo>
                    <a:pt x="12601" y="13187"/>
                    <a:pt x="12638" y="12793"/>
                    <a:pt x="12898" y="12793"/>
                  </a:cubicBezTo>
                  <a:cubicBezTo>
                    <a:pt x="12909" y="12793"/>
                    <a:pt x="12920" y="12793"/>
                    <a:pt x="12931" y="12795"/>
                  </a:cubicBezTo>
                  <a:cubicBezTo>
                    <a:pt x="13610" y="12727"/>
                    <a:pt x="14256" y="12489"/>
                    <a:pt x="14800" y="12064"/>
                  </a:cubicBezTo>
                  <a:cubicBezTo>
                    <a:pt x="14834" y="12039"/>
                    <a:pt x="14868" y="12029"/>
                    <a:pt x="14900" y="12029"/>
                  </a:cubicBezTo>
                  <a:close/>
                  <a:moveTo>
                    <a:pt x="5188" y="13230"/>
                  </a:moveTo>
                  <a:cubicBezTo>
                    <a:pt x="5203" y="13230"/>
                    <a:pt x="5218" y="13232"/>
                    <a:pt x="5234" y="13236"/>
                  </a:cubicBezTo>
                  <a:cubicBezTo>
                    <a:pt x="5947" y="13389"/>
                    <a:pt x="6644" y="13610"/>
                    <a:pt x="7358" y="13814"/>
                  </a:cubicBezTo>
                  <a:cubicBezTo>
                    <a:pt x="7528" y="13865"/>
                    <a:pt x="7528" y="14120"/>
                    <a:pt x="7358" y="14188"/>
                  </a:cubicBezTo>
                  <a:lnTo>
                    <a:pt x="7341" y="14188"/>
                  </a:lnTo>
                  <a:cubicBezTo>
                    <a:pt x="6627" y="14409"/>
                    <a:pt x="5896" y="14664"/>
                    <a:pt x="5166" y="14834"/>
                  </a:cubicBezTo>
                  <a:cubicBezTo>
                    <a:pt x="5155" y="14836"/>
                    <a:pt x="5144" y="14837"/>
                    <a:pt x="5134" y="14837"/>
                  </a:cubicBezTo>
                  <a:cubicBezTo>
                    <a:pt x="4988" y="14837"/>
                    <a:pt x="4938" y="14625"/>
                    <a:pt x="5081" y="14562"/>
                  </a:cubicBezTo>
                  <a:cubicBezTo>
                    <a:pt x="5608" y="14358"/>
                    <a:pt x="6134" y="14188"/>
                    <a:pt x="6678" y="14001"/>
                  </a:cubicBezTo>
                  <a:cubicBezTo>
                    <a:pt x="6168" y="13848"/>
                    <a:pt x="5642" y="13695"/>
                    <a:pt x="5149" y="13508"/>
                  </a:cubicBezTo>
                  <a:cubicBezTo>
                    <a:pt x="4978" y="13462"/>
                    <a:pt x="5034" y="13230"/>
                    <a:pt x="5188" y="13230"/>
                  </a:cubicBezTo>
                  <a:close/>
                  <a:moveTo>
                    <a:pt x="15967" y="14413"/>
                  </a:moveTo>
                  <a:cubicBezTo>
                    <a:pt x="16015" y="14413"/>
                    <a:pt x="16063" y="14418"/>
                    <a:pt x="16108" y="14426"/>
                  </a:cubicBezTo>
                  <a:cubicBezTo>
                    <a:pt x="16567" y="14579"/>
                    <a:pt x="16771" y="15105"/>
                    <a:pt x="16533" y="15530"/>
                  </a:cubicBezTo>
                  <a:lnTo>
                    <a:pt x="16550" y="15530"/>
                  </a:lnTo>
                  <a:cubicBezTo>
                    <a:pt x="16396" y="15804"/>
                    <a:pt x="16108" y="15937"/>
                    <a:pt x="15818" y="15937"/>
                  </a:cubicBezTo>
                  <a:cubicBezTo>
                    <a:pt x="15658" y="15937"/>
                    <a:pt x="15499" y="15897"/>
                    <a:pt x="15360" y="15819"/>
                  </a:cubicBezTo>
                  <a:cubicBezTo>
                    <a:pt x="14885" y="15564"/>
                    <a:pt x="14987" y="14834"/>
                    <a:pt x="15411" y="14579"/>
                  </a:cubicBezTo>
                  <a:cubicBezTo>
                    <a:pt x="15445" y="14562"/>
                    <a:pt x="15496" y="14545"/>
                    <a:pt x="15530" y="14545"/>
                  </a:cubicBezTo>
                  <a:cubicBezTo>
                    <a:pt x="15659" y="14455"/>
                    <a:pt x="15817" y="14413"/>
                    <a:pt x="15967" y="14413"/>
                  </a:cubicBezTo>
                  <a:close/>
                  <a:moveTo>
                    <a:pt x="5470" y="15645"/>
                  </a:moveTo>
                  <a:cubicBezTo>
                    <a:pt x="5909" y="15645"/>
                    <a:pt x="6268" y="16018"/>
                    <a:pt x="6236" y="16482"/>
                  </a:cubicBezTo>
                  <a:lnTo>
                    <a:pt x="6219" y="16482"/>
                  </a:lnTo>
                  <a:cubicBezTo>
                    <a:pt x="6203" y="16911"/>
                    <a:pt x="5830" y="17251"/>
                    <a:pt x="5406" y="17251"/>
                  </a:cubicBezTo>
                  <a:cubicBezTo>
                    <a:pt x="5377" y="17251"/>
                    <a:pt x="5348" y="17249"/>
                    <a:pt x="5319" y="17246"/>
                  </a:cubicBezTo>
                  <a:cubicBezTo>
                    <a:pt x="4843" y="17195"/>
                    <a:pt x="4520" y="16753"/>
                    <a:pt x="4605" y="16278"/>
                  </a:cubicBezTo>
                  <a:cubicBezTo>
                    <a:pt x="4656" y="16074"/>
                    <a:pt x="4809" y="15887"/>
                    <a:pt x="5013" y="15768"/>
                  </a:cubicBezTo>
                  <a:cubicBezTo>
                    <a:pt x="5047" y="15751"/>
                    <a:pt x="5098" y="15734"/>
                    <a:pt x="5149" y="15717"/>
                  </a:cubicBezTo>
                  <a:cubicBezTo>
                    <a:pt x="5217" y="15683"/>
                    <a:pt x="5302" y="15649"/>
                    <a:pt x="5387" y="15649"/>
                  </a:cubicBezTo>
                  <a:cubicBezTo>
                    <a:pt x="5415" y="15646"/>
                    <a:pt x="5443" y="15645"/>
                    <a:pt x="5470" y="15645"/>
                  </a:cubicBezTo>
                  <a:close/>
                  <a:moveTo>
                    <a:pt x="14460" y="16147"/>
                  </a:moveTo>
                  <a:cubicBezTo>
                    <a:pt x="14618" y="16147"/>
                    <a:pt x="14782" y="16279"/>
                    <a:pt x="14715" y="16448"/>
                  </a:cubicBezTo>
                  <a:cubicBezTo>
                    <a:pt x="13960" y="18305"/>
                    <a:pt x="12120" y="19371"/>
                    <a:pt x="10285" y="19371"/>
                  </a:cubicBezTo>
                  <a:cubicBezTo>
                    <a:pt x="9064" y="19371"/>
                    <a:pt x="7846" y="18900"/>
                    <a:pt x="6950" y="17875"/>
                  </a:cubicBezTo>
                  <a:cubicBezTo>
                    <a:pt x="6845" y="17757"/>
                    <a:pt x="6942" y="17609"/>
                    <a:pt x="7062" y="17609"/>
                  </a:cubicBezTo>
                  <a:cubicBezTo>
                    <a:pt x="7098" y="17609"/>
                    <a:pt x="7136" y="17623"/>
                    <a:pt x="7171" y="17654"/>
                  </a:cubicBezTo>
                  <a:cubicBezTo>
                    <a:pt x="8131" y="18478"/>
                    <a:pt x="9230" y="18879"/>
                    <a:pt x="10294" y="18879"/>
                  </a:cubicBezTo>
                  <a:cubicBezTo>
                    <a:pt x="11886" y="18879"/>
                    <a:pt x="13401" y="17982"/>
                    <a:pt x="14256" y="16261"/>
                  </a:cubicBezTo>
                  <a:cubicBezTo>
                    <a:pt x="14302" y="16181"/>
                    <a:pt x="14380" y="16147"/>
                    <a:pt x="14460" y="16147"/>
                  </a:cubicBezTo>
                  <a:close/>
                  <a:moveTo>
                    <a:pt x="17195" y="20303"/>
                  </a:moveTo>
                  <a:cubicBezTo>
                    <a:pt x="17231" y="20303"/>
                    <a:pt x="17267" y="20314"/>
                    <a:pt x="17297" y="20339"/>
                  </a:cubicBezTo>
                  <a:cubicBezTo>
                    <a:pt x="17705" y="20746"/>
                    <a:pt x="17926" y="21324"/>
                    <a:pt x="17841" y="21902"/>
                  </a:cubicBezTo>
                  <a:cubicBezTo>
                    <a:pt x="17858" y="21987"/>
                    <a:pt x="17790" y="22055"/>
                    <a:pt x="17705" y="22055"/>
                  </a:cubicBezTo>
                  <a:cubicBezTo>
                    <a:pt x="17059" y="22055"/>
                    <a:pt x="16635" y="21341"/>
                    <a:pt x="16805" y="20780"/>
                  </a:cubicBezTo>
                  <a:cubicBezTo>
                    <a:pt x="16788" y="20712"/>
                    <a:pt x="16822" y="20627"/>
                    <a:pt x="16889" y="20610"/>
                  </a:cubicBezTo>
                  <a:cubicBezTo>
                    <a:pt x="16923" y="20559"/>
                    <a:pt x="16957" y="20508"/>
                    <a:pt x="16991" y="20474"/>
                  </a:cubicBezTo>
                  <a:cubicBezTo>
                    <a:pt x="17008" y="20457"/>
                    <a:pt x="17025" y="20440"/>
                    <a:pt x="17059" y="20440"/>
                  </a:cubicBezTo>
                  <a:lnTo>
                    <a:pt x="17059" y="20406"/>
                  </a:lnTo>
                  <a:cubicBezTo>
                    <a:pt x="17070" y="20341"/>
                    <a:pt x="17131" y="20303"/>
                    <a:pt x="17195" y="20303"/>
                  </a:cubicBezTo>
                  <a:close/>
                  <a:moveTo>
                    <a:pt x="3722" y="21324"/>
                  </a:moveTo>
                  <a:cubicBezTo>
                    <a:pt x="3824" y="21341"/>
                    <a:pt x="3858" y="21511"/>
                    <a:pt x="3739" y="21528"/>
                  </a:cubicBezTo>
                  <a:lnTo>
                    <a:pt x="3671" y="21545"/>
                  </a:lnTo>
                  <a:cubicBezTo>
                    <a:pt x="3620" y="21970"/>
                    <a:pt x="3433" y="22360"/>
                    <a:pt x="3127" y="22666"/>
                  </a:cubicBezTo>
                  <a:cubicBezTo>
                    <a:pt x="3016" y="22777"/>
                    <a:pt x="2783" y="22938"/>
                    <a:pt x="2582" y="22938"/>
                  </a:cubicBezTo>
                  <a:cubicBezTo>
                    <a:pt x="2474" y="22938"/>
                    <a:pt x="2376" y="22892"/>
                    <a:pt x="2311" y="22768"/>
                  </a:cubicBezTo>
                  <a:cubicBezTo>
                    <a:pt x="2159" y="22462"/>
                    <a:pt x="2481" y="21970"/>
                    <a:pt x="2702" y="21766"/>
                  </a:cubicBezTo>
                  <a:cubicBezTo>
                    <a:pt x="2957" y="21477"/>
                    <a:pt x="3331" y="21324"/>
                    <a:pt x="3722" y="21324"/>
                  </a:cubicBezTo>
                  <a:close/>
                  <a:moveTo>
                    <a:pt x="9226" y="23106"/>
                  </a:moveTo>
                  <a:cubicBezTo>
                    <a:pt x="9293" y="23106"/>
                    <a:pt x="9358" y="23179"/>
                    <a:pt x="9312" y="23261"/>
                  </a:cubicBezTo>
                  <a:cubicBezTo>
                    <a:pt x="9312" y="23278"/>
                    <a:pt x="9295" y="23295"/>
                    <a:pt x="9295" y="23312"/>
                  </a:cubicBezTo>
                  <a:cubicBezTo>
                    <a:pt x="9323" y="23246"/>
                    <a:pt x="9383" y="23211"/>
                    <a:pt x="9440" y="23211"/>
                  </a:cubicBezTo>
                  <a:cubicBezTo>
                    <a:pt x="9484" y="23211"/>
                    <a:pt x="9527" y="23233"/>
                    <a:pt x="9549" y="23278"/>
                  </a:cubicBezTo>
                  <a:cubicBezTo>
                    <a:pt x="9804" y="23618"/>
                    <a:pt x="10093" y="24059"/>
                    <a:pt x="9974" y="24484"/>
                  </a:cubicBezTo>
                  <a:cubicBezTo>
                    <a:pt x="9872" y="24756"/>
                    <a:pt x="9634" y="24960"/>
                    <a:pt x="9346" y="25011"/>
                  </a:cubicBezTo>
                  <a:cubicBezTo>
                    <a:pt x="9320" y="25013"/>
                    <a:pt x="9295" y="25014"/>
                    <a:pt x="9272" y="25014"/>
                  </a:cubicBezTo>
                  <a:cubicBezTo>
                    <a:pt x="8420" y="25014"/>
                    <a:pt x="8894" y="23556"/>
                    <a:pt x="9142" y="23159"/>
                  </a:cubicBezTo>
                  <a:cubicBezTo>
                    <a:pt x="9163" y="23121"/>
                    <a:pt x="9195" y="23106"/>
                    <a:pt x="9226" y="23106"/>
                  </a:cubicBezTo>
                  <a:close/>
                  <a:moveTo>
                    <a:pt x="10450" y="1"/>
                  </a:moveTo>
                  <a:lnTo>
                    <a:pt x="9414" y="154"/>
                  </a:lnTo>
                  <a:lnTo>
                    <a:pt x="9295" y="442"/>
                  </a:lnTo>
                  <a:cubicBezTo>
                    <a:pt x="9108" y="663"/>
                    <a:pt x="9040" y="1037"/>
                    <a:pt x="8938" y="1292"/>
                  </a:cubicBezTo>
                  <a:cubicBezTo>
                    <a:pt x="8224" y="3076"/>
                    <a:pt x="7511" y="4860"/>
                    <a:pt x="6780" y="6644"/>
                  </a:cubicBezTo>
                  <a:cubicBezTo>
                    <a:pt x="4520" y="12268"/>
                    <a:pt x="2311" y="17926"/>
                    <a:pt x="1" y="23516"/>
                  </a:cubicBezTo>
                  <a:cubicBezTo>
                    <a:pt x="11" y="23511"/>
                    <a:pt x="22" y="23509"/>
                    <a:pt x="34" y="23509"/>
                  </a:cubicBezTo>
                  <a:cubicBezTo>
                    <a:pt x="63" y="23509"/>
                    <a:pt x="96" y="23521"/>
                    <a:pt x="120" y="23533"/>
                  </a:cubicBezTo>
                  <a:cubicBezTo>
                    <a:pt x="2815" y="25672"/>
                    <a:pt x="5919" y="26627"/>
                    <a:pt x="9041" y="26627"/>
                  </a:cubicBezTo>
                  <a:cubicBezTo>
                    <a:pt x="13260" y="26627"/>
                    <a:pt x="17511" y="24882"/>
                    <a:pt x="20831" y="21953"/>
                  </a:cubicBezTo>
                  <a:cubicBezTo>
                    <a:pt x="20848" y="21953"/>
                    <a:pt x="20848" y="21936"/>
                    <a:pt x="20865" y="21936"/>
                  </a:cubicBezTo>
                  <a:cubicBezTo>
                    <a:pt x="19659" y="19251"/>
                    <a:pt x="18453" y="16584"/>
                    <a:pt x="17195" y="13916"/>
                  </a:cubicBezTo>
                  <a:cubicBezTo>
                    <a:pt x="15615" y="10518"/>
                    <a:pt x="13984" y="7137"/>
                    <a:pt x="12336" y="3773"/>
                  </a:cubicBezTo>
                  <a:cubicBezTo>
                    <a:pt x="11894" y="2889"/>
                    <a:pt x="11469" y="2006"/>
                    <a:pt x="11028" y="1122"/>
                  </a:cubicBezTo>
                  <a:cubicBezTo>
                    <a:pt x="10892" y="884"/>
                    <a:pt x="10671" y="120"/>
                    <a:pt x="104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5"/>
            <p:cNvSpPr/>
            <p:nvPr/>
          </p:nvSpPr>
          <p:spPr>
            <a:xfrm>
              <a:off x="689473" y="4227542"/>
              <a:ext cx="705265" cy="172482"/>
            </a:xfrm>
            <a:custGeom>
              <a:avLst/>
              <a:gdLst/>
              <a:ahLst/>
              <a:cxnLst/>
              <a:rect l="l" t="t" r="r" b="b"/>
              <a:pathLst>
                <a:path w="21614" h="5286" extrusionOk="0">
                  <a:moveTo>
                    <a:pt x="21392" y="0"/>
                  </a:moveTo>
                  <a:cubicBezTo>
                    <a:pt x="18065" y="2888"/>
                    <a:pt x="13663" y="4689"/>
                    <a:pt x="9346" y="4689"/>
                  </a:cubicBezTo>
                  <a:cubicBezTo>
                    <a:pt x="6145" y="4689"/>
                    <a:pt x="2991" y="3699"/>
                    <a:pt x="358" y="1428"/>
                  </a:cubicBezTo>
                  <a:cubicBezTo>
                    <a:pt x="341" y="1411"/>
                    <a:pt x="341" y="1394"/>
                    <a:pt x="341" y="1394"/>
                  </a:cubicBezTo>
                  <a:lnTo>
                    <a:pt x="1" y="2226"/>
                  </a:lnTo>
                  <a:cubicBezTo>
                    <a:pt x="2923" y="4134"/>
                    <a:pt x="6263" y="5286"/>
                    <a:pt x="9757" y="5286"/>
                  </a:cubicBezTo>
                  <a:cubicBezTo>
                    <a:pt x="10184" y="5286"/>
                    <a:pt x="10614" y="5269"/>
                    <a:pt x="11045" y="5234"/>
                  </a:cubicBezTo>
                  <a:cubicBezTo>
                    <a:pt x="14970" y="4945"/>
                    <a:pt x="18572" y="3212"/>
                    <a:pt x="21443" y="544"/>
                  </a:cubicBezTo>
                  <a:cubicBezTo>
                    <a:pt x="21465" y="511"/>
                    <a:pt x="21508" y="492"/>
                    <a:pt x="21550" y="492"/>
                  </a:cubicBezTo>
                  <a:cubicBezTo>
                    <a:pt x="21573" y="492"/>
                    <a:pt x="21595" y="498"/>
                    <a:pt x="21613" y="510"/>
                  </a:cubicBezTo>
                  <a:cubicBezTo>
                    <a:pt x="21545" y="340"/>
                    <a:pt x="21460" y="170"/>
                    <a:pt x="21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5"/>
            <p:cNvSpPr/>
            <p:nvPr/>
          </p:nvSpPr>
          <p:spPr>
            <a:xfrm>
              <a:off x="662779" y="4250319"/>
              <a:ext cx="783414" cy="222178"/>
            </a:xfrm>
            <a:custGeom>
              <a:avLst/>
              <a:gdLst/>
              <a:ahLst/>
              <a:cxnLst/>
              <a:rect l="l" t="t" r="r" b="b"/>
              <a:pathLst>
                <a:path w="24009" h="6809" extrusionOk="0">
                  <a:moveTo>
                    <a:pt x="22921" y="0"/>
                  </a:moveTo>
                  <a:cubicBezTo>
                    <a:pt x="22921" y="17"/>
                    <a:pt x="22904" y="34"/>
                    <a:pt x="22887" y="51"/>
                  </a:cubicBezTo>
                  <a:cubicBezTo>
                    <a:pt x="19654" y="3189"/>
                    <a:pt x="15266" y="4837"/>
                    <a:pt x="10885" y="4837"/>
                  </a:cubicBezTo>
                  <a:cubicBezTo>
                    <a:pt x="7438" y="4837"/>
                    <a:pt x="3995" y="3817"/>
                    <a:pt x="1122" y="1699"/>
                  </a:cubicBezTo>
                  <a:cubicBezTo>
                    <a:pt x="748" y="2583"/>
                    <a:pt x="374" y="3466"/>
                    <a:pt x="1" y="4333"/>
                  </a:cubicBezTo>
                  <a:cubicBezTo>
                    <a:pt x="18" y="4324"/>
                    <a:pt x="35" y="4320"/>
                    <a:pt x="52" y="4320"/>
                  </a:cubicBezTo>
                  <a:cubicBezTo>
                    <a:pt x="69" y="4320"/>
                    <a:pt x="86" y="4324"/>
                    <a:pt x="103" y="4333"/>
                  </a:cubicBezTo>
                  <a:cubicBezTo>
                    <a:pt x="3492" y="5884"/>
                    <a:pt x="6975" y="6808"/>
                    <a:pt x="10670" y="6808"/>
                  </a:cubicBezTo>
                  <a:cubicBezTo>
                    <a:pt x="11143" y="6808"/>
                    <a:pt x="11618" y="6793"/>
                    <a:pt x="12098" y="6762"/>
                  </a:cubicBezTo>
                  <a:cubicBezTo>
                    <a:pt x="16227" y="6490"/>
                    <a:pt x="20220" y="5097"/>
                    <a:pt x="23618" y="2719"/>
                  </a:cubicBezTo>
                  <a:lnTo>
                    <a:pt x="23652" y="2719"/>
                  </a:lnTo>
                  <a:cubicBezTo>
                    <a:pt x="23754" y="2617"/>
                    <a:pt x="23890" y="2515"/>
                    <a:pt x="24008" y="2430"/>
                  </a:cubicBezTo>
                  <a:cubicBezTo>
                    <a:pt x="23652" y="1614"/>
                    <a:pt x="23295" y="816"/>
                    <a:pt x="229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5"/>
            <p:cNvSpPr/>
            <p:nvPr/>
          </p:nvSpPr>
          <p:spPr>
            <a:xfrm>
              <a:off x="643334" y="3478470"/>
              <a:ext cx="807788" cy="1207832"/>
            </a:xfrm>
            <a:custGeom>
              <a:avLst/>
              <a:gdLst/>
              <a:ahLst/>
              <a:cxnLst/>
              <a:rect l="l" t="t" r="r" b="b"/>
              <a:pathLst>
                <a:path w="24756" h="37016" extrusionOk="0">
                  <a:moveTo>
                    <a:pt x="12331" y="717"/>
                  </a:moveTo>
                  <a:cubicBezTo>
                    <a:pt x="12552" y="819"/>
                    <a:pt x="12773" y="1583"/>
                    <a:pt x="12892" y="1838"/>
                  </a:cubicBezTo>
                  <a:cubicBezTo>
                    <a:pt x="13333" y="2722"/>
                    <a:pt x="13775" y="3605"/>
                    <a:pt x="14217" y="4489"/>
                  </a:cubicBezTo>
                  <a:cubicBezTo>
                    <a:pt x="15865" y="7853"/>
                    <a:pt x="17496" y="11234"/>
                    <a:pt x="19076" y="14632"/>
                  </a:cubicBezTo>
                  <a:cubicBezTo>
                    <a:pt x="20317" y="17283"/>
                    <a:pt x="21540" y="19950"/>
                    <a:pt x="22746" y="22635"/>
                  </a:cubicBezTo>
                  <a:cubicBezTo>
                    <a:pt x="22729" y="22635"/>
                    <a:pt x="22729" y="22652"/>
                    <a:pt x="22712" y="22652"/>
                  </a:cubicBezTo>
                  <a:cubicBezTo>
                    <a:pt x="19389" y="25584"/>
                    <a:pt x="15133" y="27330"/>
                    <a:pt x="10907" y="27330"/>
                  </a:cubicBezTo>
                  <a:cubicBezTo>
                    <a:pt x="7787" y="27330"/>
                    <a:pt x="4683" y="26378"/>
                    <a:pt x="1984" y="24249"/>
                  </a:cubicBezTo>
                  <a:cubicBezTo>
                    <a:pt x="1974" y="24229"/>
                    <a:pt x="1952" y="24221"/>
                    <a:pt x="1929" y="24221"/>
                  </a:cubicBezTo>
                  <a:cubicBezTo>
                    <a:pt x="1913" y="24221"/>
                    <a:pt x="1896" y="24225"/>
                    <a:pt x="1882" y="24232"/>
                  </a:cubicBezTo>
                  <a:cubicBezTo>
                    <a:pt x="4209" y="18625"/>
                    <a:pt x="6401" y="12984"/>
                    <a:pt x="8661" y="7360"/>
                  </a:cubicBezTo>
                  <a:cubicBezTo>
                    <a:pt x="9375" y="5559"/>
                    <a:pt x="10105" y="3775"/>
                    <a:pt x="10819" y="1991"/>
                  </a:cubicBezTo>
                  <a:cubicBezTo>
                    <a:pt x="10921" y="1736"/>
                    <a:pt x="10989" y="1362"/>
                    <a:pt x="11159" y="1141"/>
                  </a:cubicBezTo>
                  <a:lnTo>
                    <a:pt x="11295" y="853"/>
                  </a:lnTo>
                  <a:lnTo>
                    <a:pt x="12331" y="717"/>
                  </a:lnTo>
                  <a:close/>
                  <a:moveTo>
                    <a:pt x="22882" y="22957"/>
                  </a:moveTo>
                  <a:cubicBezTo>
                    <a:pt x="22950" y="23127"/>
                    <a:pt x="23035" y="23297"/>
                    <a:pt x="23120" y="23467"/>
                  </a:cubicBezTo>
                  <a:cubicBezTo>
                    <a:pt x="23096" y="23455"/>
                    <a:pt x="23072" y="23449"/>
                    <a:pt x="23049" y="23449"/>
                  </a:cubicBezTo>
                  <a:cubicBezTo>
                    <a:pt x="23006" y="23449"/>
                    <a:pt x="22966" y="23468"/>
                    <a:pt x="22933" y="23501"/>
                  </a:cubicBezTo>
                  <a:cubicBezTo>
                    <a:pt x="20079" y="26169"/>
                    <a:pt x="16460" y="27902"/>
                    <a:pt x="12535" y="28191"/>
                  </a:cubicBezTo>
                  <a:cubicBezTo>
                    <a:pt x="12120" y="28223"/>
                    <a:pt x="11706" y="28239"/>
                    <a:pt x="11294" y="28239"/>
                  </a:cubicBezTo>
                  <a:cubicBezTo>
                    <a:pt x="7797" y="28239"/>
                    <a:pt x="4440" y="27098"/>
                    <a:pt x="1491" y="25183"/>
                  </a:cubicBezTo>
                  <a:lnTo>
                    <a:pt x="1831" y="24351"/>
                  </a:lnTo>
                  <a:cubicBezTo>
                    <a:pt x="1848" y="24368"/>
                    <a:pt x="1848" y="24385"/>
                    <a:pt x="1848" y="24385"/>
                  </a:cubicBezTo>
                  <a:cubicBezTo>
                    <a:pt x="4488" y="26656"/>
                    <a:pt x="7646" y="27646"/>
                    <a:pt x="10848" y="27646"/>
                  </a:cubicBezTo>
                  <a:cubicBezTo>
                    <a:pt x="15167" y="27646"/>
                    <a:pt x="19565" y="25845"/>
                    <a:pt x="22882" y="22957"/>
                  </a:cubicBezTo>
                  <a:close/>
                  <a:moveTo>
                    <a:pt x="23205" y="23688"/>
                  </a:moveTo>
                  <a:cubicBezTo>
                    <a:pt x="23579" y="24504"/>
                    <a:pt x="23936" y="25302"/>
                    <a:pt x="24292" y="26118"/>
                  </a:cubicBezTo>
                  <a:cubicBezTo>
                    <a:pt x="24174" y="26203"/>
                    <a:pt x="24055" y="26305"/>
                    <a:pt x="23936" y="26407"/>
                  </a:cubicBezTo>
                  <a:lnTo>
                    <a:pt x="23902" y="26407"/>
                  </a:lnTo>
                  <a:cubicBezTo>
                    <a:pt x="20504" y="28785"/>
                    <a:pt x="16511" y="30178"/>
                    <a:pt x="12382" y="30450"/>
                  </a:cubicBezTo>
                  <a:cubicBezTo>
                    <a:pt x="11885" y="30484"/>
                    <a:pt x="11392" y="30501"/>
                    <a:pt x="10903" y="30501"/>
                  </a:cubicBezTo>
                  <a:cubicBezTo>
                    <a:pt x="7227" y="30501"/>
                    <a:pt x="3760" y="29565"/>
                    <a:pt x="387" y="28021"/>
                  </a:cubicBezTo>
                  <a:lnTo>
                    <a:pt x="285" y="28021"/>
                  </a:lnTo>
                  <a:cubicBezTo>
                    <a:pt x="658" y="27154"/>
                    <a:pt x="1032" y="26271"/>
                    <a:pt x="1406" y="25404"/>
                  </a:cubicBezTo>
                  <a:cubicBezTo>
                    <a:pt x="4276" y="27512"/>
                    <a:pt x="7714" y="28528"/>
                    <a:pt x="11157" y="28528"/>
                  </a:cubicBezTo>
                  <a:cubicBezTo>
                    <a:pt x="15542" y="28528"/>
                    <a:pt x="19935" y="26880"/>
                    <a:pt x="23171" y="23739"/>
                  </a:cubicBezTo>
                  <a:cubicBezTo>
                    <a:pt x="23188" y="23722"/>
                    <a:pt x="23205" y="23705"/>
                    <a:pt x="23205" y="23688"/>
                  </a:cubicBezTo>
                  <a:close/>
                  <a:moveTo>
                    <a:pt x="14200" y="30637"/>
                  </a:moveTo>
                  <a:cubicBezTo>
                    <a:pt x="14166" y="30671"/>
                    <a:pt x="14149" y="30722"/>
                    <a:pt x="14166" y="30773"/>
                  </a:cubicBezTo>
                  <a:cubicBezTo>
                    <a:pt x="14540" y="32302"/>
                    <a:pt x="15151" y="36601"/>
                    <a:pt x="12586" y="36635"/>
                  </a:cubicBezTo>
                  <a:cubicBezTo>
                    <a:pt x="12580" y="36635"/>
                    <a:pt x="12574" y="36635"/>
                    <a:pt x="12568" y="36635"/>
                  </a:cubicBezTo>
                  <a:cubicBezTo>
                    <a:pt x="9855" y="36635"/>
                    <a:pt x="10938" y="32774"/>
                    <a:pt x="10972" y="31113"/>
                  </a:cubicBezTo>
                  <a:cubicBezTo>
                    <a:pt x="11006" y="31045"/>
                    <a:pt x="11023" y="30977"/>
                    <a:pt x="11057" y="30909"/>
                  </a:cubicBezTo>
                  <a:cubicBezTo>
                    <a:pt x="12110" y="30892"/>
                    <a:pt x="13147" y="30790"/>
                    <a:pt x="14200" y="30637"/>
                  </a:cubicBezTo>
                  <a:close/>
                  <a:moveTo>
                    <a:pt x="11849" y="1"/>
                  </a:moveTo>
                  <a:cubicBezTo>
                    <a:pt x="10768" y="1"/>
                    <a:pt x="10287" y="2343"/>
                    <a:pt x="10020" y="3010"/>
                  </a:cubicBezTo>
                  <a:cubicBezTo>
                    <a:pt x="8457" y="6884"/>
                    <a:pt x="6911" y="10775"/>
                    <a:pt x="5348" y="14649"/>
                  </a:cubicBezTo>
                  <a:cubicBezTo>
                    <a:pt x="3564" y="19084"/>
                    <a:pt x="1746" y="23501"/>
                    <a:pt x="47" y="27953"/>
                  </a:cubicBezTo>
                  <a:cubicBezTo>
                    <a:pt x="0" y="28046"/>
                    <a:pt x="95" y="28125"/>
                    <a:pt x="177" y="28125"/>
                  </a:cubicBezTo>
                  <a:cubicBezTo>
                    <a:pt x="185" y="28125"/>
                    <a:pt x="192" y="28124"/>
                    <a:pt x="200" y="28123"/>
                  </a:cubicBezTo>
                  <a:lnTo>
                    <a:pt x="200" y="28123"/>
                  </a:lnTo>
                  <a:cubicBezTo>
                    <a:pt x="183" y="28174"/>
                    <a:pt x="200" y="28225"/>
                    <a:pt x="251" y="28259"/>
                  </a:cubicBezTo>
                  <a:cubicBezTo>
                    <a:pt x="3353" y="30090"/>
                    <a:pt x="6936" y="30928"/>
                    <a:pt x="10549" y="30928"/>
                  </a:cubicBezTo>
                  <a:cubicBezTo>
                    <a:pt x="10656" y="30928"/>
                    <a:pt x="10763" y="30928"/>
                    <a:pt x="10870" y="30926"/>
                  </a:cubicBezTo>
                  <a:lnTo>
                    <a:pt x="10870" y="30926"/>
                  </a:lnTo>
                  <a:cubicBezTo>
                    <a:pt x="10802" y="31181"/>
                    <a:pt x="10734" y="31453"/>
                    <a:pt x="10666" y="31708"/>
                  </a:cubicBezTo>
                  <a:cubicBezTo>
                    <a:pt x="10666" y="31742"/>
                    <a:pt x="10666" y="31759"/>
                    <a:pt x="10700" y="31759"/>
                  </a:cubicBezTo>
                  <a:cubicBezTo>
                    <a:pt x="10360" y="32982"/>
                    <a:pt x="10156" y="34460"/>
                    <a:pt x="10632" y="35548"/>
                  </a:cubicBezTo>
                  <a:cubicBezTo>
                    <a:pt x="10969" y="36335"/>
                    <a:pt x="11702" y="37016"/>
                    <a:pt x="12570" y="37016"/>
                  </a:cubicBezTo>
                  <a:cubicBezTo>
                    <a:pt x="12620" y="37016"/>
                    <a:pt x="12671" y="37013"/>
                    <a:pt x="12722" y="37009"/>
                  </a:cubicBezTo>
                  <a:cubicBezTo>
                    <a:pt x="15457" y="36754"/>
                    <a:pt x="14897" y="32404"/>
                    <a:pt x="14472" y="30705"/>
                  </a:cubicBezTo>
                  <a:cubicBezTo>
                    <a:pt x="14472" y="30654"/>
                    <a:pt x="14438" y="30637"/>
                    <a:pt x="14404" y="30620"/>
                  </a:cubicBezTo>
                  <a:cubicBezTo>
                    <a:pt x="17887" y="30060"/>
                    <a:pt x="21200" y="28734"/>
                    <a:pt x="24089" y="26729"/>
                  </a:cubicBezTo>
                  <a:cubicBezTo>
                    <a:pt x="24157" y="26678"/>
                    <a:pt x="24191" y="26593"/>
                    <a:pt x="24157" y="26508"/>
                  </a:cubicBezTo>
                  <a:cubicBezTo>
                    <a:pt x="24224" y="26458"/>
                    <a:pt x="24309" y="26407"/>
                    <a:pt x="24394" y="26339"/>
                  </a:cubicBezTo>
                  <a:cubicBezTo>
                    <a:pt x="24424" y="26387"/>
                    <a:pt x="24468" y="26408"/>
                    <a:pt x="24515" y="26408"/>
                  </a:cubicBezTo>
                  <a:cubicBezTo>
                    <a:pt x="24630" y="26408"/>
                    <a:pt x="24756" y="26280"/>
                    <a:pt x="24683" y="26135"/>
                  </a:cubicBezTo>
                  <a:lnTo>
                    <a:pt x="24649" y="26101"/>
                  </a:lnTo>
                  <a:cubicBezTo>
                    <a:pt x="24666" y="26050"/>
                    <a:pt x="24632" y="25982"/>
                    <a:pt x="24581" y="25948"/>
                  </a:cubicBezTo>
                  <a:cubicBezTo>
                    <a:pt x="21268" y="18421"/>
                    <a:pt x="17802" y="10962"/>
                    <a:pt x="14149" y="3605"/>
                  </a:cubicBezTo>
                  <a:cubicBezTo>
                    <a:pt x="13690" y="2671"/>
                    <a:pt x="13265" y="1685"/>
                    <a:pt x="12756" y="785"/>
                  </a:cubicBezTo>
                  <a:cubicBezTo>
                    <a:pt x="12569" y="445"/>
                    <a:pt x="12331" y="37"/>
                    <a:pt x="11906" y="3"/>
                  </a:cubicBezTo>
                  <a:cubicBezTo>
                    <a:pt x="11887" y="2"/>
                    <a:pt x="11868" y="1"/>
                    <a:pt x="118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5"/>
            <p:cNvSpPr/>
            <p:nvPr/>
          </p:nvSpPr>
          <p:spPr>
            <a:xfrm>
              <a:off x="1243945" y="4163328"/>
              <a:ext cx="42647" cy="57037"/>
            </a:xfrm>
            <a:custGeom>
              <a:avLst/>
              <a:gdLst/>
              <a:ahLst/>
              <a:cxnLst/>
              <a:rect l="l" t="t" r="r" b="b"/>
              <a:pathLst>
                <a:path w="1307" h="1748" extrusionOk="0">
                  <a:moveTo>
                    <a:pt x="678" y="507"/>
                  </a:moveTo>
                  <a:cubicBezTo>
                    <a:pt x="797" y="677"/>
                    <a:pt x="882" y="864"/>
                    <a:pt x="933" y="1085"/>
                  </a:cubicBezTo>
                  <a:cubicBezTo>
                    <a:pt x="899" y="1034"/>
                    <a:pt x="865" y="1000"/>
                    <a:pt x="848" y="966"/>
                  </a:cubicBezTo>
                  <a:cubicBezTo>
                    <a:pt x="797" y="864"/>
                    <a:pt x="746" y="762"/>
                    <a:pt x="695" y="677"/>
                  </a:cubicBezTo>
                  <a:cubicBezTo>
                    <a:pt x="678" y="609"/>
                    <a:pt x="678" y="558"/>
                    <a:pt x="678" y="507"/>
                  </a:cubicBezTo>
                  <a:close/>
                  <a:moveTo>
                    <a:pt x="406" y="813"/>
                  </a:moveTo>
                  <a:lnTo>
                    <a:pt x="440" y="881"/>
                  </a:lnTo>
                  <a:cubicBezTo>
                    <a:pt x="491" y="1017"/>
                    <a:pt x="542" y="1153"/>
                    <a:pt x="610" y="1272"/>
                  </a:cubicBezTo>
                  <a:cubicBezTo>
                    <a:pt x="491" y="1136"/>
                    <a:pt x="423" y="983"/>
                    <a:pt x="406" y="813"/>
                  </a:cubicBezTo>
                  <a:close/>
                  <a:moveTo>
                    <a:pt x="565" y="0"/>
                  </a:moveTo>
                  <a:cubicBezTo>
                    <a:pt x="503" y="0"/>
                    <a:pt x="444" y="37"/>
                    <a:pt x="423" y="99"/>
                  </a:cubicBezTo>
                  <a:lnTo>
                    <a:pt x="423" y="133"/>
                  </a:lnTo>
                  <a:cubicBezTo>
                    <a:pt x="406" y="150"/>
                    <a:pt x="372" y="150"/>
                    <a:pt x="372" y="167"/>
                  </a:cubicBezTo>
                  <a:cubicBezTo>
                    <a:pt x="321" y="218"/>
                    <a:pt x="287" y="252"/>
                    <a:pt x="270" y="303"/>
                  </a:cubicBezTo>
                  <a:cubicBezTo>
                    <a:pt x="203" y="337"/>
                    <a:pt x="152" y="405"/>
                    <a:pt x="186" y="473"/>
                  </a:cubicBezTo>
                  <a:cubicBezTo>
                    <a:pt x="1" y="1044"/>
                    <a:pt x="430" y="1748"/>
                    <a:pt x="1063" y="1748"/>
                  </a:cubicBezTo>
                  <a:cubicBezTo>
                    <a:pt x="1071" y="1748"/>
                    <a:pt x="1078" y="1748"/>
                    <a:pt x="1086" y="1748"/>
                  </a:cubicBezTo>
                  <a:cubicBezTo>
                    <a:pt x="1171" y="1748"/>
                    <a:pt x="1222" y="1697"/>
                    <a:pt x="1222" y="1612"/>
                  </a:cubicBezTo>
                  <a:cubicBezTo>
                    <a:pt x="1307" y="1034"/>
                    <a:pt x="1086" y="456"/>
                    <a:pt x="678" y="49"/>
                  </a:cubicBezTo>
                  <a:cubicBezTo>
                    <a:pt x="645" y="15"/>
                    <a:pt x="604" y="0"/>
                    <a:pt x="5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5"/>
            <p:cNvSpPr/>
            <p:nvPr/>
          </p:nvSpPr>
          <p:spPr>
            <a:xfrm>
              <a:off x="1187333" y="3971795"/>
              <a:ext cx="61573" cy="50087"/>
            </a:xfrm>
            <a:custGeom>
              <a:avLst/>
              <a:gdLst/>
              <a:ahLst/>
              <a:cxnLst/>
              <a:rect l="l" t="t" r="r" b="b"/>
              <a:pathLst>
                <a:path w="1887" h="1535" extrusionOk="0">
                  <a:moveTo>
                    <a:pt x="1046" y="0"/>
                  </a:moveTo>
                  <a:cubicBezTo>
                    <a:pt x="904" y="0"/>
                    <a:pt x="767" y="45"/>
                    <a:pt x="646" y="142"/>
                  </a:cubicBezTo>
                  <a:cubicBezTo>
                    <a:pt x="595" y="142"/>
                    <a:pt x="561" y="159"/>
                    <a:pt x="510" y="176"/>
                  </a:cubicBezTo>
                  <a:cubicBezTo>
                    <a:pt x="103" y="431"/>
                    <a:pt x="1" y="1161"/>
                    <a:pt x="459" y="1416"/>
                  </a:cubicBezTo>
                  <a:cubicBezTo>
                    <a:pt x="604" y="1494"/>
                    <a:pt x="769" y="1534"/>
                    <a:pt x="932" y="1534"/>
                  </a:cubicBezTo>
                  <a:cubicBezTo>
                    <a:pt x="1229" y="1534"/>
                    <a:pt x="1517" y="1401"/>
                    <a:pt x="1649" y="1127"/>
                  </a:cubicBezTo>
                  <a:cubicBezTo>
                    <a:pt x="1887" y="702"/>
                    <a:pt x="1683" y="176"/>
                    <a:pt x="1224" y="23"/>
                  </a:cubicBezTo>
                  <a:cubicBezTo>
                    <a:pt x="1164" y="8"/>
                    <a:pt x="1105" y="0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5"/>
            <p:cNvSpPr/>
            <p:nvPr/>
          </p:nvSpPr>
          <p:spPr>
            <a:xfrm>
              <a:off x="1112840" y="3893942"/>
              <a:ext cx="84577" cy="58865"/>
            </a:xfrm>
            <a:custGeom>
              <a:avLst/>
              <a:gdLst/>
              <a:ahLst/>
              <a:cxnLst/>
              <a:rect l="l" t="t" r="r" b="b"/>
              <a:pathLst>
                <a:path w="2592" h="1804" extrusionOk="0">
                  <a:moveTo>
                    <a:pt x="2293" y="1"/>
                  </a:moveTo>
                  <a:cubicBezTo>
                    <a:pt x="2263" y="1"/>
                    <a:pt x="2231" y="10"/>
                    <a:pt x="2199" y="30"/>
                  </a:cubicBezTo>
                  <a:cubicBezTo>
                    <a:pt x="1655" y="455"/>
                    <a:pt x="1009" y="710"/>
                    <a:pt x="330" y="761"/>
                  </a:cubicBezTo>
                  <a:cubicBezTo>
                    <a:pt x="319" y="759"/>
                    <a:pt x="308" y="759"/>
                    <a:pt x="297" y="759"/>
                  </a:cubicBezTo>
                  <a:cubicBezTo>
                    <a:pt x="37" y="759"/>
                    <a:pt x="0" y="1153"/>
                    <a:pt x="262" y="1185"/>
                  </a:cubicBezTo>
                  <a:cubicBezTo>
                    <a:pt x="941" y="1440"/>
                    <a:pt x="1638" y="1644"/>
                    <a:pt x="2335" y="1797"/>
                  </a:cubicBezTo>
                  <a:cubicBezTo>
                    <a:pt x="2350" y="1801"/>
                    <a:pt x="2364" y="1803"/>
                    <a:pt x="2378" y="1803"/>
                  </a:cubicBezTo>
                  <a:cubicBezTo>
                    <a:pt x="2533" y="1803"/>
                    <a:pt x="2591" y="1555"/>
                    <a:pt x="2419" y="1508"/>
                  </a:cubicBezTo>
                  <a:cubicBezTo>
                    <a:pt x="2012" y="1355"/>
                    <a:pt x="1587" y="1219"/>
                    <a:pt x="1179" y="1066"/>
                  </a:cubicBezTo>
                  <a:cubicBezTo>
                    <a:pt x="1655" y="931"/>
                    <a:pt x="2080" y="676"/>
                    <a:pt x="2436" y="319"/>
                  </a:cubicBezTo>
                  <a:cubicBezTo>
                    <a:pt x="2549" y="206"/>
                    <a:pt x="2440" y="1"/>
                    <a:pt x="229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5"/>
            <p:cNvSpPr/>
            <p:nvPr/>
          </p:nvSpPr>
          <p:spPr>
            <a:xfrm>
              <a:off x="924927" y="4028113"/>
              <a:ext cx="259115" cy="105101"/>
            </a:xfrm>
            <a:custGeom>
              <a:avLst/>
              <a:gdLst/>
              <a:ahLst/>
              <a:cxnLst/>
              <a:rect l="l" t="t" r="r" b="b"/>
              <a:pathLst>
                <a:path w="7941" h="3221" extrusionOk="0">
                  <a:moveTo>
                    <a:pt x="7618" y="1"/>
                  </a:moveTo>
                  <a:cubicBezTo>
                    <a:pt x="7538" y="1"/>
                    <a:pt x="7460" y="35"/>
                    <a:pt x="7414" y="115"/>
                  </a:cubicBezTo>
                  <a:cubicBezTo>
                    <a:pt x="6560" y="1832"/>
                    <a:pt x="5050" y="2729"/>
                    <a:pt x="3462" y="2729"/>
                  </a:cubicBezTo>
                  <a:cubicBezTo>
                    <a:pt x="2394" y="2729"/>
                    <a:pt x="1292" y="2324"/>
                    <a:pt x="329" y="1491"/>
                  </a:cubicBezTo>
                  <a:cubicBezTo>
                    <a:pt x="297" y="1466"/>
                    <a:pt x="262" y="1455"/>
                    <a:pt x="229" y="1455"/>
                  </a:cubicBezTo>
                  <a:cubicBezTo>
                    <a:pt x="105" y="1455"/>
                    <a:pt x="0" y="1608"/>
                    <a:pt x="108" y="1729"/>
                  </a:cubicBezTo>
                  <a:cubicBezTo>
                    <a:pt x="1002" y="2751"/>
                    <a:pt x="2217" y="3221"/>
                    <a:pt x="3434" y="3221"/>
                  </a:cubicBezTo>
                  <a:cubicBezTo>
                    <a:pt x="5272" y="3221"/>
                    <a:pt x="7116" y="2151"/>
                    <a:pt x="7873" y="302"/>
                  </a:cubicBezTo>
                  <a:cubicBezTo>
                    <a:pt x="7940" y="133"/>
                    <a:pt x="7776" y="1"/>
                    <a:pt x="761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5"/>
            <p:cNvSpPr/>
            <p:nvPr/>
          </p:nvSpPr>
          <p:spPr>
            <a:xfrm>
              <a:off x="961863" y="4478688"/>
              <a:ext cx="172841" cy="195160"/>
            </a:xfrm>
            <a:custGeom>
              <a:avLst/>
              <a:gdLst/>
              <a:ahLst/>
              <a:cxnLst/>
              <a:rect l="l" t="t" r="r" b="b"/>
              <a:pathLst>
                <a:path w="5297" h="5981" extrusionOk="0">
                  <a:moveTo>
                    <a:pt x="4328" y="0"/>
                  </a:moveTo>
                  <a:lnTo>
                    <a:pt x="4328" y="0"/>
                  </a:lnTo>
                  <a:cubicBezTo>
                    <a:pt x="3292" y="153"/>
                    <a:pt x="2255" y="238"/>
                    <a:pt x="1202" y="255"/>
                  </a:cubicBezTo>
                  <a:cubicBezTo>
                    <a:pt x="1168" y="323"/>
                    <a:pt x="1151" y="391"/>
                    <a:pt x="1117" y="476"/>
                  </a:cubicBezTo>
                  <a:cubicBezTo>
                    <a:pt x="1083" y="2120"/>
                    <a:pt x="0" y="5981"/>
                    <a:pt x="2713" y="5981"/>
                  </a:cubicBezTo>
                  <a:cubicBezTo>
                    <a:pt x="2719" y="5981"/>
                    <a:pt x="2725" y="5981"/>
                    <a:pt x="2731" y="5981"/>
                  </a:cubicBezTo>
                  <a:cubicBezTo>
                    <a:pt x="5296" y="5964"/>
                    <a:pt x="4685" y="1648"/>
                    <a:pt x="4311" y="119"/>
                  </a:cubicBezTo>
                  <a:cubicBezTo>
                    <a:pt x="4294" y="68"/>
                    <a:pt x="4294" y="34"/>
                    <a:pt x="4328" y="0"/>
                  </a:cubicBezTo>
                  <a:close/>
                </a:path>
              </a:pathLst>
            </a:custGeom>
            <a:solidFill>
              <a:srgbClr val="F2D7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5"/>
            <p:cNvSpPr/>
            <p:nvPr/>
          </p:nvSpPr>
          <p:spPr>
            <a:xfrm>
              <a:off x="999942" y="3595679"/>
              <a:ext cx="53807" cy="63661"/>
            </a:xfrm>
            <a:custGeom>
              <a:avLst/>
              <a:gdLst/>
              <a:ahLst/>
              <a:cxnLst/>
              <a:rect l="l" t="t" r="r" b="b"/>
              <a:pathLst>
                <a:path w="1649" h="1951" extrusionOk="0">
                  <a:moveTo>
                    <a:pt x="969" y="346"/>
                  </a:moveTo>
                  <a:cubicBezTo>
                    <a:pt x="1004" y="346"/>
                    <a:pt x="1049" y="364"/>
                    <a:pt x="1105" y="404"/>
                  </a:cubicBezTo>
                  <a:cubicBezTo>
                    <a:pt x="1071" y="438"/>
                    <a:pt x="1054" y="472"/>
                    <a:pt x="1020" y="506"/>
                  </a:cubicBezTo>
                  <a:cubicBezTo>
                    <a:pt x="1003" y="506"/>
                    <a:pt x="1003" y="506"/>
                    <a:pt x="986" y="523"/>
                  </a:cubicBezTo>
                  <a:cubicBezTo>
                    <a:pt x="969" y="472"/>
                    <a:pt x="935" y="421"/>
                    <a:pt x="884" y="404"/>
                  </a:cubicBezTo>
                  <a:cubicBezTo>
                    <a:pt x="902" y="368"/>
                    <a:pt x="930" y="346"/>
                    <a:pt x="969" y="346"/>
                  </a:cubicBezTo>
                  <a:close/>
                  <a:moveTo>
                    <a:pt x="799" y="1508"/>
                  </a:moveTo>
                  <a:cubicBezTo>
                    <a:pt x="813" y="1565"/>
                    <a:pt x="851" y="1598"/>
                    <a:pt x="902" y="1598"/>
                  </a:cubicBezTo>
                  <a:cubicBezTo>
                    <a:pt x="912" y="1598"/>
                    <a:pt x="924" y="1596"/>
                    <a:pt x="935" y="1593"/>
                  </a:cubicBezTo>
                  <a:cubicBezTo>
                    <a:pt x="935" y="1610"/>
                    <a:pt x="935" y="1610"/>
                    <a:pt x="952" y="1627"/>
                  </a:cubicBezTo>
                  <a:cubicBezTo>
                    <a:pt x="921" y="1633"/>
                    <a:pt x="890" y="1637"/>
                    <a:pt x="859" y="1637"/>
                  </a:cubicBezTo>
                  <a:cubicBezTo>
                    <a:pt x="805" y="1637"/>
                    <a:pt x="751" y="1626"/>
                    <a:pt x="697" y="1593"/>
                  </a:cubicBezTo>
                  <a:cubicBezTo>
                    <a:pt x="714" y="1593"/>
                    <a:pt x="731" y="1576"/>
                    <a:pt x="748" y="1559"/>
                  </a:cubicBezTo>
                  <a:cubicBezTo>
                    <a:pt x="765" y="1542"/>
                    <a:pt x="782" y="1525"/>
                    <a:pt x="799" y="1508"/>
                  </a:cubicBezTo>
                  <a:close/>
                  <a:moveTo>
                    <a:pt x="901" y="0"/>
                  </a:moveTo>
                  <a:cubicBezTo>
                    <a:pt x="745" y="0"/>
                    <a:pt x="599" y="111"/>
                    <a:pt x="561" y="285"/>
                  </a:cubicBezTo>
                  <a:cubicBezTo>
                    <a:pt x="239" y="693"/>
                    <a:pt x="1" y="1270"/>
                    <a:pt x="375" y="1712"/>
                  </a:cubicBezTo>
                  <a:cubicBezTo>
                    <a:pt x="515" y="1878"/>
                    <a:pt x="681" y="1950"/>
                    <a:pt x="844" y="1950"/>
                  </a:cubicBezTo>
                  <a:cubicBezTo>
                    <a:pt x="1116" y="1950"/>
                    <a:pt x="1379" y="1748"/>
                    <a:pt x="1496" y="1440"/>
                  </a:cubicBezTo>
                  <a:cubicBezTo>
                    <a:pt x="1649" y="999"/>
                    <a:pt x="1598" y="234"/>
                    <a:pt x="1071" y="47"/>
                  </a:cubicBezTo>
                  <a:cubicBezTo>
                    <a:pt x="1016" y="15"/>
                    <a:pt x="958" y="0"/>
                    <a:pt x="90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5"/>
            <p:cNvSpPr/>
            <p:nvPr/>
          </p:nvSpPr>
          <p:spPr>
            <a:xfrm>
              <a:off x="975861" y="4255179"/>
              <a:ext cx="55177" cy="62323"/>
            </a:xfrm>
            <a:custGeom>
              <a:avLst/>
              <a:gdLst/>
              <a:ahLst/>
              <a:cxnLst/>
              <a:rect l="l" t="t" r="r" b="b"/>
              <a:pathLst>
                <a:path w="1691" h="1910" extrusionOk="0">
                  <a:moveTo>
                    <a:pt x="875" y="241"/>
                  </a:moveTo>
                  <a:lnTo>
                    <a:pt x="875" y="241"/>
                  </a:lnTo>
                  <a:cubicBezTo>
                    <a:pt x="841" y="394"/>
                    <a:pt x="807" y="547"/>
                    <a:pt x="807" y="717"/>
                  </a:cubicBezTo>
                  <a:cubicBezTo>
                    <a:pt x="807" y="700"/>
                    <a:pt x="790" y="683"/>
                    <a:pt x="790" y="649"/>
                  </a:cubicBezTo>
                  <a:cubicBezTo>
                    <a:pt x="790" y="632"/>
                    <a:pt x="773" y="615"/>
                    <a:pt x="756" y="598"/>
                  </a:cubicBezTo>
                  <a:cubicBezTo>
                    <a:pt x="807" y="445"/>
                    <a:pt x="841" y="326"/>
                    <a:pt x="875" y="241"/>
                  </a:cubicBezTo>
                  <a:close/>
                  <a:moveTo>
                    <a:pt x="960" y="1413"/>
                  </a:moveTo>
                  <a:cubicBezTo>
                    <a:pt x="960" y="1413"/>
                    <a:pt x="977" y="1430"/>
                    <a:pt x="977" y="1464"/>
                  </a:cubicBezTo>
                  <a:cubicBezTo>
                    <a:pt x="1002" y="1502"/>
                    <a:pt x="1047" y="1522"/>
                    <a:pt x="1096" y="1522"/>
                  </a:cubicBezTo>
                  <a:cubicBezTo>
                    <a:pt x="1113" y="1522"/>
                    <a:pt x="1129" y="1519"/>
                    <a:pt x="1146" y="1515"/>
                  </a:cubicBezTo>
                  <a:lnTo>
                    <a:pt x="1146" y="1532"/>
                  </a:lnTo>
                  <a:cubicBezTo>
                    <a:pt x="1079" y="1566"/>
                    <a:pt x="1028" y="1583"/>
                    <a:pt x="977" y="1600"/>
                  </a:cubicBezTo>
                  <a:cubicBezTo>
                    <a:pt x="960" y="1532"/>
                    <a:pt x="960" y="1464"/>
                    <a:pt x="960" y="1413"/>
                  </a:cubicBezTo>
                  <a:close/>
                  <a:moveTo>
                    <a:pt x="817" y="1"/>
                  </a:moveTo>
                  <a:cubicBezTo>
                    <a:pt x="784" y="1"/>
                    <a:pt x="748" y="16"/>
                    <a:pt x="722" y="54"/>
                  </a:cubicBezTo>
                  <a:cubicBezTo>
                    <a:pt x="474" y="451"/>
                    <a:pt x="0" y="1909"/>
                    <a:pt x="867" y="1909"/>
                  </a:cubicBezTo>
                  <a:cubicBezTo>
                    <a:pt x="891" y="1909"/>
                    <a:pt x="917" y="1908"/>
                    <a:pt x="943" y="1906"/>
                  </a:cubicBezTo>
                  <a:cubicBezTo>
                    <a:pt x="1231" y="1855"/>
                    <a:pt x="1469" y="1651"/>
                    <a:pt x="1554" y="1379"/>
                  </a:cubicBezTo>
                  <a:cubicBezTo>
                    <a:pt x="1690" y="954"/>
                    <a:pt x="1384" y="513"/>
                    <a:pt x="1146" y="173"/>
                  </a:cubicBezTo>
                  <a:cubicBezTo>
                    <a:pt x="1116" y="128"/>
                    <a:pt x="1073" y="106"/>
                    <a:pt x="1030" y="106"/>
                  </a:cubicBezTo>
                  <a:cubicBezTo>
                    <a:pt x="983" y="106"/>
                    <a:pt x="936" y="131"/>
                    <a:pt x="905" y="181"/>
                  </a:cubicBezTo>
                  <a:lnTo>
                    <a:pt x="905" y="181"/>
                  </a:lnTo>
                  <a:cubicBezTo>
                    <a:pt x="909" y="168"/>
                    <a:pt x="909" y="156"/>
                    <a:pt x="909" y="156"/>
                  </a:cubicBezTo>
                  <a:cubicBezTo>
                    <a:pt x="955" y="74"/>
                    <a:pt x="890" y="1"/>
                    <a:pt x="8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5"/>
            <p:cNvSpPr/>
            <p:nvPr/>
          </p:nvSpPr>
          <p:spPr>
            <a:xfrm>
              <a:off x="862278" y="3932966"/>
              <a:ext cx="85034" cy="52436"/>
            </a:xfrm>
            <a:custGeom>
              <a:avLst/>
              <a:gdLst/>
              <a:ahLst/>
              <a:cxnLst/>
              <a:rect l="l" t="t" r="r" b="b"/>
              <a:pathLst>
                <a:path w="2606" h="1607" extrusionOk="0">
                  <a:moveTo>
                    <a:pt x="250" y="0"/>
                  </a:moveTo>
                  <a:cubicBezTo>
                    <a:pt x="98" y="0"/>
                    <a:pt x="56" y="232"/>
                    <a:pt x="227" y="278"/>
                  </a:cubicBezTo>
                  <a:cubicBezTo>
                    <a:pt x="720" y="465"/>
                    <a:pt x="1229" y="618"/>
                    <a:pt x="1739" y="771"/>
                  </a:cubicBezTo>
                  <a:cubicBezTo>
                    <a:pt x="1212" y="958"/>
                    <a:pt x="686" y="1128"/>
                    <a:pt x="159" y="1332"/>
                  </a:cubicBezTo>
                  <a:cubicBezTo>
                    <a:pt x="0" y="1395"/>
                    <a:pt x="49" y="1607"/>
                    <a:pt x="195" y="1607"/>
                  </a:cubicBezTo>
                  <a:cubicBezTo>
                    <a:pt x="205" y="1607"/>
                    <a:pt x="216" y="1606"/>
                    <a:pt x="227" y="1604"/>
                  </a:cubicBezTo>
                  <a:cubicBezTo>
                    <a:pt x="974" y="1417"/>
                    <a:pt x="1705" y="1179"/>
                    <a:pt x="2419" y="958"/>
                  </a:cubicBezTo>
                  <a:cubicBezTo>
                    <a:pt x="2606" y="890"/>
                    <a:pt x="2606" y="635"/>
                    <a:pt x="2419" y="584"/>
                  </a:cubicBezTo>
                  <a:cubicBezTo>
                    <a:pt x="1722" y="380"/>
                    <a:pt x="1008" y="159"/>
                    <a:pt x="295" y="6"/>
                  </a:cubicBezTo>
                  <a:cubicBezTo>
                    <a:pt x="279" y="2"/>
                    <a:pt x="264" y="0"/>
                    <a:pt x="2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5"/>
            <p:cNvSpPr/>
            <p:nvPr/>
          </p:nvSpPr>
          <p:spPr>
            <a:xfrm>
              <a:off x="849161" y="4011733"/>
              <a:ext cx="56515" cy="52469"/>
            </a:xfrm>
            <a:custGeom>
              <a:avLst/>
              <a:gdLst/>
              <a:ahLst/>
              <a:cxnLst/>
              <a:rect l="l" t="t" r="r" b="b"/>
              <a:pathLst>
                <a:path w="1732" h="1608" extrusionOk="0">
                  <a:moveTo>
                    <a:pt x="936" y="1"/>
                  </a:moveTo>
                  <a:cubicBezTo>
                    <a:pt x="908" y="1"/>
                    <a:pt x="879" y="2"/>
                    <a:pt x="850" y="5"/>
                  </a:cubicBezTo>
                  <a:cubicBezTo>
                    <a:pt x="782" y="5"/>
                    <a:pt x="697" y="39"/>
                    <a:pt x="629" y="73"/>
                  </a:cubicBezTo>
                  <a:cubicBezTo>
                    <a:pt x="578" y="90"/>
                    <a:pt x="527" y="107"/>
                    <a:pt x="493" y="124"/>
                  </a:cubicBezTo>
                  <a:cubicBezTo>
                    <a:pt x="289" y="243"/>
                    <a:pt x="136" y="430"/>
                    <a:pt x="85" y="634"/>
                  </a:cubicBezTo>
                  <a:cubicBezTo>
                    <a:pt x="0" y="1109"/>
                    <a:pt x="323" y="1551"/>
                    <a:pt x="799" y="1602"/>
                  </a:cubicBezTo>
                  <a:cubicBezTo>
                    <a:pt x="828" y="1605"/>
                    <a:pt x="857" y="1607"/>
                    <a:pt x="886" y="1607"/>
                  </a:cubicBezTo>
                  <a:cubicBezTo>
                    <a:pt x="1310" y="1607"/>
                    <a:pt x="1683" y="1267"/>
                    <a:pt x="1699" y="838"/>
                  </a:cubicBezTo>
                  <a:cubicBezTo>
                    <a:pt x="1731" y="374"/>
                    <a:pt x="1387" y="1"/>
                    <a:pt x="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5"/>
            <p:cNvSpPr/>
            <p:nvPr/>
          </p:nvSpPr>
          <p:spPr>
            <a:xfrm>
              <a:off x="771536" y="4197034"/>
              <a:ext cx="56026" cy="53285"/>
            </a:xfrm>
            <a:custGeom>
              <a:avLst/>
              <a:gdLst/>
              <a:ahLst/>
              <a:cxnLst/>
              <a:rect l="l" t="t" r="r" b="b"/>
              <a:pathLst>
                <a:path w="1717" h="1633" extrusionOk="0">
                  <a:moveTo>
                    <a:pt x="969" y="800"/>
                  </a:moveTo>
                  <a:cubicBezTo>
                    <a:pt x="1003" y="817"/>
                    <a:pt x="1020" y="817"/>
                    <a:pt x="1037" y="817"/>
                  </a:cubicBezTo>
                  <a:cubicBezTo>
                    <a:pt x="935" y="986"/>
                    <a:pt x="799" y="1139"/>
                    <a:pt x="629" y="1275"/>
                  </a:cubicBezTo>
                  <a:cubicBezTo>
                    <a:pt x="588" y="1296"/>
                    <a:pt x="540" y="1329"/>
                    <a:pt x="502" y="1329"/>
                  </a:cubicBezTo>
                  <a:cubicBezTo>
                    <a:pt x="477" y="1329"/>
                    <a:pt x="456" y="1315"/>
                    <a:pt x="442" y="1275"/>
                  </a:cubicBezTo>
                  <a:cubicBezTo>
                    <a:pt x="425" y="1224"/>
                    <a:pt x="425" y="1173"/>
                    <a:pt x="459" y="1122"/>
                  </a:cubicBezTo>
                  <a:cubicBezTo>
                    <a:pt x="485" y="1148"/>
                    <a:pt x="519" y="1161"/>
                    <a:pt x="553" y="1161"/>
                  </a:cubicBezTo>
                  <a:cubicBezTo>
                    <a:pt x="587" y="1161"/>
                    <a:pt x="621" y="1148"/>
                    <a:pt x="646" y="1122"/>
                  </a:cubicBezTo>
                  <a:lnTo>
                    <a:pt x="969" y="800"/>
                  </a:lnTo>
                  <a:close/>
                  <a:moveTo>
                    <a:pt x="1564" y="1"/>
                  </a:moveTo>
                  <a:cubicBezTo>
                    <a:pt x="1190" y="18"/>
                    <a:pt x="816" y="171"/>
                    <a:pt x="544" y="460"/>
                  </a:cubicBezTo>
                  <a:cubicBezTo>
                    <a:pt x="340" y="681"/>
                    <a:pt x="1" y="1156"/>
                    <a:pt x="170" y="1462"/>
                  </a:cubicBezTo>
                  <a:cubicBezTo>
                    <a:pt x="230" y="1586"/>
                    <a:pt x="324" y="1632"/>
                    <a:pt x="429" y="1632"/>
                  </a:cubicBezTo>
                  <a:cubicBezTo>
                    <a:pt x="627" y="1632"/>
                    <a:pt x="864" y="1471"/>
                    <a:pt x="986" y="1360"/>
                  </a:cubicBezTo>
                  <a:cubicBezTo>
                    <a:pt x="1292" y="1054"/>
                    <a:pt x="1479" y="664"/>
                    <a:pt x="1530" y="239"/>
                  </a:cubicBezTo>
                  <a:lnTo>
                    <a:pt x="1598" y="222"/>
                  </a:lnTo>
                  <a:cubicBezTo>
                    <a:pt x="1717" y="188"/>
                    <a:pt x="1683" y="1"/>
                    <a:pt x="156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" name="Google Shape;862;p55"/>
          <p:cNvGrpSpPr/>
          <p:nvPr/>
        </p:nvGrpSpPr>
        <p:grpSpPr>
          <a:xfrm>
            <a:off x="5973675" y="4119075"/>
            <a:ext cx="490020" cy="266651"/>
            <a:chOff x="7716750" y="3211825"/>
            <a:chExt cx="490020" cy="266651"/>
          </a:xfrm>
        </p:grpSpPr>
        <p:sp>
          <p:nvSpPr>
            <p:cNvPr id="863" name="Google Shape;863;p55"/>
            <p:cNvSpPr/>
            <p:nvPr/>
          </p:nvSpPr>
          <p:spPr>
            <a:xfrm>
              <a:off x="7716750" y="3211825"/>
              <a:ext cx="490020" cy="266651"/>
            </a:xfrm>
            <a:custGeom>
              <a:avLst/>
              <a:gdLst/>
              <a:ahLst/>
              <a:cxnLst/>
              <a:rect l="l" t="t" r="r" b="b"/>
              <a:pathLst>
                <a:path w="11978" h="6518" extrusionOk="0">
                  <a:moveTo>
                    <a:pt x="6875" y="325"/>
                  </a:moveTo>
                  <a:cubicBezTo>
                    <a:pt x="8271" y="325"/>
                    <a:pt x="9743" y="1346"/>
                    <a:pt x="8907" y="2741"/>
                  </a:cubicBezTo>
                  <a:cubicBezTo>
                    <a:pt x="8845" y="2865"/>
                    <a:pt x="8946" y="2980"/>
                    <a:pt x="9051" y="2980"/>
                  </a:cubicBezTo>
                  <a:cubicBezTo>
                    <a:pt x="9090" y="2980"/>
                    <a:pt x="9130" y="2964"/>
                    <a:pt x="9162" y="2928"/>
                  </a:cubicBezTo>
                  <a:cubicBezTo>
                    <a:pt x="9294" y="2893"/>
                    <a:pt x="9434" y="2870"/>
                    <a:pt x="9569" y="2870"/>
                  </a:cubicBezTo>
                  <a:cubicBezTo>
                    <a:pt x="9833" y="2870"/>
                    <a:pt x="10080" y="2958"/>
                    <a:pt x="10215" y="3216"/>
                  </a:cubicBezTo>
                  <a:cubicBezTo>
                    <a:pt x="10402" y="3573"/>
                    <a:pt x="10164" y="3862"/>
                    <a:pt x="9858" y="3998"/>
                  </a:cubicBezTo>
                  <a:cubicBezTo>
                    <a:pt x="9790" y="4049"/>
                    <a:pt x="9773" y="4117"/>
                    <a:pt x="9807" y="4185"/>
                  </a:cubicBezTo>
                  <a:cubicBezTo>
                    <a:pt x="9790" y="4202"/>
                    <a:pt x="9790" y="4219"/>
                    <a:pt x="9773" y="4236"/>
                  </a:cubicBezTo>
                  <a:cubicBezTo>
                    <a:pt x="9677" y="4346"/>
                    <a:pt x="9782" y="4501"/>
                    <a:pt x="9906" y="4501"/>
                  </a:cubicBezTo>
                  <a:cubicBezTo>
                    <a:pt x="9935" y="4501"/>
                    <a:pt x="9965" y="4493"/>
                    <a:pt x="9994" y="4474"/>
                  </a:cubicBezTo>
                  <a:cubicBezTo>
                    <a:pt x="10239" y="4271"/>
                    <a:pt x="10635" y="4098"/>
                    <a:pt x="10963" y="4098"/>
                  </a:cubicBezTo>
                  <a:cubicBezTo>
                    <a:pt x="11295" y="4098"/>
                    <a:pt x="11557" y="4275"/>
                    <a:pt x="11523" y="4780"/>
                  </a:cubicBezTo>
                  <a:cubicBezTo>
                    <a:pt x="11489" y="5459"/>
                    <a:pt x="10861" y="5901"/>
                    <a:pt x="10215" y="5901"/>
                  </a:cubicBezTo>
                  <a:lnTo>
                    <a:pt x="10181" y="5901"/>
                  </a:lnTo>
                  <a:cubicBezTo>
                    <a:pt x="8944" y="6124"/>
                    <a:pt x="7698" y="6238"/>
                    <a:pt x="6450" y="6238"/>
                  </a:cubicBezTo>
                  <a:cubicBezTo>
                    <a:pt x="5984" y="6238"/>
                    <a:pt x="5517" y="6222"/>
                    <a:pt x="5050" y="6190"/>
                  </a:cubicBezTo>
                  <a:cubicBezTo>
                    <a:pt x="4217" y="6139"/>
                    <a:pt x="3385" y="6054"/>
                    <a:pt x="2552" y="5901"/>
                  </a:cubicBezTo>
                  <a:cubicBezTo>
                    <a:pt x="2042" y="5833"/>
                    <a:pt x="1550" y="5629"/>
                    <a:pt x="1159" y="5306"/>
                  </a:cubicBezTo>
                  <a:cubicBezTo>
                    <a:pt x="632" y="4406"/>
                    <a:pt x="751" y="3828"/>
                    <a:pt x="1533" y="3607"/>
                  </a:cubicBezTo>
                  <a:cubicBezTo>
                    <a:pt x="1698" y="3569"/>
                    <a:pt x="1864" y="3550"/>
                    <a:pt x="2030" y="3550"/>
                  </a:cubicBezTo>
                  <a:cubicBezTo>
                    <a:pt x="2085" y="3550"/>
                    <a:pt x="2140" y="3552"/>
                    <a:pt x="2195" y="3556"/>
                  </a:cubicBezTo>
                  <a:cubicBezTo>
                    <a:pt x="2229" y="3556"/>
                    <a:pt x="2280" y="3539"/>
                    <a:pt x="2297" y="3505"/>
                  </a:cubicBezTo>
                  <a:cubicBezTo>
                    <a:pt x="2316" y="3512"/>
                    <a:pt x="2334" y="3515"/>
                    <a:pt x="2351" y="3515"/>
                  </a:cubicBezTo>
                  <a:cubicBezTo>
                    <a:pt x="2462" y="3515"/>
                    <a:pt x="2541" y="3387"/>
                    <a:pt x="2467" y="3284"/>
                  </a:cubicBezTo>
                  <a:cubicBezTo>
                    <a:pt x="2110" y="2588"/>
                    <a:pt x="2093" y="1687"/>
                    <a:pt x="2807" y="1178"/>
                  </a:cubicBezTo>
                  <a:cubicBezTo>
                    <a:pt x="3028" y="1018"/>
                    <a:pt x="3282" y="943"/>
                    <a:pt x="3532" y="943"/>
                  </a:cubicBezTo>
                  <a:cubicBezTo>
                    <a:pt x="3976" y="943"/>
                    <a:pt x="4408" y="1179"/>
                    <a:pt x="4625" y="1602"/>
                  </a:cubicBezTo>
                  <a:cubicBezTo>
                    <a:pt x="4661" y="1660"/>
                    <a:pt x="4716" y="1687"/>
                    <a:pt x="4770" y="1687"/>
                  </a:cubicBezTo>
                  <a:cubicBezTo>
                    <a:pt x="4842" y="1687"/>
                    <a:pt x="4911" y="1639"/>
                    <a:pt x="4931" y="1551"/>
                  </a:cubicBezTo>
                  <a:cubicBezTo>
                    <a:pt x="4965" y="1534"/>
                    <a:pt x="4982" y="1517"/>
                    <a:pt x="4982" y="1500"/>
                  </a:cubicBezTo>
                  <a:cubicBezTo>
                    <a:pt x="5270" y="673"/>
                    <a:pt x="6060" y="325"/>
                    <a:pt x="6875" y="325"/>
                  </a:cubicBezTo>
                  <a:close/>
                  <a:moveTo>
                    <a:pt x="7017" y="1"/>
                  </a:moveTo>
                  <a:cubicBezTo>
                    <a:pt x="6095" y="1"/>
                    <a:pt x="5063" y="383"/>
                    <a:pt x="4795" y="1263"/>
                  </a:cubicBezTo>
                  <a:cubicBezTo>
                    <a:pt x="4495" y="823"/>
                    <a:pt x="4006" y="587"/>
                    <a:pt x="3507" y="587"/>
                  </a:cubicBezTo>
                  <a:cubicBezTo>
                    <a:pt x="3214" y="587"/>
                    <a:pt x="2918" y="668"/>
                    <a:pt x="2654" y="838"/>
                  </a:cubicBezTo>
                  <a:cubicBezTo>
                    <a:pt x="1839" y="1381"/>
                    <a:pt x="1601" y="2452"/>
                    <a:pt x="2110" y="3284"/>
                  </a:cubicBezTo>
                  <a:cubicBezTo>
                    <a:pt x="2000" y="3266"/>
                    <a:pt x="1895" y="3258"/>
                    <a:pt x="1795" y="3258"/>
                  </a:cubicBezTo>
                  <a:cubicBezTo>
                    <a:pt x="296" y="3258"/>
                    <a:pt x="0" y="5183"/>
                    <a:pt x="1482" y="5884"/>
                  </a:cubicBezTo>
                  <a:cubicBezTo>
                    <a:pt x="2637" y="6462"/>
                    <a:pt x="4353" y="6428"/>
                    <a:pt x="5594" y="6496"/>
                  </a:cubicBezTo>
                  <a:cubicBezTo>
                    <a:pt x="5929" y="6510"/>
                    <a:pt x="6264" y="6518"/>
                    <a:pt x="6599" y="6518"/>
                  </a:cubicBezTo>
                  <a:cubicBezTo>
                    <a:pt x="7826" y="6518"/>
                    <a:pt x="9048" y="6417"/>
                    <a:pt x="10249" y="6190"/>
                  </a:cubicBezTo>
                  <a:cubicBezTo>
                    <a:pt x="10283" y="6190"/>
                    <a:pt x="10317" y="6156"/>
                    <a:pt x="10334" y="6139"/>
                  </a:cubicBezTo>
                  <a:cubicBezTo>
                    <a:pt x="10371" y="6142"/>
                    <a:pt x="10407" y="6143"/>
                    <a:pt x="10443" y="6143"/>
                  </a:cubicBezTo>
                  <a:cubicBezTo>
                    <a:pt x="11294" y="6143"/>
                    <a:pt x="11977" y="5389"/>
                    <a:pt x="11863" y="4525"/>
                  </a:cubicBezTo>
                  <a:cubicBezTo>
                    <a:pt x="11796" y="3972"/>
                    <a:pt x="11364" y="3729"/>
                    <a:pt x="10892" y="3729"/>
                  </a:cubicBezTo>
                  <a:cubicBezTo>
                    <a:pt x="10769" y="3729"/>
                    <a:pt x="10643" y="3746"/>
                    <a:pt x="10521" y="3777"/>
                  </a:cubicBezTo>
                  <a:cubicBezTo>
                    <a:pt x="10589" y="3573"/>
                    <a:pt x="10589" y="3369"/>
                    <a:pt x="10521" y="3182"/>
                  </a:cubicBezTo>
                  <a:cubicBezTo>
                    <a:pt x="10357" y="2800"/>
                    <a:pt x="9995" y="2582"/>
                    <a:pt x="9613" y="2582"/>
                  </a:cubicBezTo>
                  <a:cubicBezTo>
                    <a:pt x="9519" y="2582"/>
                    <a:pt x="9425" y="2595"/>
                    <a:pt x="9331" y="2622"/>
                  </a:cubicBezTo>
                  <a:cubicBezTo>
                    <a:pt x="9773" y="1568"/>
                    <a:pt x="8958" y="481"/>
                    <a:pt x="7870" y="124"/>
                  </a:cubicBezTo>
                  <a:cubicBezTo>
                    <a:pt x="7620" y="43"/>
                    <a:pt x="7324" y="1"/>
                    <a:pt x="70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5"/>
            <p:cNvSpPr/>
            <p:nvPr/>
          </p:nvSpPr>
          <p:spPr>
            <a:xfrm>
              <a:off x="7741910" y="3224589"/>
              <a:ext cx="447678" cy="241901"/>
            </a:xfrm>
            <a:custGeom>
              <a:avLst/>
              <a:gdLst/>
              <a:ahLst/>
              <a:cxnLst/>
              <a:rect l="l" t="t" r="r" b="b"/>
              <a:pathLst>
                <a:path w="10943" h="5913" extrusionOk="0">
                  <a:moveTo>
                    <a:pt x="7843" y="2475"/>
                  </a:moveTo>
                  <a:cubicBezTo>
                    <a:pt x="7931" y="2475"/>
                    <a:pt x="7985" y="2614"/>
                    <a:pt x="7901" y="2684"/>
                  </a:cubicBezTo>
                  <a:cubicBezTo>
                    <a:pt x="7748" y="2802"/>
                    <a:pt x="7595" y="2904"/>
                    <a:pt x="7442" y="3006"/>
                  </a:cubicBezTo>
                  <a:cubicBezTo>
                    <a:pt x="7714" y="3040"/>
                    <a:pt x="7986" y="3125"/>
                    <a:pt x="8241" y="3261"/>
                  </a:cubicBezTo>
                  <a:cubicBezTo>
                    <a:pt x="8317" y="3307"/>
                    <a:pt x="8283" y="3436"/>
                    <a:pt x="8201" y="3436"/>
                  </a:cubicBezTo>
                  <a:cubicBezTo>
                    <a:pt x="8192" y="3436"/>
                    <a:pt x="8183" y="3434"/>
                    <a:pt x="8173" y="3431"/>
                  </a:cubicBezTo>
                  <a:cubicBezTo>
                    <a:pt x="7816" y="3329"/>
                    <a:pt x="7442" y="3261"/>
                    <a:pt x="7068" y="3261"/>
                  </a:cubicBezTo>
                  <a:cubicBezTo>
                    <a:pt x="6932" y="3244"/>
                    <a:pt x="6881" y="3074"/>
                    <a:pt x="7000" y="3006"/>
                  </a:cubicBezTo>
                  <a:cubicBezTo>
                    <a:pt x="7238" y="2819"/>
                    <a:pt x="7510" y="2650"/>
                    <a:pt x="7782" y="2497"/>
                  </a:cubicBezTo>
                  <a:cubicBezTo>
                    <a:pt x="7803" y="2482"/>
                    <a:pt x="7824" y="2475"/>
                    <a:pt x="7843" y="2475"/>
                  </a:cubicBezTo>
                  <a:close/>
                  <a:moveTo>
                    <a:pt x="2649" y="2509"/>
                  </a:moveTo>
                  <a:cubicBezTo>
                    <a:pt x="2661" y="2509"/>
                    <a:pt x="2673" y="2511"/>
                    <a:pt x="2685" y="2514"/>
                  </a:cubicBezTo>
                  <a:cubicBezTo>
                    <a:pt x="3059" y="2735"/>
                    <a:pt x="3415" y="2972"/>
                    <a:pt x="3772" y="3210"/>
                  </a:cubicBezTo>
                  <a:cubicBezTo>
                    <a:pt x="3857" y="3261"/>
                    <a:pt x="3840" y="3397"/>
                    <a:pt x="3738" y="3431"/>
                  </a:cubicBezTo>
                  <a:lnTo>
                    <a:pt x="3755" y="3431"/>
                  </a:lnTo>
                  <a:cubicBezTo>
                    <a:pt x="3458" y="3526"/>
                    <a:pt x="3160" y="3577"/>
                    <a:pt x="2863" y="3577"/>
                  </a:cubicBezTo>
                  <a:cubicBezTo>
                    <a:pt x="2786" y="3577"/>
                    <a:pt x="2710" y="3574"/>
                    <a:pt x="2634" y="3567"/>
                  </a:cubicBezTo>
                  <a:cubicBezTo>
                    <a:pt x="2532" y="3550"/>
                    <a:pt x="2532" y="3397"/>
                    <a:pt x="2634" y="3397"/>
                  </a:cubicBezTo>
                  <a:cubicBezTo>
                    <a:pt x="2889" y="3363"/>
                    <a:pt x="3161" y="3329"/>
                    <a:pt x="3432" y="3278"/>
                  </a:cubicBezTo>
                  <a:cubicBezTo>
                    <a:pt x="3127" y="3108"/>
                    <a:pt x="2838" y="2938"/>
                    <a:pt x="2549" y="2735"/>
                  </a:cubicBezTo>
                  <a:cubicBezTo>
                    <a:pt x="2456" y="2657"/>
                    <a:pt x="2532" y="2509"/>
                    <a:pt x="2649" y="2509"/>
                  </a:cubicBezTo>
                  <a:close/>
                  <a:moveTo>
                    <a:pt x="6189" y="3342"/>
                  </a:moveTo>
                  <a:cubicBezTo>
                    <a:pt x="6245" y="3342"/>
                    <a:pt x="6300" y="3374"/>
                    <a:pt x="6321" y="3448"/>
                  </a:cubicBezTo>
                  <a:cubicBezTo>
                    <a:pt x="6440" y="3890"/>
                    <a:pt x="6168" y="4332"/>
                    <a:pt x="5726" y="4451"/>
                  </a:cubicBezTo>
                  <a:lnTo>
                    <a:pt x="5743" y="4451"/>
                  </a:lnTo>
                  <a:cubicBezTo>
                    <a:pt x="5694" y="4460"/>
                    <a:pt x="5644" y="4464"/>
                    <a:pt x="5596" y="4464"/>
                  </a:cubicBezTo>
                  <a:cubicBezTo>
                    <a:pt x="5197" y="4464"/>
                    <a:pt x="4856" y="4163"/>
                    <a:pt x="4826" y="3754"/>
                  </a:cubicBezTo>
                  <a:cubicBezTo>
                    <a:pt x="4835" y="3688"/>
                    <a:pt x="4881" y="3653"/>
                    <a:pt x="4927" y="3653"/>
                  </a:cubicBezTo>
                  <a:cubicBezTo>
                    <a:pt x="4962" y="3653"/>
                    <a:pt x="4997" y="3675"/>
                    <a:pt x="5012" y="3720"/>
                  </a:cubicBezTo>
                  <a:cubicBezTo>
                    <a:pt x="5087" y="3972"/>
                    <a:pt x="5303" y="4212"/>
                    <a:pt x="5572" y="4212"/>
                  </a:cubicBezTo>
                  <a:cubicBezTo>
                    <a:pt x="5611" y="4212"/>
                    <a:pt x="5651" y="4206"/>
                    <a:pt x="5692" y="4196"/>
                  </a:cubicBezTo>
                  <a:cubicBezTo>
                    <a:pt x="5981" y="4094"/>
                    <a:pt x="6134" y="3805"/>
                    <a:pt x="6049" y="3516"/>
                  </a:cubicBezTo>
                  <a:cubicBezTo>
                    <a:pt x="6018" y="3414"/>
                    <a:pt x="6104" y="3342"/>
                    <a:pt x="6189" y="3342"/>
                  </a:cubicBezTo>
                  <a:close/>
                  <a:moveTo>
                    <a:pt x="6233" y="1"/>
                  </a:moveTo>
                  <a:cubicBezTo>
                    <a:pt x="5421" y="1"/>
                    <a:pt x="4637" y="348"/>
                    <a:pt x="4350" y="1171"/>
                  </a:cubicBezTo>
                  <a:cubicBezTo>
                    <a:pt x="4350" y="1205"/>
                    <a:pt x="4333" y="1222"/>
                    <a:pt x="4299" y="1239"/>
                  </a:cubicBezTo>
                  <a:cubicBezTo>
                    <a:pt x="4279" y="1318"/>
                    <a:pt x="4208" y="1363"/>
                    <a:pt x="4134" y="1363"/>
                  </a:cubicBezTo>
                  <a:cubicBezTo>
                    <a:pt x="4082" y="1363"/>
                    <a:pt x="4029" y="1340"/>
                    <a:pt x="3993" y="1290"/>
                  </a:cubicBezTo>
                  <a:cubicBezTo>
                    <a:pt x="3777" y="859"/>
                    <a:pt x="3349" y="619"/>
                    <a:pt x="2909" y="619"/>
                  </a:cubicBezTo>
                  <a:cubicBezTo>
                    <a:pt x="2655" y="619"/>
                    <a:pt x="2398" y="698"/>
                    <a:pt x="2175" y="866"/>
                  </a:cubicBezTo>
                  <a:cubicBezTo>
                    <a:pt x="1461" y="1358"/>
                    <a:pt x="1478" y="2259"/>
                    <a:pt x="1835" y="2972"/>
                  </a:cubicBezTo>
                  <a:cubicBezTo>
                    <a:pt x="1908" y="3074"/>
                    <a:pt x="1832" y="3187"/>
                    <a:pt x="1724" y="3187"/>
                  </a:cubicBezTo>
                  <a:cubicBezTo>
                    <a:pt x="1705" y="3187"/>
                    <a:pt x="1685" y="3184"/>
                    <a:pt x="1665" y="3176"/>
                  </a:cubicBezTo>
                  <a:cubicBezTo>
                    <a:pt x="1648" y="3210"/>
                    <a:pt x="1597" y="3227"/>
                    <a:pt x="1563" y="3227"/>
                  </a:cubicBezTo>
                  <a:cubicBezTo>
                    <a:pt x="1511" y="3223"/>
                    <a:pt x="1459" y="3221"/>
                    <a:pt x="1407" y="3221"/>
                  </a:cubicBezTo>
                  <a:cubicBezTo>
                    <a:pt x="1238" y="3221"/>
                    <a:pt x="1069" y="3243"/>
                    <a:pt x="901" y="3295"/>
                  </a:cubicBezTo>
                  <a:cubicBezTo>
                    <a:pt x="119" y="3516"/>
                    <a:pt x="0" y="4077"/>
                    <a:pt x="527" y="4994"/>
                  </a:cubicBezTo>
                  <a:cubicBezTo>
                    <a:pt x="918" y="5300"/>
                    <a:pt x="1410" y="5504"/>
                    <a:pt x="1920" y="5589"/>
                  </a:cubicBezTo>
                  <a:cubicBezTo>
                    <a:pt x="2753" y="5725"/>
                    <a:pt x="3585" y="5827"/>
                    <a:pt x="4418" y="5861"/>
                  </a:cubicBezTo>
                  <a:cubicBezTo>
                    <a:pt x="4912" y="5895"/>
                    <a:pt x="5407" y="5912"/>
                    <a:pt x="5901" y="5912"/>
                  </a:cubicBezTo>
                  <a:cubicBezTo>
                    <a:pt x="7122" y="5912"/>
                    <a:pt x="8340" y="5807"/>
                    <a:pt x="9549" y="5589"/>
                  </a:cubicBezTo>
                  <a:lnTo>
                    <a:pt x="9583" y="5589"/>
                  </a:lnTo>
                  <a:cubicBezTo>
                    <a:pt x="10229" y="5589"/>
                    <a:pt x="10874" y="5147"/>
                    <a:pt x="10908" y="4468"/>
                  </a:cubicBezTo>
                  <a:cubicBezTo>
                    <a:pt x="10942" y="3963"/>
                    <a:pt x="10680" y="3786"/>
                    <a:pt x="10348" y="3786"/>
                  </a:cubicBezTo>
                  <a:cubicBezTo>
                    <a:pt x="10020" y="3786"/>
                    <a:pt x="9624" y="3959"/>
                    <a:pt x="9379" y="4162"/>
                  </a:cubicBezTo>
                  <a:cubicBezTo>
                    <a:pt x="9344" y="4190"/>
                    <a:pt x="9305" y="4202"/>
                    <a:pt x="9268" y="4202"/>
                  </a:cubicBezTo>
                  <a:cubicBezTo>
                    <a:pt x="9128" y="4202"/>
                    <a:pt x="9007" y="4028"/>
                    <a:pt x="9141" y="3907"/>
                  </a:cubicBezTo>
                  <a:cubicBezTo>
                    <a:pt x="9158" y="3890"/>
                    <a:pt x="9158" y="3873"/>
                    <a:pt x="9175" y="3873"/>
                  </a:cubicBezTo>
                  <a:cubicBezTo>
                    <a:pt x="9141" y="3805"/>
                    <a:pt x="9158" y="3720"/>
                    <a:pt x="9226" y="3686"/>
                  </a:cubicBezTo>
                  <a:cubicBezTo>
                    <a:pt x="9532" y="3533"/>
                    <a:pt x="9770" y="3244"/>
                    <a:pt x="9583" y="2904"/>
                  </a:cubicBezTo>
                  <a:cubicBezTo>
                    <a:pt x="9451" y="2640"/>
                    <a:pt x="9212" y="2554"/>
                    <a:pt x="8954" y="2554"/>
                  </a:cubicBezTo>
                  <a:cubicBezTo>
                    <a:pt x="8813" y="2554"/>
                    <a:pt x="8667" y="2580"/>
                    <a:pt x="8530" y="2616"/>
                  </a:cubicBezTo>
                  <a:cubicBezTo>
                    <a:pt x="8499" y="2651"/>
                    <a:pt x="8462" y="2665"/>
                    <a:pt x="8425" y="2665"/>
                  </a:cubicBezTo>
                  <a:cubicBezTo>
                    <a:pt x="8317" y="2665"/>
                    <a:pt x="8212" y="2542"/>
                    <a:pt x="8275" y="2429"/>
                  </a:cubicBezTo>
                  <a:cubicBezTo>
                    <a:pt x="9113" y="1031"/>
                    <a:pt x="7632" y="1"/>
                    <a:pt x="6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5"/>
            <p:cNvSpPr/>
            <p:nvPr/>
          </p:nvSpPr>
          <p:spPr>
            <a:xfrm>
              <a:off x="8024105" y="3325431"/>
              <a:ext cx="58706" cy="39765"/>
            </a:xfrm>
            <a:custGeom>
              <a:avLst/>
              <a:gdLst/>
              <a:ahLst/>
              <a:cxnLst/>
              <a:rect l="l" t="t" r="r" b="b"/>
              <a:pathLst>
                <a:path w="1435" h="972" extrusionOk="0">
                  <a:moveTo>
                    <a:pt x="942" y="0"/>
                  </a:moveTo>
                  <a:cubicBezTo>
                    <a:pt x="924" y="0"/>
                    <a:pt x="904" y="5"/>
                    <a:pt x="884" y="15"/>
                  </a:cubicBezTo>
                  <a:cubicBezTo>
                    <a:pt x="612" y="185"/>
                    <a:pt x="357" y="354"/>
                    <a:pt x="102" y="541"/>
                  </a:cubicBezTo>
                  <a:cubicBezTo>
                    <a:pt x="0" y="609"/>
                    <a:pt x="34" y="779"/>
                    <a:pt x="170" y="796"/>
                  </a:cubicBezTo>
                  <a:cubicBezTo>
                    <a:pt x="544" y="813"/>
                    <a:pt x="918" y="864"/>
                    <a:pt x="1275" y="966"/>
                  </a:cubicBezTo>
                  <a:cubicBezTo>
                    <a:pt x="1285" y="969"/>
                    <a:pt x="1294" y="971"/>
                    <a:pt x="1304" y="971"/>
                  </a:cubicBezTo>
                  <a:cubicBezTo>
                    <a:pt x="1388" y="971"/>
                    <a:pt x="1435" y="842"/>
                    <a:pt x="1343" y="796"/>
                  </a:cubicBezTo>
                  <a:cubicBezTo>
                    <a:pt x="1105" y="660"/>
                    <a:pt x="816" y="575"/>
                    <a:pt x="544" y="541"/>
                  </a:cubicBezTo>
                  <a:cubicBezTo>
                    <a:pt x="697" y="439"/>
                    <a:pt x="850" y="321"/>
                    <a:pt x="1003" y="219"/>
                  </a:cubicBezTo>
                  <a:cubicBezTo>
                    <a:pt x="1104" y="146"/>
                    <a:pt x="1045" y="0"/>
                    <a:pt x="9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5"/>
            <p:cNvSpPr/>
            <p:nvPr/>
          </p:nvSpPr>
          <p:spPr>
            <a:xfrm>
              <a:off x="7939995" y="3361309"/>
              <a:ext cx="65374" cy="45901"/>
            </a:xfrm>
            <a:custGeom>
              <a:avLst/>
              <a:gdLst/>
              <a:ahLst/>
              <a:cxnLst/>
              <a:rect l="l" t="t" r="r" b="b"/>
              <a:pathLst>
                <a:path w="1598" h="1122" extrusionOk="0">
                  <a:moveTo>
                    <a:pt x="1347" y="0"/>
                  </a:moveTo>
                  <a:cubicBezTo>
                    <a:pt x="1262" y="0"/>
                    <a:pt x="1176" y="72"/>
                    <a:pt x="1207" y="174"/>
                  </a:cubicBezTo>
                  <a:cubicBezTo>
                    <a:pt x="1292" y="463"/>
                    <a:pt x="1139" y="752"/>
                    <a:pt x="867" y="854"/>
                  </a:cubicBezTo>
                  <a:cubicBezTo>
                    <a:pt x="826" y="864"/>
                    <a:pt x="786" y="870"/>
                    <a:pt x="746" y="870"/>
                  </a:cubicBezTo>
                  <a:cubicBezTo>
                    <a:pt x="474" y="870"/>
                    <a:pt x="245" y="630"/>
                    <a:pt x="170" y="378"/>
                  </a:cubicBezTo>
                  <a:cubicBezTo>
                    <a:pt x="155" y="331"/>
                    <a:pt x="118" y="309"/>
                    <a:pt x="82" y="309"/>
                  </a:cubicBezTo>
                  <a:cubicBezTo>
                    <a:pt x="40" y="309"/>
                    <a:pt x="1" y="340"/>
                    <a:pt x="1" y="395"/>
                  </a:cubicBezTo>
                  <a:cubicBezTo>
                    <a:pt x="16" y="806"/>
                    <a:pt x="358" y="1122"/>
                    <a:pt x="760" y="1122"/>
                  </a:cubicBezTo>
                  <a:cubicBezTo>
                    <a:pt x="806" y="1122"/>
                    <a:pt x="853" y="1117"/>
                    <a:pt x="901" y="1109"/>
                  </a:cubicBezTo>
                  <a:cubicBezTo>
                    <a:pt x="1343" y="990"/>
                    <a:pt x="1598" y="548"/>
                    <a:pt x="1479" y="106"/>
                  </a:cubicBezTo>
                  <a:cubicBezTo>
                    <a:pt x="1458" y="32"/>
                    <a:pt x="1403" y="0"/>
                    <a:pt x="1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5"/>
            <p:cNvSpPr/>
            <p:nvPr/>
          </p:nvSpPr>
          <p:spPr>
            <a:xfrm>
              <a:off x="7842589" y="3327722"/>
              <a:ext cx="57151" cy="43242"/>
            </a:xfrm>
            <a:custGeom>
              <a:avLst/>
              <a:gdLst/>
              <a:ahLst/>
              <a:cxnLst/>
              <a:rect l="l" t="t" r="r" b="b"/>
              <a:pathLst>
                <a:path w="1397" h="1057" extrusionOk="0">
                  <a:moveTo>
                    <a:pt x="174" y="0"/>
                  </a:moveTo>
                  <a:cubicBezTo>
                    <a:pt x="66" y="0"/>
                    <a:pt x="1" y="139"/>
                    <a:pt x="105" y="214"/>
                  </a:cubicBezTo>
                  <a:cubicBezTo>
                    <a:pt x="377" y="417"/>
                    <a:pt x="666" y="587"/>
                    <a:pt x="971" y="757"/>
                  </a:cubicBezTo>
                  <a:cubicBezTo>
                    <a:pt x="700" y="808"/>
                    <a:pt x="428" y="842"/>
                    <a:pt x="173" y="876"/>
                  </a:cubicBezTo>
                  <a:cubicBezTo>
                    <a:pt x="71" y="893"/>
                    <a:pt x="71" y="1029"/>
                    <a:pt x="173" y="1046"/>
                  </a:cubicBezTo>
                  <a:cubicBezTo>
                    <a:pt x="249" y="1053"/>
                    <a:pt x="325" y="1056"/>
                    <a:pt x="402" y="1056"/>
                  </a:cubicBezTo>
                  <a:cubicBezTo>
                    <a:pt x="699" y="1056"/>
                    <a:pt x="997" y="1005"/>
                    <a:pt x="1294" y="910"/>
                  </a:cubicBezTo>
                  <a:cubicBezTo>
                    <a:pt x="1379" y="876"/>
                    <a:pt x="1396" y="740"/>
                    <a:pt x="1311" y="689"/>
                  </a:cubicBezTo>
                  <a:cubicBezTo>
                    <a:pt x="971" y="451"/>
                    <a:pt x="598" y="214"/>
                    <a:pt x="224" y="10"/>
                  </a:cubicBezTo>
                  <a:cubicBezTo>
                    <a:pt x="207" y="3"/>
                    <a:pt x="190" y="0"/>
                    <a:pt x="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55"/>
          <p:cNvGrpSpPr/>
          <p:nvPr/>
        </p:nvGrpSpPr>
        <p:grpSpPr>
          <a:xfrm>
            <a:off x="3801465" y="3289425"/>
            <a:ext cx="1541069" cy="1396856"/>
            <a:chOff x="3801465" y="3289425"/>
            <a:chExt cx="1541069" cy="1396856"/>
          </a:xfrm>
        </p:grpSpPr>
        <p:sp>
          <p:nvSpPr>
            <p:cNvPr id="869" name="Google Shape;869;p55"/>
            <p:cNvSpPr/>
            <p:nvPr/>
          </p:nvSpPr>
          <p:spPr>
            <a:xfrm>
              <a:off x="4723363" y="3301307"/>
              <a:ext cx="556910" cy="237785"/>
            </a:xfrm>
            <a:custGeom>
              <a:avLst/>
              <a:gdLst/>
              <a:ahLst/>
              <a:cxnLst/>
              <a:rect l="l" t="t" r="r" b="b"/>
              <a:pathLst>
                <a:path w="11249" h="4803" extrusionOk="0">
                  <a:moveTo>
                    <a:pt x="5251" y="1"/>
                  </a:moveTo>
                  <a:cubicBezTo>
                    <a:pt x="3250" y="1"/>
                    <a:pt x="1356" y="935"/>
                    <a:pt x="1" y="2407"/>
                  </a:cubicBezTo>
                  <a:cubicBezTo>
                    <a:pt x="154" y="2713"/>
                    <a:pt x="290" y="3019"/>
                    <a:pt x="426" y="3325"/>
                  </a:cubicBezTo>
                  <a:cubicBezTo>
                    <a:pt x="426" y="3308"/>
                    <a:pt x="443" y="3291"/>
                    <a:pt x="477" y="3291"/>
                  </a:cubicBezTo>
                  <a:cubicBezTo>
                    <a:pt x="1054" y="3070"/>
                    <a:pt x="1632" y="2883"/>
                    <a:pt x="2227" y="2696"/>
                  </a:cubicBezTo>
                  <a:cubicBezTo>
                    <a:pt x="2235" y="2695"/>
                    <a:pt x="2244" y="2694"/>
                    <a:pt x="2253" y="2694"/>
                  </a:cubicBezTo>
                  <a:cubicBezTo>
                    <a:pt x="2345" y="2694"/>
                    <a:pt x="2428" y="2774"/>
                    <a:pt x="2397" y="2883"/>
                  </a:cubicBezTo>
                  <a:cubicBezTo>
                    <a:pt x="2159" y="3512"/>
                    <a:pt x="1870" y="4140"/>
                    <a:pt x="1513" y="4718"/>
                  </a:cubicBezTo>
                  <a:cubicBezTo>
                    <a:pt x="1547" y="4735"/>
                    <a:pt x="1581" y="4769"/>
                    <a:pt x="1615" y="4803"/>
                  </a:cubicBezTo>
                  <a:cubicBezTo>
                    <a:pt x="2499" y="3274"/>
                    <a:pt x="4198" y="2390"/>
                    <a:pt x="5931" y="2220"/>
                  </a:cubicBezTo>
                  <a:cubicBezTo>
                    <a:pt x="6118" y="2204"/>
                    <a:pt x="6305" y="2196"/>
                    <a:pt x="6491" y="2196"/>
                  </a:cubicBezTo>
                  <a:cubicBezTo>
                    <a:pt x="8224" y="2196"/>
                    <a:pt x="9868" y="2891"/>
                    <a:pt x="11249" y="3919"/>
                  </a:cubicBezTo>
                  <a:cubicBezTo>
                    <a:pt x="10263" y="1948"/>
                    <a:pt x="8479" y="436"/>
                    <a:pt x="6254" y="79"/>
                  </a:cubicBezTo>
                  <a:cubicBezTo>
                    <a:pt x="5918" y="26"/>
                    <a:pt x="5583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5"/>
            <p:cNvSpPr/>
            <p:nvPr/>
          </p:nvSpPr>
          <p:spPr>
            <a:xfrm>
              <a:off x="4595532" y="3402799"/>
              <a:ext cx="227982" cy="236547"/>
            </a:xfrm>
            <a:custGeom>
              <a:avLst/>
              <a:gdLst/>
              <a:ahLst/>
              <a:cxnLst/>
              <a:rect l="l" t="t" r="r" b="b"/>
              <a:pathLst>
                <a:path w="4605" h="4778" extrusionOk="0">
                  <a:moveTo>
                    <a:pt x="1988" y="0"/>
                  </a:moveTo>
                  <a:cubicBezTo>
                    <a:pt x="1818" y="510"/>
                    <a:pt x="1682" y="1020"/>
                    <a:pt x="1546" y="1530"/>
                  </a:cubicBezTo>
                  <a:cubicBezTo>
                    <a:pt x="1546" y="1547"/>
                    <a:pt x="1529" y="1564"/>
                    <a:pt x="1529" y="1564"/>
                  </a:cubicBezTo>
                  <a:cubicBezTo>
                    <a:pt x="1529" y="1631"/>
                    <a:pt x="1479" y="1682"/>
                    <a:pt x="1428" y="1682"/>
                  </a:cubicBezTo>
                  <a:cubicBezTo>
                    <a:pt x="1071" y="1759"/>
                    <a:pt x="714" y="1797"/>
                    <a:pt x="357" y="1797"/>
                  </a:cubicBezTo>
                  <a:cubicBezTo>
                    <a:pt x="238" y="1797"/>
                    <a:pt x="119" y="1793"/>
                    <a:pt x="0" y="1784"/>
                  </a:cubicBezTo>
                  <a:lnTo>
                    <a:pt x="0" y="1784"/>
                  </a:lnTo>
                  <a:cubicBezTo>
                    <a:pt x="459" y="2107"/>
                    <a:pt x="918" y="2447"/>
                    <a:pt x="1360" y="2804"/>
                  </a:cubicBezTo>
                  <a:cubicBezTo>
                    <a:pt x="1377" y="2821"/>
                    <a:pt x="1394" y="2838"/>
                    <a:pt x="1394" y="2872"/>
                  </a:cubicBezTo>
                  <a:cubicBezTo>
                    <a:pt x="1445" y="2889"/>
                    <a:pt x="1462" y="2923"/>
                    <a:pt x="1462" y="2974"/>
                  </a:cubicBezTo>
                  <a:cubicBezTo>
                    <a:pt x="1428" y="3297"/>
                    <a:pt x="1377" y="3619"/>
                    <a:pt x="1343" y="3942"/>
                  </a:cubicBezTo>
                  <a:cubicBezTo>
                    <a:pt x="1326" y="4095"/>
                    <a:pt x="1309" y="4248"/>
                    <a:pt x="1292" y="4401"/>
                  </a:cubicBezTo>
                  <a:cubicBezTo>
                    <a:pt x="1292" y="4469"/>
                    <a:pt x="1275" y="4554"/>
                    <a:pt x="1275" y="4622"/>
                  </a:cubicBezTo>
                  <a:cubicBezTo>
                    <a:pt x="1224" y="4723"/>
                    <a:pt x="1230" y="4777"/>
                    <a:pt x="1278" y="4777"/>
                  </a:cubicBezTo>
                  <a:cubicBezTo>
                    <a:pt x="1295" y="4777"/>
                    <a:pt x="1317" y="4771"/>
                    <a:pt x="1343" y="4758"/>
                  </a:cubicBezTo>
                  <a:cubicBezTo>
                    <a:pt x="1345" y="4758"/>
                    <a:pt x="1347" y="4758"/>
                    <a:pt x="1349" y="4758"/>
                  </a:cubicBezTo>
                  <a:cubicBezTo>
                    <a:pt x="1523" y="4758"/>
                    <a:pt x="1905" y="4144"/>
                    <a:pt x="2022" y="3993"/>
                  </a:cubicBezTo>
                  <a:cubicBezTo>
                    <a:pt x="2209" y="3738"/>
                    <a:pt x="2413" y="3483"/>
                    <a:pt x="2634" y="3229"/>
                  </a:cubicBezTo>
                  <a:cubicBezTo>
                    <a:pt x="2656" y="3199"/>
                    <a:pt x="2692" y="3185"/>
                    <a:pt x="2729" y="3185"/>
                  </a:cubicBezTo>
                  <a:cubicBezTo>
                    <a:pt x="2776" y="3185"/>
                    <a:pt x="2826" y="3207"/>
                    <a:pt x="2855" y="3246"/>
                  </a:cubicBezTo>
                  <a:lnTo>
                    <a:pt x="2906" y="3246"/>
                  </a:lnTo>
                  <a:cubicBezTo>
                    <a:pt x="3415" y="3365"/>
                    <a:pt x="3942" y="3449"/>
                    <a:pt x="4452" y="3517"/>
                  </a:cubicBezTo>
                  <a:cubicBezTo>
                    <a:pt x="4350" y="3382"/>
                    <a:pt x="4231" y="3297"/>
                    <a:pt x="4112" y="3178"/>
                  </a:cubicBezTo>
                  <a:cubicBezTo>
                    <a:pt x="4061" y="3161"/>
                    <a:pt x="4027" y="3127"/>
                    <a:pt x="4027" y="3076"/>
                  </a:cubicBezTo>
                  <a:cubicBezTo>
                    <a:pt x="3891" y="2940"/>
                    <a:pt x="3772" y="2787"/>
                    <a:pt x="3653" y="2651"/>
                  </a:cubicBezTo>
                  <a:cubicBezTo>
                    <a:pt x="3582" y="2551"/>
                    <a:pt x="3678" y="2452"/>
                    <a:pt x="3770" y="2452"/>
                  </a:cubicBezTo>
                  <a:cubicBezTo>
                    <a:pt x="3789" y="2452"/>
                    <a:pt x="3807" y="2456"/>
                    <a:pt x="3823" y="2464"/>
                  </a:cubicBezTo>
                  <a:lnTo>
                    <a:pt x="3857" y="2481"/>
                  </a:lnTo>
                  <a:cubicBezTo>
                    <a:pt x="4129" y="2005"/>
                    <a:pt x="4384" y="1513"/>
                    <a:pt x="4605" y="1003"/>
                  </a:cubicBezTo>
                  <a:lnTo>
                    <a:pt x="4605" y="1003"/>
                  </a:lnTo>
                  <a:cubicBezTo>
                    <a:pt x="4112" y="1156"/>
                    <a:pt x="3619" y="1292"/>
                    <a:pt x="3110" y="1428"/>
                  </a:cubicBezTo>
                  <a:cubicBezTo>
                    <a:pt x="3101" y="1436"/>
                    <a:pt x="3088" y="1440"/>
                    <a:pt x="3076" y="1440"/>
                  </a:cubicBezTo>
                  <a:cubicBezTo>
                    <a:pt x="3063" y="1440"/>
                    <a:pt x="3050" y="1436"/>
                    <a:pt x="3042" y="1428"/>
                  </a:cubicBezTo>
                  <a:cubicBezTo>
                    <a:pt x="3022" y="1495"/>
                    <a:pt x="2959" y="1536"/>
                    <a:pt x="2892" y="1536"/>
                  </a:cubicBezTo>
                  <a:cubicBezTo>
                    <a:pt x="2842" y="1536"/>
                    <a:pt x="2789" y="1513"/>
                    <a:pt x="2753" y="1462"/>
                  </a:cubicBezTo>
                  <a:cubicBezTo>
                    <a:pt x="2515" y="969"/>
                    <a:pt x="2277" y="476"/>
                    <a:pt x="1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5"/>
            <p:cNvSpPr/>
            <p:nvPr/>
          </p:nvSpPr>
          <p:spPr>
            <a:xfrm>
              <a:off x="4556816" y="3289425"/>
              <a:ext cx="755583" cy="371158"/>
            </a:xfrm>
            <a:custGeom>
              <a:avLst/>
              <a:gdLst/>
              <a:ahLst/>
              <a:cxnLst/>
              <a:rect l="l" t="t" r="r" b="b"/>
              <a:pathLst>
                <a:path w="15262" h="7497" extrusionOk="0">
                  <a:moveTo>
                    <a:pt x="8616" y="241"/>
                  </a:moveTo>
                  <a:cubicBezTo>
                    <a:pt x="8948" y="241"/>
                    <a:pt x="9282" y="266"/>
                    <a:pt x="9618" y="319"/>
                  </a:cubicBezTo>
                  <a:cubicBezTo>
                    <a:pt x="11843" y="676"/>
                    <a:pt x="13627" y="2188"/>
                    <a:pt x="14613" y="4159"/>
                  </a:cubicBezTo>
                  <a:cubicBezTo>
                    <a:pt x="13232" y="3131"/>
                    <a:pt x="11588" y="2436"/>
                    <a:pt x="9868" y="2436"/>
                  </a:cubicBezTo>
                  <a:cubicBezTo>
                    <a:pt x="9683" y="2436"/>
                    <a:pt x="9498" y="2444"/>
                    <a:pt x="9312" y="2460"/>
                  </a:cubicBezTo>
                  <a:cubicBezTo>
                    <a:pt x="7579" y="2630"/>
                    <a:pt x="5880" y="3531"/>
                    <a:pt x="4979" y="5043"/>
                  </a:cubicBezTo>
                  <a:cubicBezTo>
                    <a:pt x="4945" y="5009"/>
                    <a:pt x="4911" y="4975"/>
                    <a:pt x="4894" y="4958"/>
                  </a:cubicBezTo>
                  <a:cubicBezTo>
                    <a:pt x="5234" y="4380"/>
                    <a:pt x="5540" y="3769"/>
                    <a:pt x="5761" y="3123"/>
                  </a:cubicBezTo>
                  <a:cubicBezTo>
                    <a:pt x="5790" y="3035"/>
                    <a:pt x="5718" y="2946"/>
                    <a:pt x="5631" y="2946"/>
                  </a:cubicBezTo>
                  <a:cubicBezTo>
                    <a:pt x="5618" y="2946"/>
                    <a:pt x="5604" y="2948"/>
                    <a:pt x="5591" y="2953"/>
                  </a:cubicBezTo>
                  <a:cubicBezTo>
                    <a:pt x="4996" y="3140"/>
                    <a:pt x="4418" y="3327"/>
                    <a:pt x="3841" y="3531"/>
                  </a:cubicBezTo>
                  <a:cubicBezTo>
                    <a:pt x="3824" y="3548"/>
                    <a:pt x="3790" y="3548"/>
                    <a:pt x="3790" y="3582"/>
                  </a:cubicBezTo>
                  <a:cubicBezTo>
                    <a:pt x="3671" y="3259"/>
                    <a:pt x="3518" y="2953"/>
                    <a:pt x="3365" y="2664"/>
                  </a:cubicBezTo>
                  <a:cubicBezTo>
                    <a:pt x="4721" y="1177"/>
                    <a:pt x="6614" y="241"/>
                    <a:pt x="8616" y="241"/>
                  </a:cubicBezTo>
                  <a:close/>
                  <a:moveTo>
                    <a:pt x="2770" y="2307"/>
                  </a:moveTo>
                  <a:cubicBezTo>
                    <a:pt x="3059" y="2783"/>
                    <a:pt x="3297" y="3276"/>
                    <a:pt x="3535" y="3769"/>
                  </a:cubicBezTo>
                  <a:cubicBezTo>
                    <a:pt x="3571" y="3820"/>
                    <a:pt x="3624" y="3843"/>
                    <a:pt x="3674" y="3843"/>
                  </a:cubicBezTo>
                  <a:cubicBezTo>
                    <a:pt x="3741" y="3843"/>
                    <a:pt x="3804" y="3802"/>
                    <a:pt x="3824" y="3735"/>
                  </a:cubicBezTo>
                  <a:cubicBezTo>
                    <a:pt x="3832" y="3743"/>
                    <a:pt x="3845" y="3747"/>
                    <a:pt x="3858" y="3747"/>
                  </a:cubicBezTo>
                  <a:cubicBezTo>
                    <a:pt x="3870" y="3747"/>
                    <a:pt x="3883" y="3743"/>
                    <a:pt x="3892" y="3735"/>
                  </a:cubicBezTo>
                  <a:cubicBezTo>
                    <a:pt x="4401" y="3599"/>
                    <a:pt x="4894" y="3463"/>
                    <a:pt x="5387" y="3310"/>
                  </a:cubicBezTo>
                  <a:lnTo>
                    <a:pt x="5387" y="3310"/>
                  </a:lnTo>
                  <a:cubicBezTo>
                    <a:pt x="5166" y="3820"/>
                    <a:pt x="4911" y="4312"/>
                    <a:pt x="4656" y="4788"/>
                  </a:cubicBezTo>
                  <a:lnTo>
                    <a:pt x="4622" y="4771"/>
                  </a:lnTo>
                  <a:cubicBezTo>
                    <a:pt x="4603" y="4763"/>
                    <a:pt x="4582" y="4759"/>
                    <a:pt x="4562" y="4759"/>
                  </a:cubicBezTo>
                  <a:cubicBezTo>
                    <a:pt x="4460" y="4759"/>
                    <a:pt x="4364" y="4858"/>
                    <a:pt x="4435" y="4958"/>
                  </a:cubicBezTo>
                  <a:cubicBezTo>
                    <a:pt x="4554" y="5094"/>
                    <a:pt x="4673" y="5247"/>
                    <a:pt x="4809" y="5383"/>
                  </a:cubicBezTo>
                  <a:cubicBezTo>
                    <a:pt x="4826" y="5417"/>
                    <a:pt x="4860" y="5451"/>
                    <a:pt x="4894" y="5468"/>
                  </a:cubicBezTo>
                  <a:cubicBezTo>
                    <a:pt x="5013" y="5570"/>
                    <a:pt x="5132" y="5689"/>
                    <a:pt x="5251" y="5807"/>
                  </a:cubicBezTo>
                  <a:cubicBezTo>
                    <a:pt x="4724" y="5739"/>
                    <a:pt x="4197" y="5672"/>
                    <a:pt x="3688" y="5553"/>
                  </a:cubicBezTo>
                  <a:lnTo>
                    <a:pt x="3637" y="5553"/>
                  </a:lnTo>
                  <a:cubicBezTo>
                    <a:pt x="3608" y="5514"/>
                    <a:pt x="3558" y="5492"/>
                    <a:pt x="3511" y="5492"/>
                  </a:cubicBezTo>
                  <a:cubicBezTo>
                    <a:pt x="3474" y="5492"/>
                    <a:pt x="3438" y="5506"/>
                    <a:pt x="3416" y="5536"/>
                  </a:cubicBezTo>
                  <a:cubicBezTo>
                    <a:pt x="3195" y="5790"/>
                    <a:pt x="3008" y="6045"/>
                    <a:pt x="2804" y="6300"/>
                  </a:cubicBezTo>
                  <a:cubicBezTo>
                    <a:pt x="2685" y="6453"/>
                    <a:pt x="2295" y="7065"/>
                    <a:pt x="2125" y="7065"/>
                  </a:cubicBezTo>
                  <a:cubicBezTo>
                    <a:pt x="2099" y="7078"/>
                    <a:pt x="2077" y="7084"/>
                    <a:pt x="2060" y="7084"/>
                  </a:cubicBezTo>
                  <a:cubicBezTo>
                    <a:pt x="2012" y="7084"/>
                    <a:pt x="2006" y="7030"/>
                    <a:pt x="2057" y="6929"/>
                  </a:cubicBezTo>
                  <a:cubicBezTo>
                    <a:pt x="2057" y="6861"/>
                    <a:pt x="2074" y="6776"/>
                    <a:pt x="2074" y="6708"/>
                  </a:cubicBezTo>
                  <a:cubicBezTo>
                    <a:pt x="2091" y="6555"/>
                    <a:pt x="2108" y="6402"/>
                    <a:pt x="2125" y="6249"/>
                  </a:cubicBezTo>
                  <a:cubicBezTo>
                    <a:pt x="2159" y="5926"/>
                    <a:pt x="2210" y="5604"/>
                    <a:pt x="2244" y="5281"/>
                  </a:cubicBezTo>
                  <a:cubicBezTo>
                    <a:pt x="2244" y="5230"/>
                    <a:pt x="2227" y="5196"/>
                    <a:pt x="2176" y="5179"/>
                  </a:cubicBezTo>
                  <a:cubicBezTo>
                    <a:pt x="2176" y="5145"/>
                    <a:pt x="2159" y="5128"/>
                    <a:pt x="2142" y="5111"/>
                  </a:cubicBezTo>
                  <a:cubicBezTo>
                    <a:pt x="1700" y="4754"/>
                    <a:pt x="1241" y="4414"/>
                    <a:pt x="782" y="4091"/>
                  </a:cubicBezTo>
                  <a:lnTo>
                    <a:pt x="782" y="4091"/>
                  </a:lnTo>
                  <a:cubicBezTo>
                    <a:pt x="901" y="4100"/>
                    <a:pt x="1020" y="4104"/>
                    <a:pt x="1139" y="4104"/>
                  </a:cubicBezTo>
                  <a:cubicBezTo>
                    <a:pt x="1496" y="4104"/>
                    <a:pt x="1853" y="4066"/>
                    <a:pt x="2210" y="3989"/>
                  </a:cubicBezTo>
                  <a:cubicBezTo>
                    <a:pt x="2261" y="3989"/>
                    <a:pt x="2311" y="3938"/>
                    <a:pt x="2311" y="3871"/>
                  </a:cubicBezTo>
                  <a:cubicBezTo>
                    <a:pt x="2311" y="3871"/>
                    <a:pt x="2328" y="3854"/>
                    <a:pt x="2328" y="3837"/>
                  </a:cubicBezTo>
                  <a:cubicBezTo>
                    <a:pt x="2464" y="3327"/>
                    <a:pt x="2600" y="2817"/>
                    <a:pt x="2770" y="2307"/>
                  </a:cubicBezTo>
                  <a:close/>
                  <a:moveTo>
                    <a:pt x="8469" y="1"/>
                  </a:moveTo>
                  <a:cubicBezTo>
                    <a:pt x="6533" y="1"/>
                    <a:pt x="4593" y="780"/>
                    <a:pt x="3229" y="2443"/>
                  </a:cubicBezTo>
                  <a:cubicBezTo>
                    <a:pt x="3127" y="2239"/>
                    <a:pt x="3008" y="2036"/>
                    <a:pt x="2872" y="1849"/>
                  </a:cubicBezTo>
                  <a:cubicBezTo>
                    <a:pt x="2843" y="1797"/>
                    <a:pt x="2792" y="1775"/>
                    <a:pt x="2740" y="1775"/>
                  </a:cubicBezTo>
                  <a:cubicBezTo>
                    <a:pt x="2672" y="1775"/>
                    <a:pt x="2603" y="1815"/>
                    <a:pt x="2583" y="1883"/>
                  </a:cubicBezTo>
                  <a:cubicBezTo>
                    <a:pt x="2328" y="2460"/>
                    <a:pt x="2176" y="3072"/>
                    <a:pt x="2125" y="3701"/>
                  </a:cubicBezTo>
                  <a:cubicBezTo>
                    <a:pt x="1964" y="3683"/>
                    <a:pt x="1802" y="3677"/>
                    <a:pt x="1640" y="3677"/>
                  </a:cubicBezTo>
                  <a:cubicBezTo>
                    <a:pt x="1217" y="3677"/>
                    <a:pt x="791" y="3720"/>
                    <a:pt x="371" y="3720"/>
                  </a:cubicBezTo>
                  <a:cubicBezTo>
                    <a:pt x="321" y="3720"/>
                    <a:pt x="271" y="3719"/>
                    <a:pt x="222" y="3718"/>
                  </a:cubicBezTo>
                  <a:cubicBezTo>
                    <a:pt x="69" y="3718"/>
                    <a:pt x="1" y="3938"/>
                    <a:pt x="137" y="4023"/>
                  </a:cubicBezTo>
                  <a:cubicBezTo>
                    <a:pt x="748" y="4448"/>
                    <a:pt x="1360" y="4856"/>
                    <a:pt x="1989" y="5247"/>
                  </a:cubicBezTo>
                  <a:cubicBezTo>
                    <a:pt x="1870" y="5722"/>
                    <a:pt x="1785" y="6198"/>
                    <a:pt x="1734" y="6691"/>
                  </a:cubicBezTo>
                  <a:cubicBezTo>
                    <a:pt x="1717" y="6929"/>
                    <a:pt x="1615" y="7320"/>
                    <a:pt x="1887" y="7456"/>
                  </a:cubicBezTo>
                  <a:cubicBezTo>
                    <a:pt x="1938" y="7484"/>
                    <a:pt x="1987" y="7496"/>
                    <a:pt x="2036" y="7496"/>
                  </a:cubicBezTo>
                  <a:cubicBezTo>
                    <a:pt x="2280" y="7496"/>
                    <a:pt x="2490" y="7187"/>
                    <a:pt x="2617" y="7031"/>
                  </a:cubicBezTo>
                  <a:cubicBezTo>
                    <a:pt x="2957" y="6606"/>
                    <a:pt x="3297" y="6181"/>
                    <a:pt x="3620" y="5756"/>
                  </a:cubicBezTo>
                  <a:cubicBezTo>
                    <a:pt x="4265" y="5977"/>
                    <a:pt x="4945" y="6113"/>
                    <a:pt x="5625" y="6147"/>
                  </a:cubicBezTo>
                  <a:cubicBezTo>
                    <a:pt x="5631" y="6148"/>
                    <a:pt x="5636" y="6148"/>
                    <a:pt x="5642" y="6148"/>
                  </a:cubicBezTo>
                  <a:cubicBezTo>
                    <a:pt x="5765" y="6148"/>
                    <a:pt x="5808" y="5974"/>
                    <a:pt x="5727" y="5892"/>
                  </a:cubicBezTo>
                  <a:cubicBezTo>
                    <a:pt x="5557" y="5672"/>
                    <a:pt x="5353" y="5417"/>
                    <a:pt x="5149" y="5213"/>
                  </a:cubicBezTo>
                  <a:cubicBezTo>
                    <a:pt x="6360" y="3553"/>
                    <a:pt x="8066" y="2826"/>
                    <a:pt x="9834" y="2826"/>
                  </a:cubicBezTo>
                  <a:cubicBezTo>
                    <a:pt x="11612" y="2826"/>
                    <a:pt x="13453" y="3561"/>
                    <a:pt x="14919" y="4822"/>
                  </a:cubicBezTo>
                  <a:cubicBezTo>
                    <a:pt x="14949" y="4846"/>
                    <a:pt x="14983" y="4856"/>
                    <a:pt x="15015" y="4856"/>
                  </a:cubicBezTo>
                  <a:cubicBezTo>
                    <a:pt x="15145" y="4856"/>
                    <a:pt x="15262" y="4693"/>
                    <a:pt x="15139" y="4584"/>
                  </a:cubicBezTo>
                  <a:lnTo>
                    <a:pt x="15089" y="4550"/>
                  </a:lnTo>
                  <a:cubicBezTo>
                    <a:pt x="14045" y="1621"/>
                    <a:pt x="11260" y="1"/>
                    <a:pt x="846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5"/>
            <p:cNvSpPr/>
            <p:nvPr/>
          </p:nvSpPr>
          <p:spPr>
            <a:xfrm>
              <a:off x="4936200" y="3791785"/>
              <a:ext cx="391208" cy="542355"/>
            </a:xfrm>
            <a:custGeom>
              <a:avLst/>
              <a:gdLst/>
              <a:ahLst/>
              <a:cxnLst/>
              <a:rect l="l" t="t" r="r" b="b"/>
              <a:pathLst>
                <a:path w="7902" h="10955" extrusionOk="0">
                  <a:moveTo>
                    <a:pt x="2596" y="1"/>
                  </a:moveTo>
                  <a:cubicBezTo>
                    <a:pt x="2544" y="1"/>
                    <a:pt x="2494" y="4"/>
                    <a:pt x="2447" y="10"/>
                  </a:cubicBezTo>
                  <a:cubicBezTo>
                    <a:pt x="2005" y="78"/>
                    <a:pt x="1598" y="265"/>
                    <a:pt x="1275" y="571"/>
                  </a:cubicBezTo>
                  <a:cubicBezTo>
                    <a:pt x="918" y="877"/>
                    <a:pt x="1" y="1981"/>
                    <a:pt x="153" y="2576"/>
                  </a:cubicBezTo>
                  <a:cubicBezTo>
                    <a:pt x="374" y="2678"/>
                    <a:pt x="595" y="2813"/>
                    <a:pt x="816" y="2966"/>
                  </a:cubicBezTo>
                  <a:cubicBezTo>
                    <a:pt x="944" y="2855"/>
                    <a:pt x="1106" y="2812"/>
                    <a:pt x="1279" y="2812"/>
                  </a:cubicBezTo>
                  <a:cubicBezTo>
                    <a:pt x="1637" y="2812"/>
                    <a:pt x="2043" y="2999"/>
                    <a:pt x="2294" y="3170"/>
                  </a:cubicBezTo>
                  <a:cubicBezTo>
                    <a:pt x="2668" y="3476"/>
                    <a:pt x="2974" y="3867"/>
                    <a:pt x="3161" y="4309"/>
                  </a:cubicBezTo>
                  <a:cubicBezTo>
                    <a:pt x="3280" y="4564"/>
                    <a:pt x="3365" y="4835"/>
                    <a:pt x="3467" y="5107"/>
                  </a:cubicBezTo>
                  <a:lnTo>
                    <a:pt x="3637" y="5651"/>
                  </a:lnTo>
                  <a:cubicBezTo>
                    <a:pt x="3686" y="5900"/>
                    <a:pt x="3846" y="6021"/>
                    <a:pt x="4102" y="6021"/>
                  </a:cubicBezTo>
                  <a:cubicBezTo>
                    <a:pt x="4195" y="6021"/>
                    <a:pt x="4300" y="6005"/>
                    <a:pt x="4418" y="5974"/>
                  </a:cubicBezTo>
                  <a:cubicBezTo>
                    <a:pt x="4418" y="5957"/>
                    <a:pt x="4418" y="5940"/>
                    <a:pt x="4418" y="5940"/>
                  </a:cubicBezTo>
                  <a:cubicBezTo>
                    <a:pt x="4441" y="5842"/>
                    <a:pt x="4517" y="5797"/>
                    <a:pt x="4591" y="5797"/>
                  </a:cubicBezTo>
                  <a:cubicBezTo>
                    <a:pt x="4685" y="5797"/>
                    <a:pt x="4777" y="5868"/>
                    <a:pt x="4758" y="5991"/>
                  </a:cubicBezTo>
                  <a:cubicBezTo>
                    <a:pt x="4520" y="7367"/>
                    <a:pt x="4044" y="9355"/>
                    <a:pt x="5047" y="10510"/>
                  </a:cubicBezTo>
                  <a:cubicBezTo>
                    <a:pt x="5317" y="10824"/>
                    <a:pt x="5608" y="10954"/>
                    <a:pt x="5890" y="10954"/>
                  </a:cubicBezTo>
                  <a:cubicBezTo>
                    <a:pt x="6583" y="10954"/>
                    <a:pt x="7220" y="10167"/>
                    <a:pt x="7341" y="9406"/>
                  </a:cubicBezTo>
                  <a:cubicBezTo>
                    <a:pt x="7527" y="8386"/>
                    <a:pt x="7120" y="7384"/>
                    <a:pt x="6134" y="6959"/>
                  </a:cubicBezTo>
                  <a:cubicBezTo>
                    <a:pt x="6119" y="6963"/>
                    <a:pt x="6105" y="6964"/>
                    <a:pt x="6091" y="6964"/>
                  </a:cubicBezTo>
                  <a:cubicBezTo>
                    <a:pt x="5912" y="6964"/>
                    <a:pt x="5911" y="6668"/>
                    <a:pt x="6100" y="6636"/>
                  </a:cubicBezTo>
                  <a:cubicBezTo>
                    <a:pt x="7901" y="6229"/>
                    <a:pt x="7561" y="4037"/>
                    <a:pt x="6780" y="2915"/>
                  </a:cubicBezTo>
                  <a:cubicBezTo>
                    <a:pt x="6120" y="1983"/>
                    <a:pt x="5080" y="1552"/>
                    <a:pt x="3977" y="1552"/>
                  </a:cubicBezTo>
                  <a:cubicBezTo>
                    <a:pt x="3914" y="1552"/>
                    <a:pt x="3852" y="1553"/>
                    <a:pt x="3790" y="1556"/>
                  </a:cubicBezTo>
                  <a:cubicBezTo>
                    <a:pt x="3760" y="1586"/>
                    <a:pt x="3726" y="1599"/>
                    <a:pt x="3694" y="1599"/>
                  </a:cubicBezTo>
                  <a:cubicBezTo>
                    <a:pt x="3579" y="1599"/>
                    <a:pt x="3476" y="1441"/>
                    <a:pt x="3569" y="1335"/>
                  </a:cubicBezTo>
                  <a:cubicBezTo>
                    <a:pt x="4309" y="500"/>
                    <a:pt x="3266" y="1"/>
                    <a:pt x="25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5"/>
            <p:cNvSpPr/>
            <p:nvPr/>
          </p:nvSpPr>
          <p:spPr>
            <a:xfrm>
              <a:off x="4162333" y="3584643"/>
              <a:ext cx="357543" cy="331304"/>
            </a:xfrm>
            <a:custGeom>
              <a:avLst/>
              <a:gdLst/>
              <a:ahLst/>
              <a:cxnLst/>
              <a:rect l="l" t="t" r="r" b="b"/>
              <a:pathLst>
                <a:path w="7222" h="6692" extrusionOk="0">
                  <a:moveTo>
                    <a:pt x="2128" y="0"/>
                  </a:moveTo>
                  <a:cubicBezTo>
                    <a:pt x="1601" y="0"/>
                    <a:pt x="1059" y="295"/>
                    <a:pt x="578" y="490"/>
                  </a:cubicBezTo>
                  <a:cubicBezTo>
                    <a:pt x="566" y="493"/>
                    <a:pt x="554" y="495"/>
                    <a:pt x="543" y="495"/>
                  </a:cubicBezTo>
                  <a:cubicBezTo>
                    <a:pt x="493" y="495"/>
                    <a:pt x="459" y="464"/>
                    <a:pt x="459" y="422"/>
                  </a:cubicBezTo>
                  <a:lnTo>
                    <a:pt x="425" y="422"/>
                  </a:lnTo>
                  <a:lnTo>
                    <a:pt x="425" y="490"/>
                  </a:lnTo>
                  <a:cubicBezTo>
                    <a:pt x="391" y="881"/>
                    <a:pt x="238" y="1255"/>
                    <a:pt x="0" y="1560"/>
                  </a:cubicBezTo>
                  <a:cubicBezTo>
                    <a:pt x="17" y="1560"/>
                    <a:pt x="51" y="1577"/>
                    <a:pt x="68" y="1611"/>
                  </a:cubicBezTo>
                  <a:cubicBezTo>
                    <a:pt x="1037" y="2869"/>
                    <a:pt x="1784" y="4381"/>
                    <a:pt x="2973" y="5451"/>
                  </a:cubicBezTo>
                  <a:cubicBezTo>
                    <a:pt x="3806" y="6165"/>
                    <a:pt x="4859" y="6607"/>
                    <a:pt x="5964" y="6692"/>
                  </a:cubicBezTo>
                  <a:cubicBezTo>
                    <a:pt x="5964" y="6692"/>
                    <a:pt x="5981" y="6675"/>
                    <a:pt x="5998" y="6658"/>
                  </a:cubicBezTo>
                  <a:cubicBezTo>
                    <a:pt x="6542" y="6318"/>
                    <a:pt x="7221" y="5604"/>
                    <a:pt x="6576" y="4993"/>
                  </a:cubicBezTo>
                  <a:cubicBezTo>
                    <a:pt x="6277" y="4703"/>
                    <a:pt x="5870" y="4604"/>
                    <a:pt x="5455" y="4604"/>
                  </a:cubicBezTo>
                  <a:cubicBezTo>
                    <a:pt x="5114" y="4604"/>
                    <a:pt x="4767" y="4671"/>
                    <a:pt x="4469" y="4755"/>
                  </a:cubicBezTo>
                  <a:cubicBezTo>
                    <a:pt x="4455" y="4762"/>
                    <a:pt x="4441" y="4766"/>
                    <a:pt x="4426" y="4766"/>
                  </a:cubicBezTo>
                  <a:cubicBezTo>
                    <a:pt x="4407" y="4766"/>
                    <a:pt x="4387" y="4758"/>
                    <a:pt x="4367" y="4738"/>
                  </a:cubicBezTo>
                  <a:cubicBezTo>
                    <a:pt x="4350" y="4755"/>
                    <a:pt x="4350" y="4755"/>
                    <a:pt x="4333" y="4755"/>
                  </a:cubicBezTo>
                  <a:cubicBezTo>
                    <a:pt x="4306" y="4768"/>
                    <a:pt x="4280" y="4774"/>
                    <a:pt x="4256" y="4774"/>
                  </a:cubicBezTo>
                  <a:cubicBezTo>
                    <a:pt x="4103" y="4774"/>
                    <a:pt x="4037" y="4520"/>
                    <a:pt x="4214" y="4432"/>
                  </a:cubicBezTo>
                  <a:cubicBezTo>
                    <a:pt x="4588" y="4262"/>
                    <a:pt x="5097" y="4041"/>
                    <a:pt x="5250" y="3599"/>
                  </a:cubicBezTo>
                  <a:cubicBezTo>
                    <a:pt x="5437" y="3039"/>
                    <a:pt x="4995" y="2563"/>
                    <a:pt x="4503" y="2325"/>
                  </a:cubicBezTo>
                  <a:cubicBezTo>
                    <a:pt x="4138" y="2148"/>
                    <a:pt x="3738" y="2057"/>
                    <a:pt x="3335" y="2057"/>
                  </a:cubicBezTo>
                  <a:cubicBezTo>
                    <a:pt x="3006" y="2057"/>
                    <a:pt x="2675" y="2118"/>
                    <a:pt x="2362" y="2240"/>
                  </a:cubicBezTo>
                  <a:lnTo>
                    <a:pt x="2311" y="2240"/>
                  </a:lnTo>
                  <a:cubicBezTo>
                    <a:pt x="2294" y="2245"/>
                    <a:pt x="2278" y="2247"/>
                    <a:pt x="2263" y="2247"/>
                  </a:cubicBezTo>
                  <a:cubicBezTo>
                    <a:pt x="2108" y="2247"/>
                    <a:pt x="2037" y="2030"/>
                    <a:pt x="2192" y="1968"/>
                  </a:cubicBezTo>
                  <a:cubicBezTo>
                    <a:pt x="2872" y="1679"/>
                    <a:pt x="3755" y="915"/>
                    <a:pt x="2872" y="252"/>
                  </a:cubicBezTo>
                  <a:cubicBezTo>
                    <a:pt x="2633" y="69"/>
                    <a:pt x="2383" y="0"/>
                    <a:pt x="2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5"/>
            <p:cNvSpPr/>
            <p:nvPr/>
          </p:nvSpPr>
          <p:spPr>
            <a:xfrm>
              <a:off x="3835082" y="3571424"/>
              <a:ext cx="254072" cy="139116"/>
            </a:xfrm>
            <a:custGeom>
              <a:avLst/>
              <a:gdLst/>
              <a:ahLst/>
              <a:cxnLst/>
              <a:rect l="l" t="t" r="r" b="b"/>
              <a:pathLst>
                <a:path w="5132" h="2810" extrusionOk="0">
                  <a:moveTo>
                    <a:pt x="2787" y="1"/>
                  </a:moveTo>
                  <a:cubicBezTo>
                    <a:pt x="2602" y="1"/>
                    <a:pt x="2426" y="89"/>
                    <a:pt x="2328" y="247"/>
                  </a:cubicBezTo>
                  <a:cubicBezTo>
                    <a:pt x="2226" y="434"/>
                    <a:pt x="2260" y="655"/>
                    <a:pt x="2413" y="808"/>
                  </a:cubicBezTo>
                  <a:cubicBezTo>
                    <a:pt x="2470" y="850"/>
                    <a:pt x="2433" y="939"/>
                    <a:pt x="2370" y="939"/>
                  </a:cubicBezTo>
                  <a:cubicBezTo>
                    <a:pt x="2357" y="939"/>
                    <a:pt x="2343" y="936"/>
                    <a:pt x="2328" y="927"/>
                  </a:cubicBezTo>
                  <a:cubicBezTo>
                    <a:pt x="2311" y="927"/>
                    <a:pt x="2311" y="910"/>
                    <a:pt x="2294" y="910"/>
                  </a:cubicBezTo>
                  <a:lnTo>
                    <a:pt x="2294" y="910"/>
                  </a:lnTo>
                  <a:cubicBezTo>
                    <a:pt x="2311" y="927"/>
                    <a:pt x="2345" y="944"/>
                    <a:pt x="2362" y="961"/>
                  </a:cubicBezTo>
                  <a:cubicBezTo>
                    <a:pt x="2421" y="1005"/>
                    <a:pt x="2379" y="1087"/>
                    <a:pt x="2322" y="1087"/>
                  </a:cubicBezTo>
                  <a:cubicBezTo>
                    <a:pt x="2313" y="1087"/>
                    <a:pt x="2304" y="1085"/>
                    <a:pt x="2294" y="1080"/>
                  </a:cubicBezTo>
                  <a:cubicBezTo>
                    <a:pt x="2069" y="939"/>
                    <a:pt x="1812" y="865"/>
                    <a:pt x="1556" y="865"/>
                  </a:cubicBezTo>
                  <a:cubicBezTo>
                    <a:pt x="1349" y="865"/>
                    <a:pt x="1142" y="913"/>
                    <a:pt x="952" y="1012"/>
                  </a:cubicBezTo>
                  <a:cubicBezTo>
                    <a:pt x="1" y="1505"/>
                    <a:pt x="1037" y="2660"/>
                    <a:pt x="1632" y="2779"/>
                  </a:cubicBezTo>
                  <a:cubicBezTo>
                    <a:pt x="1773" y="2800"/>
                    <a:pt x="1915" y="2810"/>
                    <a:pt x="2056" y="2810"/>
                  </a:cubicBezTo>
                  <a:cubicBezTo>
                    <a:pt x="2613" y="2810"/>
                    <a:pt x="3163" y="2652"/>
                    <a:pt x="3637" y="2354"/>
                  </a:cubicBezTo>
                  <a:cubicBezTo>
                    <a:pt x="4039" y="2077"/>
                    <a:pt x="4351" y="1697"/>
                    <a:pt x="4804" y="1697"/>
                  </a:cubicBezTo>
                  <a:cubicBezTo>
                    <a:pt x="4905" y="1697"/>
                    <a:pt x="5014" y="1716"/>
                    <a:pt x="5132" y="1760"/>
                  </a:cubicBezTo>
                  <a:cubicBezTo>
                    <a:pt x="5081" y="1471"/>
                    <a:pt x="4962" y="1199"/>
                    <a:pt x="4809" y="961"/>
                  </a:cubicBezTo>
                  <a:cubicBezTo>
                    <a:pt x="4707" y="825"/>
                    <a:pt x="4588" y="740"/>
                    <a:pt x="4435" y="672"/>
                  </a:cubicBezTo>
                  <a:cubicBezTo>
                    <a:pt x="4389" y="655"/>
                    <a:pt x="4317" y="641"/>
                    <a:pt x="4242" y="641"/>
                  </a:cubicBezTo>
                  <a:cubicBezTo>
                    <a:pt x="4099" y="641"/>
                    <a:pt x="3948" y="691"/>
                    <a:pt x="3960" y="859"/>
                  </a:cubicBezTo>
                  <a:cubicBezTo>
                    <a:pt x="3960" y="893"/>
                    <a:pt x="3926" y="927"/>
                    <a:pt x="3892" y="927"/>
                  </a:cubicBezTo>
                  <a:lnTo>
                    <a:pt x="3892" y="1029"/>
                  </a:lnTo>
                  <a:cubicBezTo>
                    <a:pt x="3902" y="1100"/>
                    <a:pt x="3846" y="1140"/>
                    <a:pt x="3788" y="1140"/>
                  </a:cubicBezTo>
                  <a:cubicBezTo>
                    <a:pt x="3749" y="1140"/>
                    <a:pt x="3708" y="1121"/>
                    <a:pt x="3688" y="1080"/>
                  </a:cubicBezTo>
                  <a:cubicBezTo>
                    <a:pt x="3552" y="672"/>
                    <a:pt x="3467" y="213"/>
                    <a:pt x="3008" y="43"/>
                  </a:cubicBezTo>
                  <a:cubicBezTo>
                    <a:pt x="2936" y="15"/>
                    <a:pt x="2861" y="1"/>
                    <a:pt x="2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5"/>
            <p:cNvSpPr/>
            <p:nvPr/>
          </p:nvSpPr>
          <p:spPr>
            <a:xfrm>
              <a:off x="3872114" y="4198545"/>
              <a:ext cx="42081" cy="52181"/>
            </a:xfrm>
            <a:custGeom>
              <a:avLst/>
              <a:gdLst/>
              <a:ahLst/>
              <a:cxnLst/>
              <a:rect l="l" t="t" r="r" b="b"/>
              <a:pathLst>
                <a:path w="850" h="1054" extrusionOk="0">
                  <a:moveTo>
                    <a:pt x="561" y="1"/>
                  </a:moveTo>
                  <a:cubicBezTo>
                    <a:pt x="374" y="51"/>
                    <a:pt x="187" y="102"/>
                    <a:pt x="0" y="153"/>
                  </a:cubicBezTo>
                  <a:cubicBezTo>
                    <a:pt x="136" y="442"/>
                    <a:pt x="238" y="748"/>
                    <a:pt x="306" y="1054"/>
                  </a:cubicBezTo>
                  <a:cubicBezTo>
                    <a:pt x="476" y="969"/>
                    <a:pt x="663" y="884"/>
                    <a:pt x="850" y="816"/>
                  </a:cubicBezTo>
                  <a:cubicBezTo>
                    <a:pt x="697" y="578"/>
                    <a:pt x="595" y="289"/>
                    <a:pt x="561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5"/>
            <p:cNvSpPr/>
            <p:nvPr/>
          </p:nvSpPr>
          <p:spPr>
            <a:xfrm>
              <a:off x="4008361" y="3430573"/>
              <a:ext cx="57280" cy="171643"/>
            </a:xfrm>
            <a:custGeom>
              <a:avLst/>
              <a:gdLst/>
              <a:ahLst/>
              <a:cxnLst/>
              <a:rect l="l" t="t" r="r" b="b"/>
              <a:pathLst>
                <a:path w="1157" h="3467" extrusionOk="0">
                  <a:moveTo>
                    <a:pt x="1" y="0"/>
                  </a:moveTo>
                  <a:cubicBezTo>
                    <a:pt x="18" y="1020"/>
                    <a:pt x="69" y="2039"/>
                    <a:pt x="69" y="3041"/>
                  </a:cubicBezTo>
                  <a:cubicBezTo>
                    <a:pt x="171" y="3160"/>
                    <a:pt x="239" y="3313"/>
                    <a:pt x="307" y="3466"/>
                  </a:cubicBezTo>
                  <a:cubicBezTo>
                    <a:pt x="383" y="3327"/>
                    <a:pt x="619" y="3254"/>
                    <a:pt x="819" y="3254"/>
                  </a:cubicBezTo>
                  <a:cubicBezTo>
                    <a:pt x="888" y="3254"/>
                    <a:pt x="951" y="3262"/>
                    <a:pt x="1003" y="3279"/>
                  </a:cubicBezTo>
                  <a:cubicBezTo>
                    <a:pt x="1054" y="3313"/>
                    <a:pt x="1105" y="3330"/>
                    <a:pt x="1156" y="3364"/>
                  </a:cubicBezTo>
                  <a:cubicBezTo>
                    <a:pt x="612" y="2311"/>
                    <a:pt x="477" y="1104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5"/>
            <p:cNvSpPr/>
            <p:nvPr/>
          </p:nvSpPr>
          <p:spPr>
            <a:xfrm>
              <a:off x="3836765" y="3714008"/>
              <a:ext cx="155652" cy="206991"/>
            </a:xfrm>
            <a:custGeom>
              <a:avLst/>
              <a:gdLst/>
              <a:ahLst/>
              <a:cxnLst/>
              <a:rect l="l" t="t" r="r" b="b"/>
              <a:pathLst>
                <a:path w="3144" h="4181" extrusionOk="0">
                  <a:moveTo>
                    <a:pt x="1885" y="653"/>
                  </a:moveTo>
                  <a:cubicBezTo>
                    <a:pt x="1955" y="653"/>
                    <a:pt x="2026" y="667"/>
                    <a:pt x="2091" y="698"/>
                  </a:cubicBezTo>
                  <a:cubicBezTo>
                    <a:pt x="2481" y="884"/>
                    <a:pt x="2413" y="1428"/>
                    <a:pt x="2159" y="1683"/>
                  </a:cubicBezTo>
                  <a:cubicBezTo>
                    <a:pt x="2134" y="1703"/>
                    <a:pt x="2109" y="1712"/>
                    <a:pt x="2085" y="1712"/>
                  </a:cubicBezTo>
                  <a:cubicBezTo>
                    <a:pt x="2009" y="1712"/>
                    <a:pt x="1950" y="1625"/>
                    <a:pt x="1989" y="1547"/>
                  </a:cubicBezTo>
                  <a:cubicBezTo>
                    <a:pt x="2023" y="1462"/>
                    <a:pt x="2040" y="1394"/>
                    <a:pt x="2074" y="1326"/>
                  </a:cubicBezTo>
                  <a:lnTo>
                    <a:pt x="2074" y="1326"/>
                  </a:lnTo>
                  <a:cubicBezTo>
                    <a:pt x="2023" y="1377"/>
                    <a:pt x="1955" y="1428"/>
                    <a:pt x="1870" y="1445"/>
                  </a:cubicBezTo>
                  <a:cubicBezTo>
                    <a:pt x="1848" y="1450"/>
                    <a:pt x="1825" y="1452"/>
                    <a:pt x="1803" y="1452"/>
                  </a:cubicBezTo>
                  <a:cubicBezTo>
                    <a:pt x="1654" y="1452"/>
                    <a:pt x="1506" y="1355"/>
                    <a:pt x="1462" y="1207"/>
                  </a:cubicBezTo>
                  <a:cubicBezTo>
                    <a:pt x="1326" y="881"/>
                    <a:pt x="1603" y="653"/>
                    <a:pt x="1885" y="653"/>
                  </a:cubicBezTo>
                  <a:close/>
                  <a:moveTo>
                    <a:pt x="901" y="1"/>
                  </a:moveTo>
                  <a:cubicBezTo>
                    <a:pt x="137" y="596"/>
                    <a:pt x="1" y="1938"/>
                    <a:pt x="290" y="2804"/>
                  </a:cubicBezTo>
                  <a:cubicBezTo>
                    <a:pt x="578" y="3722"/>
                    <a:pt x="1615" y="4028"/>
                    <a:pt x="2498" y="4181"/>
                  </a:cubicBezTo>
                  <a:cubicBezTo>
                    <a:pt x="3144" y="2889"/>
                    <a:pt x="3093" y="1530"/>
                    <a:pt x="2566" y="205"/>
                  </a:cubicBezTo>
                  <a:lnTo>
                    <a:pt x="2566" y="205"/>
                  </a:lnTo>
                  <a:cubicBezTo>
                    <a:pt x="2413" y="222"/>
                    <a:pt x="2277" y="239"/>
                    <a:pt x="2142" y="239"/>
                  </a:cubicBezTo>
                  <a:cubicBezTo>
                    <a:pt x="2080" y="244"/>
                    <a:pt x="2019" y="246"/>
                    <a:pt x="1958" y="246"/>
                  </a:cubicBezTo>
                  <a:cubicBezTo>
                    <a:pt x="1595" y="246"/>
                    <a:pt x="1236" y="161"/>
                    <a:pt x="901" y="1"/>
                  </a:cubicBezTo>
                  <a:close/>
                </a:path>
              </a:pathLst>
            </a:custGeom>
            <a:solidFill>
              <a:srgbClr val="EE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5"/>
            <p:cNvSpPr/>
            <p:nvPr/>
          </p:nvSpPr>
          <p:spPr>
            <a:xfrm>
              <a:off x="3801465" y="3393887"/>
              <a:ext cx="1541069" cy="1292393"/>
            </a:xfrm>
            <a:custGeom>
              <a:avLst/>
              <a:gdLst/>
              <a:ahLst/>
              <a:cxnLst/>
              <a:rect l="l" t="t" r="r" b="b"/>
              <a:pathLst>
                <a:path w="31128" h="26105" extrusionOk="0">
                  <a:moveTo>
                    <a:pt x="4180" y="741"/>
                  </a:moveTo>
                  <a:lnTo>
                    <a:pt x="4180" y="741"/>
                  </a:lnTo>
                  <a:cubicBezTo>
                    <a:pt x="4656" y="1828"/>
                    <a:pt x="4791" y="3035"/>
                    <a:pt x="5335" y="4105"/>
                  </a:cubicBezTo>
                  <a:cubicBezTo>
                    <a:pt x="5284" y="4071"/>
                    <a:pt x="5233" y="4054"/>
                    <a:pt x="5182" y="4037"/>
                  </a:cubicBezTo>
                  <a:cubicBezTo>
                    <a:pt x="5125" y="4018"/>
                    <a:pt x="5055" y="4009"/>
                    <a:pt x="4980" y="4009"/>
                  </a:cubicBezTo>
                  <a:cubicBezTo>
                    <a:pt x="4789" y="4009"/>
                    <a:pt x="4571" y="4073"/>
                    <a:pt x="4486" y="4207"/>
                  </a:cubicBezTo>
                  <a:cubicBezTo>
                    <a:pt x="4435" y="4054"/>
                    <a:pt x="4350" y="3901"/>
                    <a:pt x="4248" y="3782"/>
                  </a:cubicBezTo>
                  <a:cubicBezTo>
                    <a:pt x="4248" y="2763"/>
                    <a:pt x="4180" y="1761"/>
                    <a:pt x="4180" y="741"/>
                  </a:cubicBezTo>
                  <a:close/>
                  <a:moveTo>
                    <a:pt x="1597" y="6467"/>
                  </a:moveTo>
                  <a:cubicBezTo>
                    <a:pt x="1932" y="6627"/>
                    <a:pt x="2291" y="6712"/>
                    <a:pt x="2664" y="6712"/>
                  </a:cubicBezTo>
                  <a:cubicBezTo>
                    <a:pt x="2727" y="6712"/>
                    <a:pt x="2791" y="6710"/>
                    <a:pt x="2855" y="6705"/>
                  </a:cubicBezTo>
                  <a:cubicBezTo>
                    <a:pt x="2990" y="6705"/>
                    <a:pt x="3126" y="6688"/>
                    <a:pt x="3279" y="6671"/>
                  </a:cubicBezTo>
                  <a:lnTo>
                    <a:pt x="3279" y="6671"/>
                  </a:lnTo>
                  <a:cubicBezTo>
                    <a:pt x="3823" y="7996"/>
                    <a:pt x="3857" y="9355"/>
                    <a:pt x="3211" y="10647"/>
                  </a:cubicBezTo>
                  <a:cubicBezTo>
                    <a:pt x="2328" y="10494"/>
                    <a:pt x="1291" y="10188"/>
                    <a:pt x="986" y="9270"/>
                  </a:cubicBezTo>
                  <a:cubicBezTo>
                    <a:pt x="714" y="8404"/>
                    <a:pt x="833" y="7062"/>
                    <a:pt x="1597" y="6467"/>
                  </a:cubicBezTo>
                  <a:close/>
                  <a:moveTo>
                    <a:pt x="25537" y="8021"/>
                  </a:moveTo>
                  <a:cubicBezTo>
                    <a:pt x="26205" y="8021"/>
                    <a:pt x="27229" y="8506"/>
                    <a:pt x="26506" y="9355"/>
                  </a:cubicBezTo>
                  <a:cubicBezTo>
                    <a:pt x="26413" y="9461"/>
                    <a:pt x="26516" y="9619"/>
                    <a:pt x="26631" y="9619"/>
                  </a:cubicBezTo>
                  <a:cubicBezTo>
                    <a:pt x="26663" y="9619"/>
                    <a:pt x="26697" y="9606"/>
                    <a:pt x="26726" y="9576"/>
                  </a:cubicBezTo>
                  <a:cubicBezTo>
                    <a:pt x="26769" y="9575"/>
                    <a:pt x="26812" y="9574"/>
                    <a:pt x="26854" y="9574"/>
                  </a:cubicBezTo>
                  <a:cubicBezTo>
                    <a:pt x="27965" y="9574"/>
                    <a:pt x="29045" y="10003"/>
                    <a:pt x="29700" y="10952"/>
                  </a:cubicBezTo>
                  <a:cubicBezTo>
                    <a:pt x="30481" y="12074"/>
                    <a:pt x="30804" y="14266"/>
                    <a:pt x="29020" y="14673"/>
                  </a:cubicBezTo>
                  <a:cubicBezTo>
                    <a:pt x="28819" y="14704"/>
                    <a:pt x="28829" y="14988"/>
                    <a:pt x="28999" y="14988"/>
                  </a:cubicBezTo>
                  <a:cubicBezTo>
                    <a:pt x="29016" y="14988"/>
                    <a:pt x="29034" y="14985"/>
                    <a:pt x="29054" y="14979"/>
                  </a:cubicBezTo>
                  <a:cubicBezTo>
                    <a:pt x="30040" y="15404"/>
                    <a:pt x="30447" y="16406"/>
                    <a:pt x="30278" y="17426"/>
                  </a:cubicBezTo>
                  <a:cubicBezTo>
                    <a:pt x="30145" y="18187"/>
                    <a:pt x="29505" y="18974"/>
                    <a:pt x="28810" y="18974"/>
                  </a:cubicBezTo>
                  <a:cubicBezTo>
                    <a:pt x="28528" y="18974"/>
                    <a:pt x="28237" y="18844"/>
                    <a:pt x="27967" y="18530"/>
                  </a:cubicBezTo>
                  <a:cubicBezTo>
                    <a:pt x="26964" y="17375"/>
                    <a:pt x="27457" y="15387"/>
                    <a:pt x="27678" y="14011"/>
                  </a:cubicBezTo>
                  <a:cubicBezTo>
                    <a:pt x="27706" y="13888"/>
                    <a:pt x="27619" y="13817"/>
                    <a:pt x="27527" y="13817"/>
                  </a:cubicBezTo>
                  <a:cubicBezTo>
                    <a:pt x="27454" y="13817"/>
                    <a:pt x="27378" y="13862"/>
                    <a:pt x="27355" y="13960"/>
                  </a:cubicBezTo>
                  <a:cubicBezTo>
                    <a:pt x="27355" y="13960"/>
                    <a:pt x="27355" y="13977"/>
                    <a:pt x="27355" y="13994"/>
                  </a:cubicBezTo>
                  <a:cubicBezTo>
                    <a:pt x="27233" y="14025"/>
                    <a:pt x="27125" y="14041"/>
                    <a:pt x="27032" y="14041"/>
                  </a:cubicBezTo>
                  <a:cubicBezTo>
                    <a:pt x="26774" y="14041"/>
                    <a:pt x="26623" y="13920"/>
                    <a:pt x="26574" y="13671"/>
                  </a:cubicBezTo>
                  <a:lnTo>
                    <a:pt x="26387" y="13127"/>
                  </a:lnTo>
                  <a:cubicBezTo>
                    <a:pt x="26302" y="12855"/>
                    <a:pt x="26200" y="12584"/>
                    <a:pt x="26098" y="12329"/>
                  </a:cubicBezTo>
                  <a:cubicBezTo>
                    <a:pt x="25911" y="11887"/>
                    <a:pt x="25605" y="11496"/>
                    <a:pt x="25231" y="11190"/>
                  </a:cubicBezTo>
                  <a:cubicBezTo>
                    <a:pt x="24980" y="11019"/>
                    <a:pt x="24566" y="10832"/>
                    <a:pt x="24203" y="10832"/>
                  </a:cubicBezTo>
                  <a:cubicBezTo>
                    <a:pt x="24027" y="10832"/>
                    <a:pt x="23864" y="10875"/>
                    <a:pt x="23736" y="10986"/>
                  </a:cubicBezTo>
                  <a:cubicBezTo>
                    <a:pt x="23532" y="10834"/>
                    <a:pt x="23311" y="10698"/>
                    <a:pt x="23073" y="10596"/>
                  </a:cubicBezTo>
                  <a:cubicBezTo>
                    <a:pt x="22921" y="10001"/>
                    <a:pt x="23838" y="8897"/>
                    <a:pt x="24195" y="8591"/>
                  </a:cubicBezTo>
                  <a:cubicBezTo>
                    <a:pt x="24535" y="8302"/>
                    <a:pt x="24942" y="8098"/>
                    <a:pt x="25384" y="8030"/>
                  </a:cubicBezTo>
                  <a:cubicBezTo>
                    <a:pt x="25432" y="8024"/>
                    <a:pt x="25483" y="8021"/>
                    <a:pt x="25537" y="8021"/>
                  </a:cubicBezTo>
                  <a:close/>
                  <a:moveTo>
                    <a:pt x="23702" y="19074"/>
                  </a:moveTo>
                  <a:cubicBezTo>
                    <a:pt x="23702" y="20654"/>
                    <a:pt x="24773" y="22421"/>
                    <a:pt x="26251" y="23135"/>
                  </a:cubicBezTo>
                  <a:cubicBezTo>
                    <a:pt x="26251" y="23152"/>
                    <a:pt x="26251" y="23152"/>
                    <a:pt x="26251" y="23169"/>
                  </a:cubicBezTo>
                  <a:lnTo>
                    <a:pt x="26234" y="23169"/>
                  </a:lnTo>
                  <a:cubicBezTo>
                    <a:pt x="26285" y="23390"/>
                    <a:pt x="26183" y="23644"/>
                    <a:pt x="25979" y="23780"/>
                  </a:cubicBezTo>
                  <a:cubicBezTo>
                    <a:pt x="24280" y="23237"/>
                    <a:pt x="23023" y="21334"/>
                    <a:pt x="22547" y="19703"/>
                  </a:cubicBezTo>
                  <a:cubicBezTo>
                    <a:pt x="22972" y="19584"/>
                    <a:pt x="23362" y="19363"/>
                    <a:pt x="23702" y="19074"/>
                  </a:cubicBezTo>
                  <a:close/>
                  <a:moveTo>
                    <a:pt x="26523" y="23254"/>
                  </a:moveTo>
                  <a:cubicBezTo>
                    <a:pt x="26726" y="23339"/>
                    <a:pt x="26930" y="23390"/>
                    <a:pt x="27134" y="23424"/>
                  </a:cubicBezTo>
                  <a:lnTo>
                    <a:pt x="27117" y="23424"/>
                  </a:lnTo>
                  <a:cubicBezTo>
                    <a:pt x="27134" y="23644"/>
                    <a:pt x="27015" y="23831"/>
                    <a:pt x="26811" y="23933"/>
                  </a:cubicBezTo>
                  <a:cubicBezTo>
                    <a:pt x="26794" y="23916"/>
                    <a:pt x="26777" y="23916"/>
                    <a:pt x="26760" y="23916"/>
                  </a:cubicBezTo>
                  <a:cubicBezTo>
                    <a:pt x="26591" y="23899"/>
                    <a:pt x="26421" y="23882"/>
                    <a:pt x="26268" y="23848"/>
                  </a:cubicBezTo>
                  <a:cubicBezTo>
                    <a:pt x="26421" y="23695"/>
                    <a:pt x="26523" y="23475"/>
                    <a:pt x="26523" y="23254"/>
                  </a:cubicBezTo>
                  <a:close/>
                  <a:moveTo>
                    <a:pt x="24875" y="24834"/>
                  </a:moveTo>
                  <a:cubicBezTo>
                    <a:pt x="24993" y="24919"/>
                    <a:pt x="25112" y="25004"/>
                    <a:pt x="25231" y="25072"/>
                  </a:cubicBezTo>
                  <a:cubicBezTo>
                    <a:pt x="25231" y="25089"/>
                    <a:pt x="25214" y="25089"/>
                    <a:pt x="25214" y="25089"/>
                  </a:cubicBezTo>
                  <a:cubicBezTo>
                    <a:pt x="25061" y="25344"/>
                    <a:pt x="24875" y="25564"/>
                    <a:pt x="24654" y="25768"/>
                  </a:cubicBezTo>
                  <a:cubicBezTo>
                    <a:pt x="24637" y="25768"/>
                    <a:pt x="24637" y="25751"/>
                    <a:pt x="24620" y="25751"/>
                  </a:cubicBezTo>
                  <a:lnTo>
                    <a:pt x="24178" y="25530"/>
                  </a:lnTo>
                  <a:cubicBezTo>
                    <a:pt x="24501" y="25411"/>
                    <a:pt x="24756" y="25157"/>
                    <a:pt x="24875" y="24834"/>
                  </a:cubicBezTo>
                  <a:close/>
                  <a:moveTo>
                    <a:pt x="4055" y="1"/>
                  </a:moveTo>
                  <a:cubicBezTo>
                    <a:pt x="3978" y="1"/>
                    <a:pt x="3891" y="82"/>
                    <a:pt x="3891" y="163"/>
                  </a:cubicBezTo>
                  <a:cubicBezTo>
                    <a:pt x="3857" y="1302"/>
                    <a:pt x="3908" y="2457"/>
                    <a:pt x="4044" y="3595"/>
                  </a:cubicBezTo>
                  <a:cubicBezTo>
                    <a:pt x="3883" y="3435"/>
                    <a:pt x="3669" y="3358"/>
                    <a:pt x="3444" y="3358"/>
                  </a:cubicBezTo>
                  <a:cubicBezTo>
                    <a:pt x="3384" y="3358"/>
                    <a:pt x="3323" y="3364"/>
                    <a:pt x="3262" y="3375"/>
                  </a:cubicBezTo>
                  <a:cubicBezTo>
                    <a:pt x="2787" y="3477"/>
                    <a:pt x="2498" y="4190"/>
                    <a:pt x="2956" y="4479"/>
                  </a:cubicBezTo>
                  <a:cubicBezTo>
                    <a:pt x="2973" y="4496"/>
                    <a:pt x="2990" y="4513"/>
                    <a:pt x="3007" y="4513"/>
                  </a:cubicBezTo>
                  <a:cubicBezTo>
                    <a:pt x="3019" y="4518"/>
                    <a:pt x="3030" y="4520"/>
                    <a:pt x="3040" y="4520"/>
                  </a:cubicBezTo>
                  <a:cubicBezTo>
                    <a:pt x="3104" y="4520"/>
                    <a:pt x="3136" y="4436"/>
                    <a:pt x="3092" y="4377"/>
                  </a:cubicBezTo>
                  <a:cubicBezTo>
                    <a:pt x="2939" y="4241"/>
                    <a:pt x="2889" y="4020"/>
                    <a:pt x="2990" y="3833"/>
                  </a:cubicBezTo>
                  <a:cubicBezTo>
                    <a:pt x="3097" y="3667"/>
                    <a:pt x="3271" y="3584"/>
                    <a:pt x="3447" y="3584"/>
                  </a:cubicBezTo>
                  <a:cubicBezTo>
                    <a:pt x="3523" y="3584"/>
                    <a:pt x="3599" y="3599"/>
                    <a:pt x="3670" y="3629"/>
                  </a:cubicBezTo>
                  <a:cubicBezTo>
                    <a:pt x="4129" y="3799"/>
                    <a:pt x="4214" y="4258"/>
                    <a:pt x="4367" y="4649"/>
                  </a:cubicBezTo>
                  <a:cubicBezTo>
                    <a:pt x="4388" y="4697"/>
                    <a:pt x="4425" y="4718"/>
                    <a:pt x="4463" y="4718"/>
                  </a:cubicBezTo>
                  <a:cubicBezTo>
                    <a:pt x="4517" y="4718"/>
                    <a:pt x="4571" y="4675"/>
                    <a:pt x="4571" y="4615"/>
                  </a:cubicBezTo>
                  <a:lnTo>
                    <a:pt x="4571" y="4513"/>
                  </a:lnTo>
                  <a:cubicBezTo>
                    <a:pt x="4605" y="4496"/>
                    <a:pt x="4622" y="4479"/>
                    <a:pt x="4622" y="4428"/>
                  </a:cubicBezTo>
                  <a:cubicBezTo>
                    <a:pt x="4611" y="4269"/>
                    <a:pt x="4753" y="4222"/>
                    <a:pt x="4894" y="4222"/>
                  </a:cubicBezTo>
                  <a:cubicBezTo>
                    <a:pt x="4979" y="4222"/>
                    <a:pt x="5063" y="4239"/>
                    <a:pt x="5114" y="4258"/>
                  </a:cubicBezTo>
                  <a:cubicBezTo>
                    <a:pt x="5267" y="4309"/>
                    <a:pt x="5386" y="4411"/>
                    <a:pt x="5488" y="4547"/>
                  </a:cubicBezTo>
                  <a:cubicBezTo>
                    <a:pt x="5641" y="4785"/>
                    <a:pt x="5760" y="5074"/>
                    <a:pt x="5794" y="5363"/>
                  </a:cubicBezTo>
                  <a:cubicBezTo>
                    <a:pt x="5681" y="5320"/>
                    <a:pt x="5577" y="5301"/>
                    <a:pt x="5480" y="5301"/>
                  </a:cubicBezTo>
                  <a:cubicBezTo>
                    <a:pt x="5033" y="5301"/>
                    <a:pt x="4717" y="5692"/>
                    <a:pt x="4299" y="5957"/>
                  </a:cubicBezTo>
                  <a:cubicBezTo>
                    <a:pt x="3825" y="6255"/>
                    <a:pt x="3275" y="6413"/>
                    <a:pt x="2718" y="6413"/>
                  </a:cubicBezTo>
                  <a:cubicBezTo>
                    <a:pt x="2577" y="6413"/>
                    <a:pt x="2435" y="6403"/>
                    <a:pt x="2294" y="6382"/>
                  </a:cubicBezTo>
                  <a:cubicBezTo>
                    <a:pt x="1716" y="6263"/>
                    <a:pt x="680" y="5108"/>
                    <a:pt x="1614" y="4615"/>
                  </a:cubicBezTo>
                  <a:cubicBezTo>
                    <a:pt x="1812" y="4516"/>
                    <a:pt x="2022" y="4468"/>
                    <a:pt x="2232" y="4468"/>
                  </a:cubicBezTo>
                  <a:cubicBezTo>
                    <a:pt x="2491" y="4468"/>
                    <a:pt x="2748" y="4542"/>
                    <a:pt x="2973" y="4683"/>
                  </a:cubicBezTo>
                  <a:cubicBezTo>
                    <a:pt x="2983" y="4688"/>
                    <a:pt x="2992" y="4690"/>
                    <a:pt x="3000" y="4690"/>
                  </a:cubicBezTo>
                  <a:cubicBezTo>
                    <a:pt x="3054" y="4690"/>
                    <a:pt x="3085" y="4608"/>
                    <a:pt x="3041" y="4564"/>
                  </a:cubicBezTo>
                  <a:cubicBezTo>
                    <a:pt x="3007" y="4547"/>
                    <a:pt x="2990" y="4530"/>
                    <a:pt x="2956" y="4513"/>
                  </a:cubicBezTo>
                  <a:cubicBezTo>
                    <a:pt x="2721" y="4352"/>
                    <a:pt x="2450" y="4279"/>
                    <a:pt x="2184" y="4279"/>
                  </a:cubicBezTo>
                  <a:cubicBezTo>
                    <a:pt x="1352" y="4279"/>
                    <a:pt x="565" y="4988"/>
                    <a:pt x="1054" y="5940"/>
                  </a:cubicBezTo>
                  <a:cubicBezTo>
                    <a:pt x="1138" y="6093"/>
                    <a:pt x="1257" y="6246"/>
                    <a:pt x="1393" y="6348"/>
                  </a:cubicBezTo>
                  <a:cubicBezTo>
                    <a:pt x="0" y="7113"/>
                    <a:pt x="221" y="9746"/>
                    <a:pt x="1529" y="10494"/>
                  </a:cubicBezTo>
                  <a:cubicBezTo>
                    <a:pt x="2039" y="10766"/>
                    <a:pt x="2583" y="10952"/>
                    <a:pt x="3143" y="11037"/>
                  </a:cubicBezTo>
                  <a:cubicBezTo>
                    <a:pt x="3160" y="11054"/>
                    <a:pt x="3177" y="11071"/>
                    <a:pt x="3194" y="11088"/>
                  </a:cubicBezTo>
                  <a:lnTo>
                    <a:pt x="3211" y="11088"/>
                  </a:lnTo>
                  <a:cubicBezTo>
                    <a:pt x="3232" y="11095"/>
                    <a:pt x="3254" y="11100"/>
                    <a:pt x="3275" y="11100"/>
                  </a:cubicBezTo>
                  <a:cubicBezTo>
                    <a:pt x="3305" y="11100"/>
                    <a:pt x="3334" y="11091"/>
                    <a:pt x="3364" y="11071"/>
                  </a:cubicBezTo>
                  <a:cubicBezTo>
                    <a:pt x="3616" y="11099"/>
                    <a:pt x="3870" y="11113"/>
                    <a:pt x="4123" y="11113"/>
                  </a:cubicBezTo>
                  <a:cubicBezTo>
                    <a:pt x="4965" y="11113"/>
                    <a:pt x="5809" y="10960"/>
                    <a:pt x="6592" y="10647"/>
                  </a:cubicBezTo>
                  <a:cubicBezTo>
                    <a:pt x="7051" y="10477"/>
                    <a:pt x="7459" y="10256"/>
                    <a:pt x="7867" y="9984"/>
                  </a:cubicBezTo>
                  <a:cubicBezTo>
                    <a:pt x="8006" y="9873"/>
                    <a:pt x="7906" y="9681"/>
                    <a:pt x="7762" y="9681"/>
                  </a:cubicBezTo>
                  <a:cubicBezTo>
                    <a:pt x="7730" y="9681"/>
                    <a:pt x="7697" y="9691"/>
                    <a:pt x="7663" y="9712"/>
                  </a:cubicBezTo>
                  <a:cubicBezTo>
                    <a:pt x="6625" y="10375"/>
                    <a:pt x="5417" y="10732"/>
                    <a:pt x="4193" y="10732"/>
                  </a:cubicBezTo>
                  <a:cubicBezTo>
                    <a:pt x="3973" y="10732"/>
                    <a:pt x="3754" y="10721"/>
                    <a:pt x="3534" y="10698"/>
                  </a:cubicBezTo>
                  <a:cubicBezTo>
                    <a:pt x="3670" y="10409"/>
                    <a:pt x="3789" y="10120"/>
                    <a:pt x="3891" y="9831"/>
                  </a:cubicBezTo>
                  <a:cubicBezTo>
                    <a:pt x="3976" y="9457"/>
                    <a:pt x="4027" y="9083"/>
                    <a:pt x="4027" y="8693"/>
                  </a:cubicBezTo>
                  <a:cubicBezTo>
                    <a:pt x="4044" y="7962"/>
                    <a:pt x="3840" y="7248"/>
                    <a:pt x="3483" y="6637"/>
                  </a:cubicBezTo>
                  <a:cubicBezTo>
                    <a:pt x="3687" y="6586"/>
                    <a:pt x="3891" y="6518"/>
                    <a:pt x="4095" y="6416"/>
                  </a:cubicBezTo>
                  <a:cubicBezTo>
                    <a:pt x="4557" y="6200"/>
                    <a:pt x="5061" y="5580"/>
                    <a:pt x="5607" y="5580"/>
                  </a:cubicBezTo>
                  <a:cubicBezTo>
                    <a:pt x="5663" y="5580"/>
                    <a:pt x="5720" y="5586"/>
                    <a:pt x="5777" y="5600"/>
                  </a:cubicBezTo>
                  <a:cubicBezTo>
                    <a:pt x="5811" y="5600"/>
                    <a:pt x="5845" y="5583"/>
                    <a:pt x="5879" y="5549"/>
                  </a:cubicBezTo>
                  <a:cubicBezTo>
                    <a:pt x="5906" y="5571"/>
                    <a:pt x="5934" y="5580"/>
                    <a:pt x="5960" y="5580"/>
                  </a:cubicBezTo>
                  <a:cubicBezTo>
                    <a:pt x="6018" y="5580"/>
                    <a:pt x="6066" y="5534"/>
                    <a:pt x="6066" y="5464"/>
                  </a:cubicBezTo>
                  <a:cubicBezTo>
                    <a:pt x="6066" y="5380"/>
                    <a:pt x="6049" y="5278"/>
                    <a:pt x="6032" y="5193"/>
                  </a:cubicBezTo>
                  <a:cubicBezTo>
                    <a:pt x="6015" y="4921"/>
                    <a:pt x="6032" y="4632"/>
                    <a:pt x="6100" y="4377"/>
                  </a:cubicBezTo>
                  <a:cubicBezTo>
                    <a:pt x="6196" y="4032"/>
                    <a:pt x="6494" y="3396"/>
                    <a:pt x="6894" y="3396"/>
                  </a:cubicBezTo>
                  <a:cubicBezTo>
                    <a:pt x="6987" y="3396"/>
                    <a:pt x="7085" y="3431"/>
                    <a:pt x="7187" y="3511"/>
                  </a:cubicBezTo>
                  <a:cubicBezTo>
                    <a:pt x="7850" y="4020"/>
                    <a:pt x="7255" y="5142"/>
                    <a:pt x="6762" y="5532"/>
                  </a:cubicBezTo>
                  <a:cubicBezTo>
                    <a:pt x="6651" y="5616"/>
                    <a:pt x="6745" y="5780"/>
                    <a:pt x="6858" y="5780"/>
                  </a:cubicBezTo>
                  <a:cubicBezTo>
                    <a:pt x="6882" y="5780"/>
                    <a:pt x="6908" y="5772"/>
                    <a:pt x="6932" y="5753"/>
                  </a:cubicBezTo>
                  <a:cubicBezTo>
                    <a:pt x="7017" y="5685"/>
                    <a:pt x="7085" y="5617"/>
                    <a:pt x="7153" y="5549"/>
                  </a:cubicBezTo>
                  <a:cubicBezTo>
                    <a:pt x="7153" y="5566"/>
                    <a:pt x="7153" y="5583"/>
                    <a:pt x="7170" y="5600"/>
                  </a:cubicBezTo>
                  <a:cubicBezTo>
                    <a:pt x="8207" y="7350"/>
                    <a:pt x="9430" y="9576"/>
                    <a:pt x="11401" y="10426"/>
                  </a:cubicBezTo>
                  <a:cubicBezTo>
                    <a:pt x="12288" y="10809"/>
                    <a:pt x="13221" y="10940"/>
                    <a:pt x="14166" y="10940"/>
                  </a:cubicBezTo>
                  <a:cubicBezTo>
                    <a:pt x="15357" y="10940"/>
                    <a:pt x="16566" y="10732"/>
                    <a:pt x="17721" y="10562"/>
                  </a:cubicBezTo>
                  <a:cubicBezTo>
                    <a:pt x="18446" y="10457"/>
                    <a:pt x="19245" y="10370"/>
                    <a:pt x="20046" y="10370"/>
                  </a:cubicBezTo>
                  <a:cubicBezTo>
                    <a:pt x="21330" y="10370"/>
                    <a:pt x="22617" y="10594"/>
                    <a:pt x="23600" y="11326"/>
                  </a:cubicBezTo>
                  <a:cubicBezTo>
                    <a:pt x="23617" y="11343"/>
                    <a:pt x="23634" y="11360"/>
                    <a:pt x="23668" y="11377"/>
                  </a:cubicBezTo>
                  <a:cubicBezTo>
                    <a:pt x="24076" y="11683"/>
                    <a:pt x="24399" y="12074"/>
                    <a:pt x="24654" y="12533"/>
                  </a:cubicBezTo>
                  <a:cubicBezTo>
                    <a:pt x="25927" y="14878"/>
                    <a:pt x="24673" y="19485"/>
                    <a:pt x="21561" y="19485"/>
                  </a:cubicBezTo>
                  <a:cubicBezTo>
                    <a:pt x="21516" y="19485"/>
                    <a:pt x="21471" y="19484"/>
                    <a:pt x="21425" y="19482"/>
                  </a:cubicBezTo>
                  <a:cubicBezTo>
                    <a:pt x="21205" y="19482"/>
                    <a:pt x="21154" y="19822"/>
                    <a:pt x="21374" y="19839"/>
                  </a:cubicBezTo>
                  <a:lnTo>
                    <a:pt x="21425" y="19839"/>
                  </a:lnTo>
                  <a:cubicBezTo>
                    <a:pt x="21680" y="21877"/>
                    <a:pt x="22989" y="23458"/>
                    <a:pt x="24603" y="24647"/>
                  </a:cubicBezTo>
                  <a:cubicBezTo>
                    <a:pt x="24484" y="24936"/>
                    <a:pt x="24280" y="25191"/>
                    <a:pt x="24008" y="25361"/>
                  </a:cubicBezTo>
                  <a:cubicBezTo>
                    <a:pt x="23974" y="25378"/>
                    <a:pt x="23957" y="25394"/>
                    <a:pt x="23957" y="25428"/>
                  </a:cubicBezTo>
                  <a:cubicBezTo>
                    <a:pt x="22921" y="24902"/>
                    <a:pt x="21969" y="24290"/>
                    <a:pt x="21188" y="23356"/>
                  </a:cubicBezTo>
                  <a:cubicBezTo>
                    <a:pt x="20168" y="22149"/>
                    <a:pt x="19777" y="20773"/>
                    <a:pt x="19607" y="19210"/>
                  </a:cubicBezTo>
                  <a:cubicBezTo>
                    <a:pt x="19599" y="19166"/>
                    <a:pt x="19548" y="19140"/>
                    <a:pt x="19499" y="19140"/>
                  </a:cubicBezTo>
                  <a:cubicBezTo>
                    <a:pt x="19455" y="19140"/>
                    <a:pt x="19412" y="19161"/>
                    <a:pt x="19403" y="19210"/>
                  </a:cubicBezTo>
                  <a:cubicBezTo>
                    <a:pt x="19387" y="19397"/>
                    <a:pt x="19387" y="19567"/>
                    <a:pt x="19387" y="19737"/>
                  </a:cubicBezTo>
                  <a:cubicBezTo>
                    <a:pt x="19370" y="19728"/>
                    <a:pt x="19348" y="19724"/>
                    <a:pt x="19327" y="19724"/>
                  </a:cubicBezTo>
                  <a:cubicBezTo>
                    <a:pt x="19306" y="19724"/>
                    <a:pt x="19285" y="19728"/>
                    <a:pt x="19268" y="19737"/>
                  </a:cubicBezTo>
                  <a:cubicBezTo>
                    <a:pt x="18011" y="20035"/>
                    <a:pt x="16779" y="20177"/>
                    <a:pt x="15559" y="20177"/>
                  </a:cubicBezTo>
                  <a:cubicBezTo>
                    <a:pt x="13578" y="20177"/>
                    <a:pt x="11627" y="19802"/>
                    <a:pt x="9651" y="19108"/>
                  </a:cubicBezTo>
                  <a:lnTo>
                    <a:pt x="9600" y="19091"/>
                  </a:lnTo>
                  <a:cubicBezTo>
                    <a:pt x="9566" y="19074"/>
                    <a:pt x="9515" y="19057"/>
                    <a:pt x="9481" y="19023"/>
                  </a:cubicBezTo>
                  <a:lnTo>
                    <a:pt x="9328" y="19142"/>
                  </a:lnTo>
                  <a:cubicBezTo>
                    <a:pt x="9379" y="19176"/>
                    <a:pt x="9430" y="19227"/>
                    <a:pt x="9498" y="19261"/>
                  </a:cubicBezTo>
                  <a:cubicBezTo>
                    <a:pt x="9498" y="19295"/>
                    <a:pt x="9515" y="19329"/>
                    <a:pt x="9566" y="19346"/>
                  </a:cubicBezTo>
                  <a:cubicBezTo>
                    <a:pt x="11360" y="20202"/>
                    <a:pt x="13393" y="20612"/>
                    <a:pt x="15422" y="20612"/>
                  </a:cubicBezTo>
                  <a:cubicBezTo>
                    <a:pt x="16775" y="20612"/>
                    <a:pt x="18126" y="20430"/>
                    <a:pt x="19403" y="20076"/>
                  </a:cubicBezTo>
                  <a:cubicBezTo>
                    <a:pt x="19590" y="22795"/>
                    <a:pt x="22020" y="25208"/>
                    <a:pt x="24501" y="26023"/>
                  </a:cubicBezTo>
                  <a:lnTo>
                    <a:pt x="24518" y="26023"/>
                  </a:lnTo>
                  <a:cubicBezTo>
                    <a:pt x="24530" y="26073"/>
                    <a:pt x="24570" y="26104"/>
                    <a:pt x="24617" y="26104"/>
                  </a:cubicBezTo>
                  <a:cubicBezTo>
                    <a:pt x="24634" y="26104"/>
                    <a:pt x="24652" y="26100"/>
                    <a:pt x="24671" y="26091"/>
                  </a:cubicBezTo>
                  <a:cubicBezTo>
                    <a:pt x="25027" y="25904"/>
                    <a:pt x="25333" y="25598"/>
                    <a:pt x="25503" y="25225"/>
                  </a:cubicBezTo>
                  <a:cubicBezTo>
                    <a:pt x="25520" y="25208"/>
                    <a:pt x="25520" y="25191"/>
                    <a:pt x="25520" y="25174"/>
                  </a:cubicBezTo>
                  <a:cubicBezTo>
                    <a:pt x="25571" y="25157"/>
                    <a:pt x="25571" y="25072"/>
                    <a:pt x="25537" y="25038"/>
                  </a:cubicBezTo>
                  <a:cubicBezTo>
                    <a:pt x="24908" y="24375"/>
                    <a:pt x="24144" y="23865"/>
                    <a:pt x="23498" y="23237"/>
                  </a:cubicBezTo>
                  <a:cubicBezTo>
                    <a:pt x="22564" y="22319"/>
                    <a:pt x="21969" y="21130"/>
                    <a:pt x="21782" y="19839"/>
                  </a:cubicBezTo>
                  <a:cubicBezTo>
                    <a:pt x="21935" y="19839"/>
                    <a:pt x="22105" y="19805"/>
                    <a:pt x="22275" y="19771"/>
                  </a:cubicBezTo>
                  <a:cubicBezTo>
                    <a:pt x="22598" y="21809"/>
                    <a:pt x="24586" y="24205"/>
                    <a:pt x="26726" y="24222"/>
                  </a:cubicBezTo>
                  <a:cubicBezTo>
                    <a:pt x="26777" y="24222"/>
                    <a:pt x="26828" y="24205"/>
                    <a:pt x="26845" y="24154"/>
                  </a:cubicBezTo>
                  <a:cubicBezTo>
                    <a:pt x="27253" y="24069"/>
                    <a:pt x="27474" y="23661"/>
                    <a:pt x="27372" y="23271"/>
                  </a:cubicBezTo>
                  <a:cubicBezTo>
                    <a:pt x="27355" y="23220"/>
                    <a:pt x="27321" y="23186"/>
                    <a:pt x="27270" y="23186"/>
                  </a:cubicBezTo>
                  <a:cubicBezTo>
                    <a:pt x="27236" y="23152"/>
                    <a:pt x="27202" y="23118"/>
                    <a:pt x="27168" y="23118"/>
                  </a:cubicBezTo>
                  <a:cubicBezTo>
                    <a:pt x="26217" y="22931"/>
                    <a:pt x="25571" y="22268"/>
                    <a:pt x="24976" y="21555"/>
                  </a:cubicBezTo>
                  <a:cubicBezTo>
                    <a:pt x="24297" y="20739"/>
                    <a:pt x="24025" y="19940"/>
                    <a:pt x="23872" y="18904"/>
                  </a:cubicBezTo>
                  <a:cubicBezTo>
                    <a:pt x="24722" y="18089"/>
                    <a:pt x="25231" y="16865"/>
                    <a:pt x="25435" y="15676"/>
                  </a:cubicBezTo>
                  <a:cubicBezTo>
                    <a:pt x="25707" y="13909"/>
                    <a:pt x="25231" y="12261"/>
                    <a:pt x="23974" y="11207"/>
                  </a:cubicBezTo>
                  <a:cubicBezTo>
                    <a:pt x="24033" y="11165"/>
                    <a:pt x="24103" y="11146"/>
                    <a:pt x="24181" y="11146"/>
                  </a:cubicBezTo>
                  <a:cubicBezTo>
                    <a:pt x="24598" y="11146"/>
                    <a:pt x="25224" y="11676"/>
                    <a:pt x="25367" y="11819"/>
                  </a:cubicBezTo>
                  <a:cubicBezTo>
                    <a:pt x="25622" y="12176"/>
                    <a:pt x="25826" y="12567"/>
                    <a:pt x="25945" y="12991"/>
                  </a:cubicBezTo>
                  <a:cubicBezTo>
                    <a:pt x="26115" y="13433"/>
                    <a:pt x="26200" y="14113"/>
                    <a:pt x="26591" y="14419"/>
                  </a:cubicBezTo>
                  <a:cubicBezTo>
                    <a:pt x="26723" y="14515"/>
                    <a:pt x="26881" y="14560"/>
                    <a:pt x="27034" y="14560"/>
                  </a:cubicBezTo>
                  <a:cubicBezTo>
                    <a:pt x="27097" y="14560"/>
                    <a:pt x="27160" y="14552"/>
                    <a:pt x="27219" y="14537"/>
                  </a:cubicBezTo>
                  <a:lnTo>
                    <a:pt x="27219" y="14537"/>
                  </a:lnTo>
                  <a:cubicBezTo>
                    <a:pt x="26960" y="16156"/>
                    <a:pt x="26782" y="19408"/>
                    <a:pt x="28600" y="19408"/>
                  </a:cubicBezTo>
                  <a:cubicBezTo>
                    <a:pt x="28804" y="19408"/>
                    <a:pt x="29034" y="19367"/>
                    <a:pt x="29292" y="19278"/>
                  </a:cubicBezTo>
                  <a:cubicBezTo>
                    <a:pt x="31127" y="18632"/>
                    <a:pt x="31093" y="15642"/>
                    <a:pt x="29428" y="14894"/>
                  </a:cubicBezTo>
                  <a:cubicBezTo>
                    <a:pt x="30685" y="14385"/>
                    <a:pt x="30923" y="12855"/>
                    <a:pt x="30447" y="11632"/>
                  </a:cubicBezTo>
                  <a:cubicBezTo>
                    <a:pt x="29943" y="10216"/>
                    <a:pt x="28612" y="9299"/>
                    <a:pt x="27142" y="9299"/>
                  </a:cubicBezTo>
                  <a:cubicBezTo>
                    <a:pt x="27077" y="9299"/>
                    <a:pt x="27012" y="9301"/>
                    <a:pt x="26947" y="9304"/>
                  </a:cubicBezTo>
                  <a:cubicBezTo>
                    <a:pt x="27134" y="8982"/>
                    <a:pt x="27117" y="8574"/>
                    <a:pt x="26896" y="8251"/>
                  </a:cubicBezTo>
                  <a:cubicBezTo>
                    <a:pt x="26615" y="7823"/>
                    <a:pt x="26114" y="7650"/>
                    <a:pt x="25621" y="7650"/>
                  </a:cubicBezTo>
                  <a:cubicBezTo>
                    <a:pt x="25429" y="7650"/>
                    <a:pt x="25238" y="7677"/>
                    <a:pt x="25061" y="7724"/>
                  </a:cubicBezTo>
                  <a:cubicBezTo>
                    <a:pt x="24348" y="7928"/>
                    <a:pt x="23736" y="8404"/>
                    <a:pt x="23362" y="9032"/>
                  </a:cubicBezTo>
                  <a:cubicBezTo>
                    <a:pt x="23158" y="9355"/>
                    <a:pt x="22734" y="10018"/>
                    <a:pt x="22802" y="10477"/>
                  </a:cubicBezTo>
                  <a:cubicBezTo>
                    <a:pt x="22717" y="10460"/>
                    <a:pt x="22649" y="10426"/>
                    <a:pt x="22581" y="10392"/>
                  </a:cubicBezTo>
                  <a:cubicBezTo>
                    <a:pt x="21775" y="10098"/>
                    <a:pt x="20964" y="9994"/>
                    <a:pt x="20150" y="9994"/>
                  </a:cubicBezTo>
                  <a:cubicBezTo>
                    <a:pt x="18373" y="9994"/>
                    <a:pt x="16582" y="10491"/>
                    <a:pt x="14799" y="10596"/>
                  </a:cubicBezTo>
                  <a:cubicBezTo>
                    <a:pt x="14621" y="10604"/>
                    <a:pt x="14442" y="10608"/>
                    <a:pt x="14264" y="10608"/>
                  </a:cubicBezTo>
                  <a:cubicBezTo>
                    <a:pt x="14085" y="10608"/>
                    <a:pt x="13907" y="10604"/>
                    <a:pt x="13729" y="10596"/>
                  </a:cubicBezTo>
                  <a:cubicBezTo>
                    <a:pt x="14272" y="10171"/>
                    <a:pt x="14697" y="9491"/>
                    <a:pt x="14289" y="8846"/>
                  </a:cubicBezTo>
                  <a:cubicBezTo>
                    <a:pt x="13980" y="8356"/>
                    <a:pt x="13408" y="8160"/>
                    <a:pt x="12831" y="8160"/>
                  </a:cubicBezTo>
                  <a:cubicBezTo>
                    <a:pt x="12646" y="8160"/>
                    <a:pt x="12461" y="8180"/>
                    <a:pt x="12284" y="8217"/>
                  </a:cubicBezTo>
                  <a:cubicBezTo>
                    <a:pt x="12896" y="7758"/>
                    <a:pt x="13253" y="7096"/>
                    <a:pt x="12607" y="6365"/>
                  </a:cubicBezTo>
                  <a:cubicBezTo>
                    <a:pt x="12136" y="5880"/>
                    <a:pt x="11484" y="5609"/>
                    <a:pt x="10807" y="5609"/>
                  </a:cubicBezTo>
                  <a:cubicBezTo>
                    <a:pt x="10654" y="5609"/>
                    <a:pt x="10501" y="5623"/>
                    <a:pt x="10347" y="5651"/>
                  </a:cubicBezTo>
                  <a:cubicBezTo>
                    <a:pt x="10789" y="5261"/>
                    <a:pt x="11027" y="4700"/>
                    <a:pt x="10619" y="4139"/>
                  </a:cubicBezTo>
                  <a:cubicBezTo>
                    <a:pt x="10313" y="3724"/>
                    <a:pt x="9891" y="3561"/>
                    <a:pt x="9447" y="3561"/>
                  </a:cubicBezTo>
                  <a:cubicBezTo>
                    <a:pt x="8857" y="3561"/>
                    <a:pt x="8228" y="3848"/>
                    <a:pt x="7782" y="4207"/>
                  </a:cubicBezTo>
                  <a:cubicBezTo>
                    <a:pt x="7748" y="4224"/>
                    <a:pt x="7748" y="4241"/>
                    <a:pt x="7748" y="4275"/>
                  </a:cubicBezTo>
                  <a:cubicBezTo>
                    <a:pt x="7748" y="4331"/>
                    <a:pt x="7783" y="4364"/>
                    <a:pt x="7833" y="4364"/>
                  </a:cubicBezTo>
                  <a:cubicBezTo>
                    <a:pt x="7844" y="4364"/>
                    <a:pt x="7855" y="4363"/>
                    <a:pt x="7867" y="4360"/>
                  </a:cubicBezTo>
                  <a:cubicBezTo>
                    <a:pt x="8352" y="4164"/>
                    <a:pt x="8900" y="3858"/>
                    <a:pt x="9430" y="3858"/>
                  </a:cubicBezTo>
                  <a:cubicBezTo>
                    <a:pt x="9680" y="3858"/>
                    <a:pt x="9926" y="3926"/>
                    <a:pt x="10161" y="4105"/>
                  </a:cubicBezTo>
                  <a:cubicBezTo>
                    <a:pt x="11044" y="4785"/>
                    <a:pt x="10161" y="5532"/>
                    <a:pt x="9481" y="5821"/>
                  </a:cubicBezTo>
                  <a:cubicBezTo>
                    <a:pt x="9326" y="5899"/>
                    <a:pt x="9397" y="6117"/>
                    <a:pt x="9552" y="6117"/>
                  </a:cubicBezTo>
                  <a:cubicBezTo>
                    <a:pt x="9567" y="6117"/>
                    <a:pt x="9583" y="6115"/>
                    <a:pt x="9600" y="6110"/>
                  </a:cubicBezTo>
                  <a:lnTo>
                    <a:pt x="9668" y="6110"/>
                  </a:lnTo>
                  <a:cubicBezTo>
                    <a:pt x="9974" y="5988"/>
                    <a:pt x="10300" y="5927"/>
                    <a:pt x="10629" y="5927"/>
                  </a:cubicBezTo>
                  <a:cubicBezTo>
                    <a:pt x="11030" y="5927"/>
                    <a:pt x="11435" y="6018"/>
                    <a:pt x="11809" y="6195"/>
                  </a:cubicBezTo>
                  <a:cubicBezTo>
                    <a:pt x="12284" y="6416"/>
                    <a:pt x="12726" y="6892"/>
                    <a:pt x="12539" y="7469"/>
                  </a:cubicBezTo>
                  <a:cubicBezTo>
                    <a:pt x="12386" y="7911"/>
                    <a:pt x="11894" y="8115"/>
                    <a:pt x="11503" y="8302"/>
                  </a:cubicBezTo>
                  <a:cubicBezTo>
                    <a:pt x="11322" y="8377"/>
                    <a:pt x="11382" y="8639"/>
                    <a:pt x="11551" y="8639"/>
                  </a:cubicBezTo>
                  <a:cubicBezTo>
                    <a:pt x="11573" y="8639"/>
                    <a:pt x="11596" y="8634"/>
                    <a:pt x="11622" y="8625"/>
                  </a:cubicBezTo>
                  <a:cubicBezTo>
                    <a:pt x="11639" y="8608"/>
                    <a:pt x="11639" y="8608"/>
                    <a:pt x="11656" y="8608"/>
                  </a:cubicBezTo>
                  <a:cubicBezTo>
                    <a:pt x="11690" y="8625"/>
                    <a:pt x="11724" y="8625"/>
                    <a:pt x="11758" y="8625"/>
                  </a:cubicBezTo>
                  <a:cubicBezTo>
                    <a:pt x="12056" y="8533"/>
                    <a:pt x="12403" y="8465"/>
                    <a:pt x="12744" y="8465"/>
                  </a:cubicBezTo>
                  <a:cubicBezTo>
                    <a:pt x="13160" y="8465"/>
                    <a:pt x="13566" y="8566"/>
                    <a:pt x="13865" y="8846"/>
                  </a:cubicBezTo>
                  <a:cubicBezTo>
                    <a:pt x="14510" y="9457"/>
                    <a:pt x="13831" y="10188"/>
                    <a:pt x="13287" y="10528"/>
                  </a:cubicBezTo>
                  <a:cubicBezTo>
                    <a:pt x="13270" y="10528"/>
                    <a:pt x="13253" y="10545"/>
                    <a:pt x="13253" y="10562"/>
                  </a:cubicBezTo>
                  <a:cubicBezTo>
                    <a:pt x="12148" y="10477"/>
                    <a:pt x="11095" y="10035"/>
                    <a:pt x="10262" y="9304"/>
                  </a:cubicBezTo>
                  <a:cubicBezTo>
                    <a:pt x="9073" y="8234"/>
                    <a:pt x="8326" y="6722"/>
                    <a:pt x="7357" y="5464"/>
                  </a:cubicBezTo>
                  <a:cubicBezTo>
                    <a:pt x="7340" y="5430"/>
                    <a:pt x="7306" y="5413"/>
                    <a:pt x="7289" y="5413"/>
                  </a:cubicBezTo>
                  <a:cubicBezTo>
                    <a:pt x="7527" y="5108"/>
                    <a:pt x="7680" y="4734"/>
                    <a:pt x="7714" y="4343"/>
                  </a:cubicBezTo>
                  <a:lnTo>
                    <a:pt x="7714" y="4275"/>
                  </a:lnTo>
                  <a:cubicBezTo>
                    <a:pt x="7714" y="3867"/>
                    <a:pt x="7595" y="3358"/>
                    <a:pt x="7204" y="3171"/>
                  </a:cubicBezTo>
                  <a:cubicBezTo>
                    <a:pt x="7112" y="3130"/>
                    <a:pt x="7021" y="3111"/>
                    <a:pt x="6932" y="3111"/>
                  </a:cubicBezTo>
                  <a:cubicBezTo>
                    <a:pt x="6582" y="3111"/>
                    <a:pt x="6276" y="3399"/>
                    <a:pt x="6100" y="3697"/>
                  </a:cubicBezTo>
                  <a:cubicBezTo>
                    <a:pt x="5947" y="3952"/>
                    <a:pt x="5828" y="4241"/>
                    <a:pt x="5794" y="4564"/>
                  </a:cubicBezTo>
                  <a:cubicBezTo>
                    <a:pt x="5777" y="4530"/>
                    <a:pt x="5760" y="4496"/>
                    <a:pt x="5743" y="4479"/>
                  </a:cubicBezTo>
                  <a:cubicBezTo>
                    <a:pt x="5794" y="4428"/>
                    <a:pt x="5811" y="4343"/>
                    <a:pt x="5777" y="4275"/>
                  </a:cubicBezTo>
                  <a:cubicBezTo>
                    <a:pt x="4944" y="2984"/>
                    <a:pt x="4910" y="1387"/>
                    <a:pt x="4146" y="61"/>
                  </a:cubicBezTo>
                  <a:cubicBezTo>
                    <a:pt x="4124" y="18"/>
                    <a:pt x="4091" y="1"/>
                    <a:pt x="40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5"/>
            <p:cNvSpPr/>
            <p:nvPr/>
          </p:nvSpPr>
          <p:spPr>
            <a:xfrm>
              <a:off x="3973903" y="3561720"/>
              <a:ext cx="1111146" cy="1091096"/>
            </a:xfrm>
            <a:custGeom>
              <a:avLst/>
              <a:gdLst/>
              <a:ahLst/>
              <a:cxnLst/>
              <a:rect l="l" t="t" r="r" b="b"/>
              <a:pathLst>
                <a:path w="22444" h="22039" extrusionOk="0">
                  <a:moveTo>
                    <a:pt x="3456" y="97"/>
                  </a:moveTo>
                  <a:cubicBezTo>
                    <a:pt x="3465" y="97"/>
                    <a:pt x="3475" y="99"/>
                    <a:pt x="3483" y="104"/>
                  </a:cubicBezTo>
                  <a:cubicBezTo>
                    <a:pt x="3993" y="630"/>
                    <a:pt x="3653" y="1650"/>
                    <a:pt x="3059" y="1956"/>
                  </a:cubicBezTo>
                  <a:cubicBezTo>
                    <a:pt x="3044" y="1970"/>
                    <a:pt x="3027" y="1975"/>
                    <a:pt x="3009" y="1975"/>
                  </a:cubicBezTo>
                  <a:cubicBezTo>
                    <a:pt x="2984" y="1975"/>
                    <a:pt x="2959" y="1965"/>
                    <a:pt x="2940" y="1956"/>
                  </a:cubicBezTo>
                  <a:cubicBezTo>
                    <a:pt x="2930" y="1984"/>
                    <a:pt x="2894" y="2007"/>
                    <a:pt x="2861" y="2007"/>
                  </a:cubicBezTo>
                  <a:cubicBezTo>
                    <a:pt x="2835" y="2007"/>
                    <a:pt x="2811" y="1993"/>
                    <a:pt x="2804" y="1956"/>
                  </a:cubicBezTo>
                  <a:cubicBezTo>
                    <a:pt x="2668" y="1463"/>
                    <a:pt x="2719" y="953"/>
                    <a:pt x="2940" y="494"/>
                  </a:cubicBezTo>
                  <a:cubicBezTo>
                    <a:pt x="3025" y="307"/>
                    <a:pt x="3194" y="189"/>
                    <a:pt x="3415" y="172"/>
                  </a:cubicBezTo>
                  <a:cubicBezTo>
                    <a:pt x="3398" y="172"/>
                    <a:pt x="3398" y="155"/>
                    <a:pt x="3415" y="155"/>
                  </a:cubicBezTo>
                  <a:cubicBezTo>
                    <a:pt x="3403" y="116"/>
                    <a:pt x="3428" y="97"/>
                    <a:pt x="3456" y="97"/>
                  </a:cubicBezTo>
                  <a:close/>
                  <a:moveTo>
                    <a:pt x="1546" y="2975"/>
                  </a:moveTo>
                  <a:cubicBezTo>
                    <a:pt x="1971" y="3009"/>
                    <a:pt x="2294" y="3366"/>
                    <a:pt x="2260" y="3808"/>
                  </a:cubicBezTo>
                  <a:cubicBezTo>
                    <a:pt x="2260" y="3880"/>
                    <a:pt x="2203" y="3914"/>
                    <a:pt x="2143" y="3914"/>
                  </a:cubicBezTo>
                  <a:cubicBezTo>
                    <a:pt x="2076" y="3914"/>
                    <a:pt x="2005" y="3871"/>
                    <a:pt x="2005" y="3791"/>
                  </a:cubicBezTo>
                  <a:cubicBezTo>
                    <a:pt x="2022" y="3502"/>
                    <a:pt x="1818" y="3264"/>
                    <a:pt x="1529" y="3230"/>
                  </a:cubicBezTo>
                  <a:cubicBezTo>
                    <a:pt x="1241" y="3247"/>
                    <a:pt x="1003" y="3468"/>
                    <a:pt x="986" y="3757"/>
                  </a:cubicBezTo>
                  <a:cubicBezTo>
                    <a:pt x="977" y="3799"/>
                    <a:pt x="939" y="3820"/>
                    <a:pt x="901" y="3820"/>
                  </a:cubicBezTo>
                  <a:cubicBezTo>
                    <a:pt x="862" y="3820"/>
                    <a:pt x="824" y="3799"/>
                    <a:pt x="816" y="3757"/>
                  </a:cubicBezTo>
                  <a:cubicBezTo>
                    <a:pt x="799" y="3332"/>
                    <a:pt x="1122" y="2975"/>
                    <a:pt x="1546" y="2975"/>
                  </a:cubicBezTo>
                  <a:close/>
                  <a:moveTo>
                    <a:pt x="3415" y="0"/>
                  </a:moveTo>
                  <a:cubicBezTo>
                    <a:pt x="3009" y="0"/>
                    <a:pt x="2713" y="644"/>
                    <a:pt x="2617" y="987"/>
                  </a:cubicBezTo>
                  <a:cubicBezTo>
                    <a:pt x="2549" y="1242"/>
                    <a:pt x="2532" y="1531"/>
                    <a:pt x="2549" y="1803"/>
                  </a:cubicBezTo>
                  <a:cubicBezTo>
                    <a:pt x="2566" y="1888"/>
                    <a:pt x="2583" y="1990"/>
                    <a:pt x="2583" y="2074"/>
                  </a:cubicBezTo>
                  <a:cubicBezTo>
                    <a:pt x="2595" y="2149"/>
                    <a:pt x="2535" y="2196"/>
                    <a:pt x="2468" y="2196"/>
                  </a:cubicBezTo>
                  <a:cubicBezTo>
                    <a:pt x="2444" y="2196"/>
                    <a:pt x="2419" y="2190"/>
                    <a:pt x="2396" y="2176"/>
                  </a:cubicBezTo>
                  <a:cubicBezTo>
                    <a:pt x="2379" y="2210"/>
                    <a:pt x="2328" y="2210"/>
                    <a:pt x="2294" y="2210"/>
                  </a:cubicBezTo>
                  <a:cubicBezTo>
                    <a:pt x="2238" y="2196"/>
                    <a:pt x="2182" y="2190"/>
                    <a:pt x="2127" y="2190"/>
                  </a:cubicBezTo>
                  <a:cubicBezTo>
                    <a:pt x="1580" y="2190"/>
                    <a:pt x="1075" y="2825"/>
                    <a:pt x="612" y="3026"/>
                  </a:cubicBezTo>
                  <a:cubicBezTo>
                    <a:pt x="408" y="3128"/>
                    <a:pt x="204" y="3196"/>
                    <a:pt x="0" y="3247"/>
                  </a:cubicBezTo>
                  <a:cubicBezTo>
                    <a:pt x="357" y="3875"/>
                    <a:pt x="561" y="4589"/>
                    <a:pt x="544" y="5303"/>
                  </a:cubicBezTo>
                  <a:cubicBezTo>
                    <a:pt x="544" y="5693"/>
                    <a:pt x="510" y="6067"/>
                    <a:pt x="408" y="6441"/>
                  </a:cubicBezTo>
                  <a:cubicBezTo>
                    <a:pt x="306" y="6730"/>
                    <a:pt x="187" y="7019"/>
                    <a:pt x="51" y="7308"/>
                  </a:cubicBezTo>
                  <a:cubicBezTo>
                    <a:pt x="277" y="7332"/>
                    <a:pt x="503" y="7343"/>
                    <a:pt x="729" y="7343"/>
                  </a:cubicBezTo>
                  <a:cubicBezTo>
                    <a:pt x="1947" y="7343"/>
                    <a:pt x="3148" y="6998"/>
                    <a:pt x="4180" y="6339"/>
                  </a:cubicBezTo>
                  <a:cubicBezTo>
                    <a:pt x="4212" y="6319"/>
                    <a:pt x="4245" y="6310"/>
                    <a:pt x="4275" y="6310"/>
                  </a:cubicBezTo>
                  <a:cubicBezTo>
                    <a:pt x="4421" y="6310"/>
                    <a:pt x="4524" y="6513"/>
                    <a:pt x="4384" y="6611"/>
                  </a:cubicBezTo>
                  <a:cubicBezTo>
                    <a:pt x="3976" y="6883"/>
                    <a:pt x="3551" y="7104"/>
                    <a:pt x="3109" y="7274"/>
                  </a:cubicBezTo>
                  <a:lnTo>
                    <a:pt x="3143" y="7325"/>
                  </a:lnTo>
                  <a:cubicBezTo>
                    <a:pt x="3177" y="7325"/>
                    <a:pt x="3194" y="7325"/>
                    <a:pt x="3228" y="7342"/>
                  </a:cubicBezTo>
                  <a:cubicBezTo>
                    <a:pt x="5029" y="8514"/>
                    <a:pt x="5692" y="11029"/>
                    <a:pt x="5029" y="13016"/>
                  </a:cubicBezTo>
                  <a:cubicBezTo>
                    <a:pt x="4605" y="14291"/>
                    <a:pt x="3636" y="15242"/>
                    <a:pt x="2702" y="16143"/>
                  </a:cubicBezTo>
                  <a:cubicBezTo>
                    <a:pt x="1801" y="17026"/>
                    <a:pt x="1105" y="17825"/>
                    <a:pt x="612" y="18895"/>
                  </a:cubicBezTo>
                  <a:cubicBezTo>
                    <a:pt x="884" y="19312"/>
                    <a:pt x="1354" y="19578"/>
                    <a:pt x="1848" y="19578"/>
                  </a:cubicBezTo>
                  <a:cubicBezTo>
                    <a:pt x="1878" y="19578"/>
                    <a:pt x="1907" y="19577"/>
                    <a:pt x="1937" y="19575"/>
                  </a:cubicBezTo>
                  <a:lnTo>
                    <a:pt x="1954" y="19575"/>
                  </a:lnTo>
                  <a:cubicBezTo>
                    <a:pt x="2651" y="18623"/>
                    <a:pt x="3415" y="17740"/>
                    <a:pt x="4231" y="16907"/>
                  </a:cubicBezTo>
                  <a:cubicBezTo>
                    <a:pt x="4568" y="16554"/>
                    <a:pt x="5574" y="15229"/>
                    <a:pt x="6185" y="15229"/>
                  </a:cubicBezTo>
                  <a:cubicBezTo>
                    <a:pt x="6220" y="15229"/>
                    <a:pt x="6254" y="15233"/>
                    <a:pt x="6287" y="15242"/>
                  </a:cubicBezTo>
                  <a:cubicBezTo>
                    <a:pt x="6475" y="15305"/>
                    <a:pt x="6446" y="15571"/>
                    <a:pt x="6280" y="15571"/>
                  </a:cubicBezTo>
                  <a:cubicBezTo>
                    <a:pt x="6266" y="15571"/>
                    <a:pt x="6251" y="15569"/>
                    <a:pt x="6236" y="15565"/>
                  </a:cubicBezTo>
                  <a:cubicBezTo>
                    <a:pt x="6151" y="15565"/>
                    <a:pt x="6066" y="15599"/>
                    <a:pt x="5998" y="15650"/>
                  </a:cubicBezTo>
                  <a:cubicBezTo>
                    <a:pt x="6032" y="15667"/>
                    <a:pt x="6083" y="15701"/>
                    <a:pt x="6117" y="15718"/>
                  </a:cubicBezTo>
                  <a:lnTo>
                    <a:pt x="6168" y="15735"/>
                  </a:lnTo>
                  <a:cubicBezTo>
                    <a:pt x="8134" y="16429"/>
                    <a:pt x="10087" y="16804"/>
                    <a:pt x="12071" y="16804"/>
                  </a:cubicBezTo>
                  <a:cubicBezTo>
                    <a:pt x="13294" y="16804"/>
                    <a:pt x="14528" y="16662"/>
                    <a:pt x="15785" y="16364"/>
                  </a:cubicBezTo>
                  <a:cubicBezTo>
                    <a:pt x="15802" y="16355"/>
                    <a:pt x="15823" y="16351"/>
                    <a:pt x="15844" y="16351"/>
                  </a:cubicBezTo>
                  <a:cubicBezTo>
                    <a:pt x="15865" y="16351"/>
                    <a:pt x="15887" y="16355"/>
                    <a:pt x="15904" y="16364"/>
                  </a:cubicBezTo>
                  <a:cubicBezTo>
                    <a:pt x="15904" y="16177"/>
                    <a:pt x="15904" y="16007"/>
                    <a:pt x="15920" y="15837"/>
                  </a:cubicBezTo>
                  <a:cubicBezTo>
                    <a:pt x="15929" y="15780"/>
                    <a:pt x="15972" y="15754"/>
                    <a:pt x="16017" y="15754"/>
                  </a:cubicBezTo>
                  <a:cubicBezTo>
                    <a:pt x="16066" y="15754"/>
                    <a:pt x="16116" y="15784"/>
                    <a:pt x="16124" y="15837"/>
                  </a:cubicBezTo>
                  <a:cubicBezTo>
                    <a:pt x="16294" y="17383"/>
                    <a:pt x="16685" y="18759"/>
                    <a:pt x="17705" y="19983"/>
                  </a:cubicBezTo>
                  <a:cubicBezTo>
                    <a:pt x="18486" y="20900"/>
                    <a:pt x="19438" y="21512"/>
                    <a:pt x="20474" y="22038"/>
                  </a:cubicBezTo>
                  <a:cubicBezTo>
                    <a:pt x="20474" y="22021"/>
                    <a:pt x="20491" y="21988"/>
                    <a:pt x="20525" y="21971"/>
                  </a:cubicBezTo>
                  <a:cubicBezTo>
                    <a:pt x="20797" y="21818"/>
                    <a:pt x="21001" y="21563"/>
                    <a:pt x="21120" y="21257"/>
                  </a:cubicBezTo>
                  <a:cubicBezTo>
                    <a:pt x="19506" y="20068"/>
                    <a:pt x="18214" y="18504"/>
                    <a:pt x="17942" y="16449"/>
                  </a:cubicBezTo>
                  <a:lnTo>
                    <a:pt x="17891" y="16449"/>
                  </a:lnTo>
                  <a:cubicBezTo>
                    <a:pt x="17671" y="16432"/>
                    <a:pt x="17738" y="16109"/>
                    <a:pt x="17942" y="16109"/>
                  </a:cubicBezTo>
                  <a:cubicBezTo>
                    <a:pt x="17988" y="16111"/>
                    <a:pt x="18033" y="16112"/>
                    <a:pt x="18078" y="16112"/>
                  </a:cubicBezTo>
                  <a:cubicBezTo>
                    <a:pt x="21207" y="16112"/>
                    <a:pt x="22444" y="11488"/>
                    <a:pt x="21171" y="9143"/>
                  </a:cubicBezTo>
                  <a:cubicBezTo>
                    <a:pt x="20916" y="8701"/>
                    <a:pt x="20593" y="8293"/>
                    <a:pt x="20185" y="7987"/>
                  </a:cubicBezTo>
                  <a:cubicBezTo>
                    <a:pt x="20151" y="7970"/>
                    <a:pt x="20134" y="7953"/>
                    <a:pt x="20117" y="7936"/>
                  </a:cubicBezTo>
                  <a:cubicBezTo>
                    <a:pt x="19144" y="7204"/>
                    <a:pt x="17855" y="6980"/>
                    <a:pt x="16568" y="6980"/>
                  </a:cubicBezTo>
                  <a:cubicBezTo>
                    <a:pt x="15765" y="6980"/>
                    <a:pt x="14963" y="7067"/>
                    <a:pt x="14238" y="7172"/>
                  </a:cubicBezTo>
                  <a:cubicBezTo>
                    <a:pt x="13083" y="7342"/>
                    <a:pt x="11874" y="7550"/>
                    <a:pt x="10683" y="7550"/>
                  </a:cubicBezTo>
                  <a:cubicBezTo>
                    <a:pt x="9738" y="7550"/>
                    <a:pt x="8805" y="7419"/>
                    <a:pt x="7918" y="7036"/>
                  </a:cubicBezTo>
                  <a:cubicBezTo>
                    <a:pt x="5947" y="6186"/>
                    <a:pt x="4724" y="3960"/>
                    <a:pt x="3687" y="2210"/>
                  </a:cubicBezTo>
                  <a:cubicBezTo>
                    <a:pt x="3670" y="2193"/>
                    <a:pt x="3670" y="2176"/>
                    <a:pt x="3670" y="2176"/>
                  </a:cubicBezTo>
                  <a:cubicBezTo>
                    <a:pt x="3602" y="2244"/>
                    <a:pt x="3534" y="2295"/>
                    <a:pt x="3449" y="2363"/>
                  </a:cubicBezTo>
                  <a:cubicBezTo>
                    <a:pt x="3422" y="2387"/>
                    <a:pt x="3393" y="2397"/>
                    <a:pt x="3366" y="2397"/>
                  </a:cubicBezTo>
                  <a:cubicBezTo>
                    <a:pt x="3258" y="2397"/>
                    <a:pt x="3174" y="2237"/>
                    <a:pt x="3296" y="2142"/>
                  </a:cubicBezTo>
                  <a:cubicBezTo>
                    <a:pt x="3772" y="1769"/>
                    <a:pt x="4367" y="630"/>
                    <a:pt x="3721" y="121"/>
                  </a:cubicBezTo>
                  <a:cubicBezTo>
                    <a:pt x="3614" y="36"/>
                    <a:pt x="3512" y="0"/>
                    <a:pt x="3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5"/>
            <p:cNvSpPr/>
            <p:nvPr/>
          </p:nvSpPr>
          <p:spPr>
            <a:xfrm>
              <a:off x="4916842" y="4338158"/>
              <a:ext cx="185950" cy="233081"/>
            </a:xfrm>
            <a:custGeom>
              <a:avLst/>
              <a:gdLst/>
              <a:ahLst/>
              <a:cxnLst/>
              <a:rect l="l" t="t" r="r" b="b"/>
              <a:pathLst>
                <a:path w="3756" h="4708" extrusionOk="0">
                  <a:moveTo>
                    <a:pt x="1156" y="1"/>
                  </a:moveTo>
                  <a:cubicBezTo>
                    <a:pt x="816" y="290"/>
                    <a:pt x="426" y="511"/>
                    <a:pt x="1" y="630"/>
                  </a:cubicBezTo>
                  <a:cubicBezTo>
                    <a:pt x="477" y="2261"/>
                    <a:pt x="1751" y="4164"/>
                    <a:pt x="3450" y="4707"/>
                  </a:cubicBezTo>
                  <a:cubicBezTo>
                    <a:pt x="3637" y="4571"/>
                    <a:pt x="3756" y="4334"/>
                    <a:pt x="3705" y="4096"/>
                  </a:cubicBezTo>
                  <a:cubicBezTo>
                    <a:pt x="3705" y="4079"/>
                    <a:pt x="3705" y="4079"/>
                    <a:pt x="3705" y="4062"/>
                  </a:cubicBezTo>
                  <a:cubicBezTo>
                    <a:pt x="2244" y="3348"/>
                    <a:pt x="1173" y="1581"/>
                    <a:pt x="1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55"/>
            <p:cNvSpPr/>
            <p:nvPr/>
          </p:nvSpPr>
          <p:spPr>
            <a:xfrm>
              <a:off x="4107626" y="3566622"/>
              <a:ext cx="64805" cy="94807"/>
            </a:xfrm>
            <a:custGeom>
              <a:avLst/>
              <a:gdLst/>
              <a:ahLst/>
              <a:cxnLst/>
              <a:rect l="l" t="t" r="r" b="b"/>
              <a:pathLst>
                <a:path w="1309" h="1915" extrusionOk="0">
                  <a:moveTo>
                    <a:pt x="696" y="288"/>
                  </a:moveTo>
                  <a:cubicBezTo>
                    <a:pt x="719" y="288"/>
                    <a:pt x="742" y="295"/>
                    <a:pt x="765" y="310"/>
                  </a:cubicBezTo>
                  <a:lnTo>
                    <a:pt x="748" y="310"/>
                  </a:lnTo>
                  <a:cubicBezTo>
                    <a:pt x="867" y="820"/>
                    <a:pt x="680" y="1347"/>
                    <a:pt x="273" y="1670"/>
                  </a:cubicBezTo>
                  <a:cubicBezTo>
                    <a:pt x="256" y="1449"/>
                    <a:pt x="273" y="1228"/>
                    <a:pt x="307" y="1007"/>
                  </a:cubicBezTo>
                  <a:cubicBezTo>
                    <a:pt x="324" y="871"/>
                    <a:pt x="358" y="735"/>
                    <a:pt x="408" y="599"/>
                  </a:cubicBezTo>
                  <a:cubicBezTo>
                    <a:pt x="452" y="498"/>
                    <a:pt x="568" y="288"/>
                    <a:pt x="696" y="288"/>
                  </a:cubicBezTo>
                  <a:close/>
                  <a:moveTo>
                    <a:pt x="772" y="0"/>
                  </a:moveTo>
                  <a:cubicBezTo>
                    <a:pt x="732" y="0"/>
                    <a:pt x="704" y="28"/>
                    <a:pt x="731" y="56"/>
                  </a:cubicBezTo>
                  <a:cubicBezTo>
                    <a:pt x="731" y="73"/>
                    <a:pt x="731" y="73"/>
                    <a:pt x="731" y="73"/>
                  </a:cubicBezTo>
                  <a:cubicBezTo>
                    <a:pt x="527" y="90"/>
                    <a:pt x="341" y="225"/>
                    <a:pt x="256" y="412"/>
                  </a:cubicBezTo>
                  <a:cubicBezTo>
                    <a:pt x="35" y="854"/>
                    <a:pt x="1" y="1381"/>
                    <a:pt x="120" y="1857"/>
                  </a:cubicBezTo>
                  <a:cubicBezTo>
                    <a:pt x="128" y="1897"/>
                    <a:pt x="155" y="1914"/>
                    <a:pt x="184" y="1914"/>
                  </a:cubicBezTo>
                  <a:cubicBezTo>
                    <a:pt x="218" y="1914"/>
                    <a:pt x="255" y="1892"/>
                    <a:pt x="273" y="1857"/>
                  </a:cubicBezTo>
                  <a:cubicBezTo>
                    <a:pt x="281" y="1865"/>
                    <a:pt x="298" y="1869"/>
                    <a:pt x="317" y="1869"/>
                  </a:cubicBezTo>
                  <a:cubicBezTo>
                    <a:pt x="336" y="1869"/>
                    <a:pt x="358" y="1865"/>
                    <a:pt x="375" y="1857"/>
                  </a:cubicBezTo>
                  <a:cubicBezTo>
                    <a:pt x="969" y="1551"/>
                    <a:pt x="1309" y="531"/>
                    <a:pt x="799" y="5"/>
                  </a:cubicBezTo>
                  <a:cubicBezTo>
                    <a:pt x="790" y="1"/>
                    <a:pt x="781" y="0"/>
                    <a:pt x="77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55"/>
            <p:cNvSpPr/>
            <p:nvPr/>
          </p:nvSpPr>
          <p:spPr>
            <a:xfrm>
              <a:off x="4119409" y="3580831"/>
              <a:ext cx="31190" cy="68469"/>
            </a:xfrm>
            <a:custGeom>
              <a:avLst/>
              <a:gdLst/>
              <a:ahLst/>
              <a:cxnLst/>
              <a:rect l="l" t="t" r="r" b="b"/>
              <a:pathLst>
                <a:path w="630" h="1383" extrusionOk="0">
                  <a:moveTo>
                    <a:pt x="441" y="1"/>
                  </a:moveTo>
                  <a:cubicBezTo>
                    <a:pt x="313" y="1"/>
                    <a:pt x="199" y="211"/>
                    <a:pt x="170" y="312"/>
                  </a:cubicBezTo>
                  <a:cubicBezTo>
                    <a:pt x="120" y="448"/>
                    <a:pt x="69" y="584"/>
                    <a:pt x="52" y="720"/>
                  </a:cubicBezTo>
                  <a:cubicBezTo>
                    <a:pt x="18" y="941"/>
                    <a:pt x="1" y="1162"/>
                    <a:pt x="18" y="1383"/>
                  </a:cubicBezTo>
                  <a:cubicBezTo>
                    <a:pt x="442" y="1060"/>
                    <a:pt x="629" y="533"/>
                    <a:pt x="510" y="23"/>
                  </a:cubicBezTo>
                  <a:cubicBezTo>
                    <a:pt x="487" y="8"/>
                    <a:pt x="464" y="1"/>
                    <a:pt x="441" y="1"/>
                  </a:cubicBezTo>
                  <a:close/>
                </a:path>
              </a:pathLst>
            </a:custGeom>
            <a:solidFill>
              <a:srgbClr val="EE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55"/>
            <p:cNvSpPr/>
            <p:nvPr/>
          </p:nvSpPr>
          <p:spPr>
            <a:xfrm>
              <a:off x="4012569" y="3708958"/>
              <a:ext cx="74905" cy="46636"/>
            </a:xfrm>
            <a:custGeom>
              <a:avLst/>
              <a:gdLst/>
              <a:ahLst/>
              <a:cxnLst/>
              <a:rect l="l" t="t" r="r" b="b"/>
              <a:pathLst>
                <a:path w="1513" h="942" extrusionOk="0">
                  <a:moveTo>
                    <a:pt x="765" y="1"/>
                  </a:moveTo>
                  <a:cubicBezTo>
                    <a:pt x="341" y="1"/>
                    <a:pt x="1" y="375"/>
                    <a:pt x="52" y="800"/>
                  </a:cubicBezTo>
                  <a:cubicBezTo>
                    <a:pt x="52" y="842"/>
                    <a:pt x="86" y="863"/>
                    <a:pt x="122" y="863"/>
                  </a:cubicBezTo>
                  <a:cubicBezTo>
                    <a:pt x="158" y="863"/>
                    <a:pt x="196" y="842"/>
                    <a:pt x="205" y="800"/>
                  </a:cubicBezTo>
                  <a:cubicBezTo>
                    <a:pt x="222" y="511"/>
                    <a:pt x="460" y="290"/>
                    <a:pt x="748" y="273"/>
                  </a:cubicBezTo>
                  <a:cubicBezTo>
                    <a:pt x="1037" y="307"/>
                    <a:pt x="1241" y="545"/>
                    <a:pt x="1224" y="834"/>
                  </a:cubicBezTo>
                  <a:cubicBezTo>
                    <a:pt x="1224" y="903"/>
                    <a:pt x="1292" y="942"/>
                    <a:pt x="1357" y="942"/>
                  </a:cubicBezTo>
                  <a:cubicBezTo>
                    <a:pt x="1419" y="942"/>
                    <a:pt x="1479" y="908"/>
                    <a:pt x="1479" y="834"/>
                  </a:cubicBezTo>
                  <a:cubicBezTo>
                    <a:pt x="1513" y="392"/>
                    <a:pt x="1190" y="35"/>
                    <a:pt x="76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5"/>
            <p:cNvSpPr/>
            <p:nvPr/>
          </p:nvSpPr>
          <p:spPr>
            <a:xfrm>
              <a:off x="3857806" y="3922635"/>
              <a:ext cx="436706" cy="658697"/>
            </a:xfrm>
            <a:custGeom>
              <a:avLst/>
              <a:gdLst/>
              <a:ahLst/>
              <a:cxnLst/>
              <a:rect l="l" t="t" r="r" b="b"/>
              <a:pathLst>
                <a:path w="8821" h="13305" extrusionOk="0">
                  <a:moveTo>
                    <a:pt x="6034" y="4764"/>
                  </a:moveTo>
                  <a:cubicBezTo>
                    <a:pt x="6424" y="4764"/>
                    <a:pt x="6814" y="4774"/>
                    <a:pt x="7205" y="4792"/>
                  </a:cubicBezTo>
                  <a:cubicBezTo>
                    <a:pt x="7137" y="5234"/>
                    <a:pt x="7001" y="5658"/>
                    <a:pt x="6814" y="6066"/>
                  </a:cubicBezTo>
                  <a:lnTo>
                    <a:pt x="6746" y="6032"/>
                  </a:lnTo>
                  <a:cubicBezTo>
                    <a:pt x="6720" y="6015"/>
                    <a:pt x="6691" y="6007"/>
                    <a:pt x="6661" y="6007"/>
                  </a:cubicBezTo>
                  <a:cubicBezTo>
                    <a:pt x="6631" y="6007"/>
                    <a:pt x="6601" y="6015"/>
                    <a:pt x="6576" y="6032"/>
                  </a:cubicBezTo>
                  <a:cubicBezTo>
                    <a:pt x="5856" y="5847"/>
                    <a:pt x="5122" y="5754"/>
                    <a:pt x="4388" y="5754"/>
                  </a:cubicBezTo>
                  <a:cubicBezTo>
                    <a:pt x="3373" y="5754"/>
                    <a:pt x="2361" y="5932"/>
                    <a:pt x="1394" y="6287"/>
                  </a:cubicBezTo>
                  <a:lnTo>
                    <a:pt x="1394" y="6270"/>
                  </a:lnTo>
                  <a:cubicBezTo>
                    <a:pt x="1309" y="6117"/>
                    <a:pt x="1258" y="5981"/>
                    <a:pt x="1224" y="5811"/>
                  </a:cubicBezTo>
                  <a:cubicBezTo>
                    <a:pt x="1190" y="5709"/>
                    <a:pt x="1190" y="5591"/>
                    <a:pt x="1173" y="5472"/>
                  </a:cubicBezTo>
                  <a:cubicBezTo>
                    <a:pt x="2073" y="5200"/>
                    <a:pt x="3008" y="4979"/>
                    <a:pt x="3942" y="4860"/>
                  </a:cubicBezTo>
                  <a:cubicBezTo>
                    <a:pt x="4639" y="4795"/>
                    <a:pt x="5337" y="4764"/>
                    <a:pt x="6034" y="4764"/>
                  </a:cubicBezTo>
                  <a:close/>
                  <a:moveTo>
                    <a:pt x="850" y="5574"/>
                  </a:moveTo>
                  <a:cubicBezTo>
                    <a:pt x="884" y="5862"/>
                    <a:pt x="986" y="6151"/>
                    <a:pt x="1139" y="6389"/>
                  </a:cubicBezTo>
                  <a:cubicBezTo>
                    <a:pt x="952" y="6457"/>
                    <a:pt x="765" y="6542"/>
                    <a:pt x="595" y="6627"/>
                  </a:cubicBezTo>
                  <a:cubicBezTo>
                    <a:pt x="527" y="6321"/>
                    <a:pt x="425" y="6015"/>
                    <a:pt x="289" y="5743"/>
                  </a:cubicBezTo>
                  <a:cubicBezTo>
                    <a:pt x="476" y="5692"/>
                    <a:pt x="663" y="5624"/>
                    <a:pt x="850" y="5574"/>
                  </a:cubicBezTo>
                  <a:close/>
                  <a:moveTo>
                    <a:pt x="2855" y="11809"/>
                  </a:moveTo>
                  <a:cubicBezTo>
                    <a:pt x="3110" y="12251"/>
                    <a:pt x="3586" y="12540"/>
                    <a:pt x="4095" y="12557"/>
                  </a:cubicBezTo>
                  <a:cubicBezTo>
                    <a:pt x="3993" y="12693"/>
                    <a:pt x="3908" y="12829"/>
                    <a:pt x="3823" y="12981"/>
                  </a:cubicBezTo>
                  <a:cubicBezTo>
                    <a:pt x="3806" y="12998"/>
                    <a:pt x="3806" y="13015"/>
                    <a:pt x="3806" y="13032"/>
                  </a:cubicBezTo>
                  <a:lnTo>
                    <a:pt x="3789" y="13032"/>
                  </a:lnTo>
                  <a:cubicBezTo>
                    <a:pt x="3602" y="12947"/>
                    <a:pt x="3382" y="12930"/>
                    <a:pt x="3195" y="12829"/>
                  </a:cubicBezTo>
                  <a:cubicBezTo>
                    <a:pt x="2991" y="12744"/>
                    <a:pt x="2787" y="12642"/>
                    <a:pt x="2617" y="12523"/>
                  </a:cubicBezTo>
                  <a:lnTo>
                    <a:pt x="2600" y="12523"/>
                  </a:lnTo>
                  <a:cubicBezTo>
                    <a:pt x="2600" y="12506"/>
                    <a:pt x="2600" y="12506"/>
                    <a:pt x="2617" y="12489"/>
                  </a:cubicBezTo>
                  <a:cubicBezTo>
                    <a:pt x="2685" y="12251"/>
                    <a:pt x="2770" y="12030"/>
                    <a:pt x="2855" y="11809"/>
                  </a:cubicBezTo>
                  <a:close/>
                  <a:moveTo>
                    <a:pt x="5488" y="1"/>
                  </a:moveTo>
                  <a:cubicBezTo>
                    <a:pt x="5421" y="35"/>
                    <a:pt x="5404" y="120"/>
                    <a:pt x="5454" y="170"/>
                  </a:cubicBezTo>
                  <a:cubicBezTo>
                    <a:pt x="6746" y="1377"/>
                    <a:pt x="7374" y="2957"/>
                    <a:pt x="7222" y="4520"/>
                  </a:cubicBezTo>
                  <a:cubicBezTo>
                    <a:pt x="6568" y="4385"/>
                    <a:pt x="5863" y="4320"/>
                    <a:pt x="5142" y="4320"/>
                  </a:cubicBezTo>
                  <a:cubicBezTo>
                    <a:pt x="3407" y="4320"/>
                    <a:pt x="1577" y="4701"/>
                    <a:pt x="136" y="5421"/>
                  </a:cubicBezTo>
                  <a:cubicBezTo>
                    <a:pt x="102" y="5438"/>
                    <a:pt x="68" y="5455"/>
                    <a:pt x="51" y="5506"/>
                  </a:cubicBezTo>
                  <a:cubicBezTo>
                    <a:pt x="17" y="5523"/>
                    <a:pt x="0" y="5557"/>
                    <a:pt x="0" y="5591"/>
                  </a:cubicBezTo>
                  <a:cubicBezTo>
                    <a:pt x="34" y="5998"/>
                    <a:pt x="153" y="6406"/>
                    <a:pt x="323" y="6780"/>
                  </a:cubicBezTo>
                  <a:cubicBezTo>
                    <a:pt x="351" y="6836"/>
                    <a:pt x="403" y="6869"/>
                    <a:pt x="458" y="6869"/>
                  </a:cubicBezTo>
                  <a:cubicBezTo>
                    <a:pt x="470" y="6869"/>
                    <a:pt x="482" y="6868"/>
                    <a:pt x="493" y="6865"/>
                  </a:cubicBezTo>
                  <a:lnTo>
                    <a:pt x="544" y="6865"/>
                  </a:lnTo>
                  <a:cubicBezTo>
                    <a:pt x="1976" y="6524"/>
                    <a:pt x="3328" y="6127"/>
                    <a:pt x="4721" y="6127"/>
                  </a:cubicBezTo>
                  <a:cubicBezTo>
                    <a:pt x="5344" y="6127"/>
                    <a:pt x="5976" y="6207"/>
                    <a:pt x="6627" y="6406"/>
                  </a:cubicBezTo>
                  <a:cubicBezTo>
                    <a:pt x="6440" y="6729"/>
                    <a:pt x="6236" y="7035"/>
                    <a:pt x="5998" y="7324"/>
                  </a:cubicBezTo>
                  <a:cubicBezTo>
                    <a:pt x="4707" y="8819"/>
                    <a:pt x="2396" y="10229"/>
                    <a:pt x="2328" y="12421"/>
                  </a:cubicBezTo>
                  <a:cubicBezTo>
                    <a:pt x="2328" y="12489"/>
                    <a:pt x="2379" y="12540"/>
                    <a:pt x="2430" y="12557"/>
                  </a:cubicBezTo>
                  <a:cubicBezTo>
                    <a:pt x="2413" y="12608"/>
                    <a:pt x="2430" y="12659"/>
                    <a:pt x="2464" y="12693"/>
                  </a:cubicBezTo>
                  <a:cubicBezTo>
                    <a:pt x="2634" y="12880"/>
                    <a:pt x="2838" y="13015"/>
                    <a:pt x="3059" y="13117"/>
                  </a:cubicBezTo>
                  <a:cubicBezTo>
                    <a:pt x="3280" y="13236"/>
                    <a:pt x="3501" y="13287"/>
                    <a:pt x="3738" y="13304"/>
                  </a:cubicBezTo>
                  <a:cubicBezTo>
                    <a:pt x="3823" y="13287"/>
                    <a:pt x="3874" y="13236"/>
                    <a:pt x="3874" y="13151"/>
                  </a:cubicBezTo>
                  <a:cubicBezTo>
                    <a:pt x="3892" y="13163"/>
                    <a:pt x="3913" y="13169"/>
                    <a:pt x="3933" y="13169"/>
                  </a:cubicBezTo>
                  <a:cubicBezTo>
                    <a:pt x="3969" y="13169"/>
                    <a:pt x="4005" y="13150"/>
                    <a:pt x="4027" y="13117"/>
                  </a:cubicBezTo>
                  <a:cubicBezTo>
                    <a:pt x="4741" y="12285"/>
                    <a:pt x="5404" y="11401"/>
                    <a:pt x="6151" y="10586"/>
                  </a:cubicBezTo>
                  <a:cubicBezTo>
                    <a:pt x="6508" y="10195"/>
                    <a:pt x="6865" y="9821"/>
                    <a:pt x="7239" y="9447"/>
                  </a:cubicBezTo>
                  <a:cubicBezTo>
                    <a:pt x="7527" y="9091"/>
                    <a:pt x="7850" y="8751"/>
                    <a:pt x="8190" y="8445"/>
                  </a:cubicBezTo>
                  <a:lnTo>
                    <a:pt x="8343" y="8326"/>
                  </a:lnTo>
                  <a:cubicBezTo>
                    <a:pt x="8411" y="8275"/>
                    <a:pt x="8496" y="8258"/>
                    <a:pt x="8581" y="8258"/>
                  </a:cubicBezTo>
                  <a:cubicBezTo>
                    <a:pt x="8597" y="8262"/>
                    <a:pt x="8612" y="8263"/>
                    <a:pt x="8626" y="8263"/>
                  </a:cubicBezTo>
                  <a:cubicBezTo>
                    <a:pt x="8805" y="8263"/>
                    <a:pt x="8821" y="7982"/>
                    <a:pt x="8632" y="7935"/>
                  </a:cubicBezTo>
                  <a:cubicBezTo>
                    <a:pt x="8599" y="7926"/>
                    <a:pt x="8565" y="7922"/>
                    <a:pt x="8530" y="7922"/>
                  </a:cubicBezTo>
                  <a:cubicBezTo>
                    <a:pt x="7921" y="7922"/>
                    <a:pt x="6930" y="9247"/>
                    <a:pt x="6593" y="9600"/>
                  </a:cubicBezTo>
                  <a:cubicBezTo>
                    <a:pt x="5760" y="10433"/>
                    <a:pt x="4996" y="11316"/>
                    <a:pt x="4299" y="12268"/>
                  </a:cubicBezTo>
                  <a:lnTo>
                    <a:pt x="4282" y="12268"/>
                  </a:lnTo>
                  <a:cubicBezTo>
                    <a:pt x="4266" y="12268"/>
                    <a:pt x="4249" y="12269"/>
                    <a:pt x="4233" y="12269"/>
                  </a:cubicBezTo>
                  <a:cubicBezTo>
                    <a:pt x="3724" y="12269"/>
                    <a:pt x="3237" y="12016"/>
                    <a:pt x="2974" y="11588"/>
                  </a:cubicBezTo>
                  <a:cubicBezTo>
                    <a:pt x="3467" y="10535"/>
                    <a:pt x="4146" y="9702"/>
                    <a:pt x="5047" y="8836"/>
                  </a:cubicBezTo>
                  <a:cubicBezTo>
                    <a:pt x="5981" y="7935"/>
                    <a:pt x="6967" y="6984"/>
                    <a:pt x="7391" y="5709"/>
                  </a:cubicBezTo>
                  <a:cubicBezTo>
                    <a:pt x="8037" y="3722"/>
                    <a:pt x="7374" y="1190"/>
                    <a:pt x="5573" y="35"/>
                  </a:cubicBezTo>
                  <a:cubicBezTo>
                    <a:pt x="5556" y="1"/>
                    <a:pt x="5522" y="1"/>
                    <a:pt x="548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5"/>
            <p:cNvSpPr/>
            <p:nvPr/>
          </p:nvSpPr>
          <p:spPr>
            <a:xfrm>
              <a:off x="3916672" y="4158691"/>
              <a:ext cx="297837" cy="75251"/>
            </a:xfrm>
            <a:custGeom>
              <a:avLst/>
              <a:gdLst/>
              <a:ahLst/>
              <a:cxnLst/>
              <a:rect l="l" t="t" r="r" b="b"/>
              <a:pathLst>
                <a:path w="6016" h="1520" extrusionOk="0">
                  <a:moveTo>
                    <a:pt x="4970" y="0"/>
                  </a:moveTo>
                  <a:cubicBezTo>
                    <a:pt x="4233" y="0"/>
                    <a:pt x="3498" y="34"/>
                    <a:pt x="2770" y="92"/>
                  </a:cubicBezTo>
                  <a:cubicBezTo>
                    <a:pt x="1836" y="211"/>
                    <a:pt x="901" y="432"/>
                    <a:pt x="1" y="704"/>
                  </a:cubicBezTo>
                  <a:cubicBezTo>
                    <a:pt x="18" y="823"/>
                    <a:pt x="18" y="941"/>
                    <a:pt x="52" y="1060"/>
                  </a:cubicBezTo>
                  <a:cubicBezTo>
                    <a:pt x="86" y="1213"/>
                    <a:pt x="137" y="1366"/>
                    <a:pt x="222" y="1502"/>
                  </a:cubicBezTo>
                  <a:lnTo>
                    <a:pt x="222" y="1519"/>
                  </a:lnTo>
                  <a:cubicBezTo>
                    <a:pt x="1189" y="1164"/>
                    <a:pt x="2201" y="986"/>
                    <a:pt x="3216" y="986"/>
                  </a:cubicBezTo>
                  <a:cubicBezTo>
                    <a:pt x="3950" y="986"/>
                    <a:pt x="4684" y="1079"/>
                    <a:pt x="5404" y="1264"/>
                  </a:cubicBezTo>
                  <a:cubicBezTo>
                    <a:pt x="5429" y="1247"/>
                    <a:pt x="5455" y="1239"/>
                    <a:pt x="5482" y="1239"/>
                  </a:cubicBezTo>
                  <a:cubicBezTo>
                    <a:pt x="5510" y="1239"/>
                    <a:pt x="5540" y="1247"/>
                    <a:pt x="5574" y="1264"/>
                  </a:cubicBezTo>
                  <a:lnTo>
                    <a:pt x="5625" y="1298"/>
                  </a:lnTo>
                  <a:cubicBezTo>
                    <a:pt x="5812" y="890"/>
                    <a:pt x="5948" y="466"/>
                    <a:pt x="6016" y="24"/>
                  </a:cubicBezTo>
                  <a:cubicBezTo>
                    <a:pt x="5667" y="8"/>
                    <a:pt x="5318" y="0"/>
                    <a:pt x="49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5"/>
            <p:cNvSpPr/>
            <p:nvPr/>
          </p:nvSpPr>
          <p:spPr>
            <a:xfrm>
              <a:off x="3903156" y="3746733"/>
              <a:ext cx="56488" cy="52032"/>
            </a:xfrm>
            <a:custGeom>
              <a:avLst/>
              <a:gdLst/>
              <a:ahLst/>
              <a:cxnLst/>
              <a:rect l="l" t="t" r="r" b="b"/>
              <a:pathLst>
                <a:path w="1141" h="1051" extrusionOk="0">
                  <a:moveTo>
                    <a:pt x="538" y="0"/>
                  </a:moveTo>
                  <a:cubicBezTo>
                    <a:pt x="258" y="0"/>
                    <a:pt x="1" y="226"/>
                    <a:pt x="121" y="546"/>
                  </a:cubicBezTo>
                  <a:cubicBezTo>
                    <a:pt x="165" y="694"/>
                    <a:pt x="300" y="791"/>
                    <a:pt x="457" y="791"/>
                  </a:cubicBezTo>
                  <a:cubicBezTo>
                    <a:pt x="481" y="791"/>
                    <a:pt x="505" y="789"/>
                    <a:pt x="529" y="784"/>
                  </a:cubicBezTo>
                  <a:cubicBezTo>
                    <a:pt x="597" y="767"/>
                    <a:pt x="665" y="716"/>
                    <a:pt x="716" y="665"/>
                  </a:cubicBezTo>
                  <a:lnTo>
                    <a:pt x="716" y="665"/>
                  </a:lnTo>
                  <a:cubicBezTo>
                    <a:pt x="699" y="733"/>
                    <a:pt x="665" y="818"/>
                    <a:pt x="631" y="886"/>
                  </a:cubicBezTo>
                  <a:cubicBezTo>
                    <a:pt x="605" y="964"/>
                    <a:pt x="667" y="1051"/>
                    <a:pt x="744" y="1051"/>
                  </a:cubicBezTo>
                  <a:cubicBezTo>
                    <a:pt x="768" y="1051"/>
                    <a:pt x="793" y="1042"/>
                    <a:pt x="818" y="1022"/>
                  </a:cubicBezTo>
                  <a:cubicBezTo>
                    <a:pt x="1072" y="767"/>
                    <a:pt x="1140" y="240"/>
                    <a:pt x="767" y="54"/>
                  </a:cubicBezTo>
                  <a:cubicBezTo>
                    <a:pt x="694" y="17"/>
                    <a:pt x="615" y="0"/>
                    <a:pt x="53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" name="Google Shape;887;p55"/>
          <p:cNvGrpSpPr/>
          <p:nvPr/>
        </p:nvGrpSpPr>
        <p:grpSpPr>
          <a:xfrm rot="-1741839">
            <a:off x="2584568" y="3986070"/>
            <a:ext cx="462829" cy="384160"/>
            <a:chOff x="4336700" y="486125"/>
            <a:chExt cx="214150" cy="177750"/>
          </a:xfrm>
        </p:grpSpPr>
        <p:grpSp>
          <p:nvGrpSpPr>
            <p:cNvPr id="888" name="Google Shape;888;p55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889" name="Google Shape;889;p55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55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55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55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3" name="Google Shape;893;p55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4" name="Google Shape;894;p55"/>
          <p:cNvSpPr/>
          <p:nvPr/>
        </p:nvSpPr>
        <p:spPr>
          <a:xfrm rot="1590403">
            <a:off x="1514182" y="3545931"/>
            <a:ext cx="393889" cy="388883"/>
          </a:xfrm>
          <a:custGeom>
            <a:avLst/>
            <a:gdLst/>
            <a:ahLst/>
            <a:cxnLst/>
            <a:rect l="l" t="t" r="r" b="b"/>
            <a:pathLst>
              <a:path w="4541" h="4483" extrusionOk="0">
                <a:moveTo>
                  <a:pt x="2301" y="353"/>
                </a:moveTo>
                <a:cubicBezTo>
                  <a:pt x="2430" y="586"/>
                  <a:pt x="2553" y="825"/>
                  <a:pt x="2674" y="1063"/>
                </a:cubicBezTo>
                <a:cubicBezTo>
                  <a:pt x="2738" y="1187"/>
                  <a:pt x="2796" y="1316"/>
                  <a:pt x="2866" y="1436"/>
                </a:cubicBezTo>
                <a:cubicBezTo>
                  <a:pt x="2919" y="1529"/>
                  <a:pt x="2973" y="1533"/>
                  <a:pt x="3072" y="1554"/>
                </a:cubicBezTo>
                <a:cubicBezTo>
                  <a:pt x="3451" y="1637"/>
                  <a:pt x="3826" y="1761"/>
                  <a:pt x="4195" y="1884"/>
                </a:cubicBezTo>
                <a:cubicBezTo>
                  <a:pt x="3923" y="2156"/>
                  <a:pt x="3668" y="2442"/>
                  <a:pt x="3386" y="2696"/>
                </a:cubicBezTo>
                <a:cubicBezTo>
                  <a:pt x="3357" y="2722"/>
                  <a:pt x="3342" y="2773"/>
                  <a:pt x="3356" y="2809"/>
                </a:cubicBezTo>
                <a:cubicBezTo>
                  <a:pt x="3509" y="3248"/>
                  <a:pt x="3627" y="3720"/>
                  <a:pt x="3679" y="4186"/>
                </a:cubicBezTo>
                <a:cubicBezTo>
                  <a:pt x="3431" y="4079"/>
                  <a:pt x="3197" y="3934"/>
                  <a:pt x="2968" y="3799"/>
                </a:cubicBezTo>
                <a:cubicBezTo>
                  <a:pt x="2836" y="3722"/>
                  <a:pt x="2707" y="3643"/>
                  <a:pt x="2574" y="3567"/>
                </a:cubicBezTo>
                <a:cubicBezTo>
                  <a:pt x="2506" y="3529"/>
                  <a:pt x="2424" y="3468"/>
                  <a:pt x="2344" y="3452"/>
                </a:cubicBezTo>
                <a:cubicBezTo>
                  <a:pt x="2333" y="3450"/>
                  <a:pt x="2322" y="3449"/>
                  <a:pt x="2310" y="3449"/>
                </a:cubicBezTo>
                <a:cubicBezTo>
                  <a:pt x="2150" y="3449"/>
                  <a:pt x="1947" y="3644"/>
                  <a:pt x="1829" y="3720"/>
                </a:cubicBezTo>
                <a:cubicBezTo>
                  <a:pt x="1586" y="3876"/>
                  <a:pt x="1339" y="4039"/>
                  <a:pt x="1078" y="4168"/>
                </a:cubicBezTo>
                <a:cubicBezTo>
                  <a:pt x="1145" y="3712"/>
                  <a:pt x="1215" y="3255"/>
                  <a:pt x="1326" y="2809"/>
                </a:cubicBezTo>
                <a:cubicBezTo>
                  <a:pt x="1339" y="2756"/>
                  <a:pt x="1316" y="2707"/>
                  <a:pt x="1273" y="2678"/>
                </a:cubicBezTo>
                <a:cubicBezTo>
                  <a:pt x="958" y="2461"/>
                  <a:pt x="643" y="2224"/>
                  <a:pt x="362" y="1960"/>
                </a:cubicBezTo>
                <a:cubicBezTo>
                  <a:pt x="604" y="1875"/>
                  <a:pt x="845" y="1799"/>
                  <a:pt x="1089" y="1722"/>
                </a:cubicBezTo>
                <a:cubicBezTo>
                  <a:pt x="1222" y="1680"/>
                  <a:pt x="1356" y="1639"/>
                  <a:pt x="1487" y="1597"/>
                </a:cubicBezTo>
                <a:cubicBezTo>
                  <a:pt x="1581" y="1565"/>
                  <a:pt x="1686" y="1549"/>
                  <a:pt x="1743" y="1466"/>
                </a:cubicBezTo>
                <a:cubicBezTo>
                  <a:pt x="1809" y="1370"/>
                  <a:pt x="1849" y="1238"/>
                  <a:pt x="1901" y="1132"/>
                </a:cubicBezTo>
                <a:cubicBezTo>
                  <a:pt x="1964" y="1003"/>
                  <a:pt x="2030" y="873"/>
                  <a:pt x="2097" y="746"/>
                </a:cubicBezTo>
                <a:cubicBezTo>
                  <a:pt x="2164" y="614"/>
                  <a:pt x="2231" y="484"/>
                  <a:pt x="2301" y="353"/>
                </a:cubicBezTo>
                <a:close/>
                <a:moveTo>
                  <a:pt x="2297" y="0"/>
                </a:moveTo>
                <a:cubicBezTo>
                  <a:pt x="2258" y="0"/>
                  <a:pt x="2219" y="19"/>
                  <a:pt x="2197" y="57"/>
                </a:cubicBezTo>
                <a:cubicBezTo>
                  <a:pt x="2104" y="223"/>
                  <a:pt x="2016" y="392"/>
                  <a:pt x="1930" y="562"/>
                </a:cubicBezTo>
                <a:cubicBezTo>
                  <a:pt x="1813" y="785"/>
                  <a:pt x="1642" y="1036"/>
                  <a:pt x="1573" y="1280"/>
                </a:cubicBezTo>
                <a:cubicBezTo>
                  <a:pt x="1572" y="1282"/>
                  <a:pt x="1558" y="1312"/>
                  <a:pt x="1554" y="1326"/>
                </a:cubicBezTo>
                <a:cubicBezTo>
                  <a:pt x="1548" y="1329"/>
                  <a:pt x="1539" y="1333"/>
                  <a:pt x="1533" y="1337"/>
                </a:cubicBezTo>
                <a:cubicBezTo>
                  <a:pt x="1484" y="1352"/>
                  <a:pt x="1435" y="1369"/>
                  <a:pt x="1386" y="1385"/>
                </a:cubicBezTo>
                <a:cubicBezTo>
                  <a:pt x="1257" y="1427"/>
                  <a:pt x="1129" y="1467"/>
                  <a:pt x="999" y="1507"/>
                </a:cubicBezTo>
                <a:cubicBezTo>
                  <a:pt x="703" y="1601"/>
                  <a:pt x="408" y="1694"/>
                  <a:pt x="118" y="1804"/>
                </a:cubicBezTo>
                <a:cubicBezTo>
                  <a:pt x="37" y="1834"/>
                  <a:pt x="1" y="1930"/>
                  <a:pt x="66" y="1998"/>
                </a:cubicBezTo>
                <a:cubicBezTo>
                  <a:pt x="371" y="2307"/>
                  <a:pt x="725" y="2581"/>
                  <a:pt x="1082" y="2830"/>
                </a:cubicBezTo>
                <a:cubicBezTo>
                  <a:pt x="964" y="3324"/>
                  <a:pt x="895" y="3829"/>
                  <a:pt x="822" y="4332"/>
                </a:cubicBezTo>
                <a:cubicBezTo>
                  <a:pt x="813" y="4395"/>
                  <a:pt x="856" y="4482"/>
                  <a:pt x="926" y="4482"/>
                </a:cubicBezTo>
                <a:cubicBezTo>
                  <a:pt x="938" y="4482"/>
                  <a:pt x="951" y="4480"/>
                  <a:pt x="964" y="4474"/>
                </a:cubicBezTo>
                <a:cubicBezTo>
                  <a:pt x="1269" y="4348"/>
                  <a:pt x="1550" y="4173"/>
                  <a:pt x="1827" y="3997"/>
                </a:cubicBezTo>
                <a:cubicBezTo>
                  <a:pt x="1951" y="3920"/>
                  <a:pt x="2072" y="3839"/>
                  <a:pt x="2195" y="3761"/>
                </a:cubicBezTo>
                <a:cubicBezTo>
                  <a:pt x="2226" y="3740"/>
                  <a:pt x="2274" y="3720"/>
                  <a:pt x="2303" y="3694"/>
                </a:cubicBezTo>
                <a:cubicBezTo>
                  <a:pt x="2346" y="3738"/>
                  <a:pt x="2507" y="3798"/>
                  <a:pt x="2551" y="3824"/>
                </a:cubicBezTo>
                <a:cubicBezTo>
                  <a:pt x="2685" y="3903"/>
                  <a:pt x="2819" y="3984"/>
                  <a:pt x="2954" y="4061"/>
                </a:cubicBezTo>
                <a:cubicBezTo>
                  <a:pt x="3218" y="4215"/>
                  <a:pt x="3489" y="4374"/>
                  <a:pt x="3780" y="4473"/>
                </a:cubicBezTo>
                <a:cubicBezTo>
                  <a:pt x="3790" y="4476"/>
                  <a:pt x="3801" y="4478"/>
                  <a:pt x="3811" y="4478"/>
                </a:cubicBezTo>
                <a:cubicBezTo>
                  <a:pt x="3871" y="4478"/>
                  <a:pt x="3932" y="4424"/>
                  <a:pt x="3926" y="4362"/>
                </a:cubicBezTo>
                <a:cubicBezTo>
                  <a:pt x="3888" y="3841"/>
                  <a:pt x="3769" y="3308"/>
                  <a:pt x="3600" y="2813"/>
                </a:cubicBezTo>
                <a:cubicBezTo>
                  <a:pt x="3905" y="2531"/>
                  <a:pt x="4178" y="2217"/>
                  <a:pt x="4479" y="1930"/>
                </a:cubicBezTo>
                <a:cubicBezTo>
                  <a:pt x="4482" y="1927"/>
                  <a:pt x="4486" y="1924"/>
                  <a:pt x="4490" y="1920"/>
                </a:cubicBezTo>
                <a:lnTo>
                  <a:pt x="4492" y="1918"/>
                </a:lnTo>
                <a:cubicBezTo>
                  <a:pt x="4541" y="1872"/>
                  <a:pt x="4536" y="1815"/>
                  <a:pt x="4506" y="1774"/>
                </a:cubicBezTo>
                <a:cubicBezTo>
                  <a:pt x="4492" y="1752"/>
                  <a:pt x="4471" y="1733"/>
                  <a:pt x="4440" y="1723"/>
                </a:cubicBezTo>
                <a:cubicBezTo>
                  <a:pt x="3994" y="1577"/>
                  <a:pt x="3532" y="1393"/>
                  <a:pt x="3064" y="1318"/>
                </a:cubicBezTo>
                <a:cubicBezTo>
                  <a:pt x="2842" y="898"/>
                  <a:pt x="2640" y="467"/>
                  <a:pt x="2398" y="57"/>
                </a:cubicBezTo>
                <a:cubicBezTo>
                  <a:pt x="2376" y="19"/>
                  <a:pt x="2337" y="0"/>
                  <a:pt x="22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55"/>
          <p:cNvSpPr/>
          <p:nvPr/>
        </p:nvSpPr>
        <p:spPr>
          <a:xfrm rot="-2180486" flipH="1">
            <a:off x="6744402" y="3619041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55"/>
          <p:cNvSpPr/>
          <p:nvPr/>
        </p:nvSpPr>
        <p:spPr>
          <a:xfrm rot="-2180486" flipH="1">
            <a:off x="3153564" y="738010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7" name="Google Shape;897;p55"/>
          <p:cNvGrpSpPr/>
          <p:nvPr/>
        </p:nvGrpSpPr>
        <p:grpSpPr>
          <a:xfrm rot="-1583137">
            <a:off x="5111650" y="1030922"/>
            <a:ext cx="483857" cy="487879"/>
            <a:chOff x="5030375" y="427250"/>
            <a:chExt cx="192525" cy="194125"/>
          </a:xfrm>
        </p:grpSpPr>
        <p:sp>
          <p:nvSpPr>
            <p:cNvPr id="898" name="Google Shape;898;p55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5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5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5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2" name="Google Shape;902;p55"/>
          <p:cNvGrpSpPr/>
          <p:nvPr/>
        </p:nvGrpSpPr>
        <p:grpSpPr>
          <a:xfrm>
            <a:off x="8095200" y="2341063"/>
            <a:ext cx="490020" cy="266651"/>
            <a:chOff x="7716750" y="3211825"/>
            <a:chExt cx="490020" cy="266651"/>
          </a:xfrm>
        </p:grpSpPr>
        <p:sp>
          <p:nvSpPr>
            <p:cNvPr id="903" name="Google Shape;903;p55"/>
            <p:cNvSpPr/>
            <p:nvPr/>
          </p:nvSpPr>
          <p:spPr>
            <a:xfrm>
              <a:off x="7716750" y="3211825"/>
              <a:ext cx="490020" cy="266651"/>
            </a:xfrm>
            <a:custGeom>
              <a:avLst/>
              <a:gdLst/>
              <a:ahLst/>
              <a:cxnLst/>
              <a:rect l="l" t="t" r="r" b="b"/>
              <a:pathLst>
                <a:path w="11978" h="6518" extrusionOk="0">
                  <a:moveTo>
                    <a:pt x="6875" y="325"/>
                  </a:moveTo>
                  <a:cubicBezTo>
                    <a:pt x="8271" y="325"/>
                    <a:pt x="9743" y="1346"/>
                    <a:pt x="8907" y="2741"/>
                  </a:cubicBezTo>
                  <a:cubicBezTo>
                    <a:pt x="8845" y="2865"/>
                    <a:pt x="8946" y="2980"/>
                    <a:pt x="9051" y="2980"/>
                  </a:cubicBezTo>
                  <a:cubicBezTo>
                    <a:pt x="9090" y="2980"/>
                    <a:pt x="9130" y="2964"/>
                    <a:pt x="9162" y="2928"/>
                  </a:cubicBezTo>
                  <a:cubicBezTo>
                    <a:pt x="9294" y="2893"/>
                    <a:pt x="9434" y="2870"/>
                    <a:pt x="9569" y="2870"/>
                  </a:cubicBezTo>
                  <a:cubicBezTo>
                    <a:pt x="9833" y="2870"/>
                    <a:pt x="10080" y="2958"/>
                    <a:pt x="10215" y="3216"/>
                  </a:cubicBezTo>
                  <a:cubicBezTo>
                    <a:pt x="10402" y="3573"/>
                    <a:pt x="10164" y="3862"/>
                    <a:pt x="9858" y="3998"/>
                  </a:cubicBezTo>
                  <a:cubicBezTo>
                    <a:pt x="9790" y="4049"/>
                    <a:pt x="9773" y="4117"/>
                    <a:pt x="9807" y="4185"/>
                  </a:cubicBezTo>
                  <a:cubicBezTo>
                    <a:pt x="9790" y="4202"/>
                    <a:pt x="9790" y="4219"/>
                    <a:pt x="9773" y="4236"/>
                  </a:cubicBezTo>
                  <a:cubicBezTo>
                    <a:pt x="9677" y="4346"/>
                    <a:pt x="9782" y="4501"/>
                    <a:pt x="9906" y="4501"/>
                  </a:cubicBezTo>
                  <a:cubicBezTo>
                    <a:pt x="9935" y="4501"/>
                    <a:pt x="9965" y="4493"/>
                    <a:pt x="9994" y="4474"/>
                  </a:cubicBezTo>
                  <a:cubicBezTo>
                    <a:pt x="10239" y="4271"/>
                    <a:pt x="10635" y="4098"/>
                    <a:pt x="10963" y="4098"/>
                  </a:cubicBezTo>
                  <a:cubicBezTo>
                    <a:pt x="11295" y="4098"/>
                    <a:pt x="11557" y="4275"/>
                    <a:pt x="11523" y="4780"/>
                  </a:cubicBezTo>
                  <a:cubicBezTo>
                    <a:pt x="11489" y="5459"/>
                    <a:pt x="10861" y="5901"/>
                    <a:pt x="10215" y="5901"/>
                  </a:cubicBezTo>
                  <a:lnTo>
                    <a:pt x="10181" y="5901"/>
                  </a:lnTo>
                  <a:cubicBezTo>
                    <a:pt x="8944" y="6124"/>
                    <a:pt x="7698" y="6238"/>
                    <a:pt x="6450" y="6238"/>
                  </a:cubicBezTo>
                  <a:cubicBezTo>
                    <a:pt x="5984" y="6238"/>
                    <a:pt x="5517" y="6222"/>
                    <a:pt x="5050" y="6190"/>
                  </a:cubicBezTo>
                  <a:cubicBezTo>
                    <a:pt x="4217" y="6139"/>
                    <a:pt x="3385" y="6054"/>
                    <a:pt x="2552" y="5901"/>
                  </a:cubicBezTo>
                  <a:cubicBezTo>
                    <a:pt x="2042" y="5833"/>
                    <a:pt x="1550" y="5629"/>
                    <a:pt x="1159" y="5306"/>
                  </a:cubicBezTo>
                  <a:cubicBezTo>
                    <a:pt x="632" y="4406"/>
                    <a:pt x="751" y="3828"/>
                    <a:pt x="1533" y="3607"/>
                  </a:cubicBezTo>
                  <a:cubicBezTo>
                    <a:pt x="1698" y="3569"/>
                    <a:pt x="1864" y="3550"/>
                    <a:pt x="2030" y="3550"/>
                  </a:cubicBezTo>
                  <a:cubicBezTo>
                    <a:pt x="2085" y="3550"/>
                    <a:pt x="2140" y="3552"/>
                    <a:pt x="2195" y="3556"/>
                  </a:cubicBezTo>
                  <a:cubicBezTo>
                    <a:pt x="2229" y="3556"/>
                    <a:pt x="2280" y="3539"/>
                    <a:pt x="2297" y="3505"/>
                  </a:cubicBezTo>
                  <a:cubicBezTo>
                    <a:pt x="2316" y="3512"/>
                    <a:pt x="2334" y="3515"/>
                    <a:pt x="2351" y="3515"/>
                  </a:cubicBezTo>
                  <a:cubicBezTo>
                    <a:pt x="2462" y="3515"/>
                    <a:pt x="2541" y="3387"/>
                    <a:pt x="2467" y="3284"/>
                  </a:cubicBezTo>
                  <a:cubicBezTo>
                    <a:pt x="2110" y="2588"/>
                    <a:pt x="2093" y="1687"/>
                    <a:pt x="2807" y="1178"/>
                  </a:cubicBezTo>
                  <a:cubicBezTo>
                    <a:pt x="3028" y="1018"/>
                    <a:pt x="3282" y="943"/>
                    <a:pt x="3532" y="943"/>
                  </a:cubicBezTo>
                  <a:cubicBezTo>
                    <a:pt x="3976" y="943"/>
                    <a:pt x="4408" y="1179"/>
                    <a:pt x="4625" y="1602"/>
                  </a:cubicBezTo>
                  <a:cubicBezTo>
                    <a:pt x="4661" y="1660"/>
                    <a:pt x="4716" y="1687"/>
                    <a:pt x="4770" y="1687"/>
                  </a:cubicBezTo>
                  <a:cubicBezTo>
                    <a:pt x="4842" y="1687"/>
                    <a:pt x="4911" y="1639"/>
                    <a:pt x="4931" y="1551"/>
                  </a:cubicBezTo>
                  <a:cubicBezTo>
                    <a:pt x="4965" y="1534"/>
                    <a:pt x="4982" y="1517"/>
                    <a:pt x="4982" y="1500"/>
                  </a:cubicBezTo>
                  <a:cubicBezTo>
                    <a:pt x="5270" y="673"/>
                    <a:pt x="6060" y="325"/>
                    <a:pt x="6875" y="325"/>
                  </a:cubicBezTo>
                  <a:close/>
                  <a:moveTo>
                    <a:pt x="7017" y="1"/>
                  </a:moveTo>
                  <a:cubicBezTo>
                    <a:pt x="6095" y="1"/>
                    <a:pt x="5063" y="383"/>
                    <a:pt x="4795" y="1263"/>
                  </a:cubicBezTo>
                  <a:cubicBezTo>
                    <a:pt x="4495" y="823"/>
                    <a:pt x="4006" y="587"/>
                    <a:pt x="3507" y="587"/>
                  </a:cubicBezTo>
                  <a:cubicBezTo>
                    <a:pt x="3214" y="587"/>
                    <a:pt x="2918" y="668"/>
                    <a:pt x="2654" y="838"/>
                  </a:cubicBezTo>
                  <a:cubicBezTo>
                    <a:pt x="1839" y="1381"/>
                    <a:pt x="1601" y="2452"/>
                    <a:pt x="2110" y="3284"/>
                  </a:cubicBezTo>
                  <a:cubicBezTo>
                    <a:pt x="2000" y="3266"/>
                    <a:pt x="1895" y="3258"/>
                    <a:pt x="1795" y="3258"/>
                  </a:cubicBezTo>
                  <a:cubicBezTo>
                    <a:pt x="296" y="3258"/>
                    <a:pt x="0" y="5183"/>
                    <a:pt x="1482" y="5884"/>
                  </a:cubicBezTo>
                  <a:cubicBezTo>
                    <a:pt x="2637" y="6462"/>
                    <a:pt x="4353" y="6428"/>
                    <a:pt x="5594" y="6496"/>
                  </a:cubicBezTo>
                  <a:cubicBezTo>
                    <a:pt x="5929" y="6510"/>
                    <a:pt x="6264" y="6518"/>
                    <a:pt x="6599" y="6518"/>
                  </a:cubicBezTo>
                  <a:cubicBezTo>
                    <a:pt x="7826" y="6518"/>
                    <a:pt x="9048" y="6417"/>
                    <a:pt x="10249" y="6190"/>
                  </a:cubicBezTo>
                  <a:cubicBezTo>
                    <a:pt x="10283" y="6190"/>
                    <a:pt x="10317" y="6156"/>
                    <a:pt x="10334" y="6139"/>
                  </a:cubicBezTo>
                  <a:cubicBezTo>
                    <a:pt x="10371" y="6142"/>
                    <a:pt x="10407" y="6143"/>
                    <a:pt x="10443" y="6143"/>
                  </a:cubicBezTo>
                  <a:cubicBezTo>
                    <a:pt x="11294" y="6143"/>
                    <a:pt x="11977" y="5389"/>
                    <a:pt x="11863" y="4525"/>
                  </a:cubicBezTo>
                  <a:cubicBezTo>
                    <a:pt x="11796" y="3972"/>
                    <a:pt x="11364" y="3729"/>
                    <a:pt x="10892" y="3729"/>
                  </a:cubicBezTo>
                  <a:cubicBezTo>
                    <a:pt x="10769" y="3729"/>
                    <a:pt x="10643" y="3746"/>
                    <a:pt x="10521" y="3777"/>
                  </a:cubicBezTo>
                  <a:cubicBezTo>
                    <a:pt x="10589" y="3573"/>
                    <a:pt x="10589" y="3369"/>
                    <a:pt x="10521" y="3182"/>
                  </a:cubicBezTo>
                  <a:cubicBezTo>
                    <a:pt x="10357" y="2800"/>
                    <a:pt x="9995" y="2582"/>
                    <a:pt x="9613" y="2582"/>
                  </a:cubicBezTo>
                  <a:cubicBezTo>
                    <a:pt x="9519" y="2582"/>
                    <a:pt x="9425" y="2595"/>
                    <a:pt x="9331" y="2622"/>
                  </a:cubicBezTo>
                  <a:cubicBezTo>
                    <a:pt x="9773" y="1568"/>
                    <a:pt x="8958" y="481"/>
                    <a:pt x="7870" y="124"/>
                  </a:cubicBezTo>
                  <a:cubicBezTo>
                    <a:pt x="7620" y="43"/>
                    <a:pt x="7324" y="1"/>
                    <a:pt x="70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7741910" y="3224589"/>
              <a:ext cx="447678" cy="241901"/>
            </a:xfrm>
            <a:custGeom>
              <a:avLst/>
              <a:gdLst/>
              <a:ahLst/>
              <a:cxnLst/>
              <a:rect l="l" t="t" r="r" b="b"/>
              <a:pathLst>
                <a:path w="10943" h="5913" extrusionOk="0">
                  <a:moveTo>
                    <a:pt x="7843" y="2475"/>
                  </a:moveTo>
                  <a:cubicBezTo>
                    <a:pt x="7931" y="2475"/>
                    <a:pt x="7985" y="2614"/>
                    <a:pt x="7901" y="2684"/>
                  </a:cubicBezTo>
                  <a:cubicBezTo>
                    <a:pt x="7748" y="2802"/>
                    <a:pt x="7595" y="2904"/>
                    <a:pt x="7442" y="3006"/>
                  </a:cubicBezTo>
                  <a:cubicBezTo>
                    <a:pt x="7714" y="3040"/>
                    <a:pt x="7986" y="3125"/>
                    <a:pt x="8241" y="3261"/>
                  </a:cubicBezTo>
                  <a:cubicBezTo>
                    <a:pt x="8317" y="3307"/>
                    <a:pt x="8283" y="3436"/>
                    <a:pt x="8201" y="3436"/>
                  </a:cubicBezTo>
                  <a:cubicBezTo>
                    <a:pt x="8192" y="3436"/>
                    <a:pt x="8183" y="3434"/>
                    <a:pt x="8173" y="3431"/>
                  </a:cubicBezTo>
                  <a:cubicBezTo>
                    <a:pt x="7816" y="3329"/>
                    <a:pt x="7442" y="3261"/>
                    <a:pt x="7068" y="3261"/>
                  </a:cubicBezTo>
                  <a:cubicBezTo>
                    <a:pt x="6932" y="3244"/>
                    <a:pt x="6881" y="3074"/>
                    <a:pt x="7000" y="3006"/>
                  </a:cubicBezTo>
                  <a:cubicBezTo>
                    <a:pt x="7238" y="2819"/>
                    <a:pt x="7510" y="2650"/>
                    <a:pt x="7782" y="2497"/>
                  </a:cubicBezTo>
                  <a:cubicBezTo>
                    <a:pt x="7803" y="2482"/>
                    <a:pt x="7824" y="2475"/>
                    <a:pt x="7843" y="2475"/>
                  </a:cubicBezTo>
                  <a:close/>
                  <a:moveTo>
                    <a:pt x="2649" y="2509"/>
                  </a:moveTo>
                  <a:cubicBezTo>
                    <a:pt x="2661" y="2509"/>
                    <a:pt x="2673" y="2511"/>
                    <a:pt x="2685" y="2514"/>
                  </a:cubicBezTo>
                  <a:cubicBezTo>
                    <a:pt x="3059" y="2735"/>
                    <a:pt x="3415" y="2972"/>
                    <a:pt x="3772" y="3210"/>
                  </a:cubicBezTo>
                  <a:cubicBezTo>
                    <a:pt x="3857" y="3261"/>
                    <a:pt x="3840" y="3397"/>
                    <a:pt x="3738" y="3431"/>
                  </a:cubicBezTo>
                  <a:lnTo>
                    <a:pt x="3755" y="3431"/>
                  </a:lnTo>
                  <a:cubicBezTo>
                    <a:pt x="3458" y="3526"/>
                    <a:pt x="3160" y="3577"/>
                    <a:pt x="2863" y="3577"/>
                  </a:cubicBezTo>
                  <a:cubicBezTo>
                    <a:pt x="2786" y="3577"/>
                    <a:pt x="2710" y="3574"/>
                    <a:pt x="2634" y="3567"/>
                  </a:cubicBezTo>
                  <a:cubicBezTo>
                    <a:pt x="2532" y="3550"/>
                    <a:pt x="2532" y="3397"/>
                    <a:pt x="2634" y="3397"/>
                  </a:cubicBezTo>
                  <a:cubicBezTo>
                    <a:pt x="2889" y="3363"/>
                    <a:pt x="3161" y="3329"/>
                    <a:pt x="3432" y="3278"/>
                  </a:cubicBezTo>
                  <a:cubicBezTo>
                    <a:pt x="3127" y="3108"/>
                    <a:pt x="2838" y="2938"/>
                    <a:pt x="2549" y="2735"/>
                  </a:cubicBezTo>
                  <a:cubicBezTo>
                    <a:pt x="2456" y="2657"/>
                    <a:pt x="2532" y="2509"/>
                    <a:pt x="2649" y="2509"/>
                  </a:cubicBezTo>
                  <a:close/>
                  <a:moveTo>
                    <a:pt x="6189" y="3342"/>
                  </a:moveTo>
                  <a:cubicBezTo>
                    <a:pt x="6245" y="3342"/>
                    <a:pt x="6300" y="3374"/>
                    <a:pt x="6321" y="3448"/>
                  </a:cubicBezTo>
                  <a:cubicBezTo>
                    <a:pt x="6440" y="3890"/>
                    <a:pt x="6168" y="4332"/>
                    <a:pt x="5726" y="4451"/>
                  </a:cubicBezTo>
                  <a:lnTo>
                    <a:pt x="5743" y="4451"/>
                  </a:lnTo>
                  <a:cubicBezTo>
                    <a:pt x="5694" y="4460"/>
                    <a:pt x="5644" y="4464"/>
                    <a:pt x="5596" y="4464"/>
                  </a:cubicBezTo>
                  <a:cubicBezTo>
                    <a:pt x="5197" y="4464"/>
                    <a:pt x="4856" y="4163"/>
                    <a:pt x="4826" y="3754"/>
                  </a:cubicBezTo>
                  <a:cubicBezTo>
                    <a:pt x="4835" y="3688"/>
                    <a:pt x="4881" y="3653"/>
                    <a:pt x="4927" y="3653"/>
                  </a:cubicBezTo>
                  <a:cubicBezTo>
                    <a:pt x="4962" y="3653"/>
                    <a:pt x="4997" y="3675"/>
                    <a:pt x="5012" y="3720"/>
                  </a:cubicBezTo>
                  <a:cubicBezTo>
                    <a:pt x="5087" y="3972"/>
                    <a:pt x="5303" y="4212"/>
                    <a:pt x="5572" y="4212"/>
                  </a:cubicBezTo>
                  <a:cubicBezTo>
                    <a:pt x="5611" y="4212"/>
                    <a:pt x="5651" y="4206"/>
                    <a:pt x="5692" y="4196"/>
                  </a:cubicBezTo>
                  <a:cubicBezTo>
                    <a:pt x="5981" y="4094"/>
                    <a:pt x="6134" y="3805"/>
                    <a:pt x="6049" y="3516"/>
                  </a:cubicBezTo>
                  <a:cubicBezTo>
                    <a:pt x="6018" y="3414"/>
                    <a:pt x="6104" y="3342"/>
                    <a:pt x="6189" y="3342"/>
                  </a:cubicBezTo>
                  <a:close/>
                  <a:moveTo>
                    <a:pt x="6233" y="1"/>
                  </a:moveTo>
                  <a:cubicBezTo>
                    <a:pt x="5421" y="1"/>
                    <a:pt x="4637" y="348"/>
                    <a:pt x="4350" y="1171"/>
                  </a:cubicBezTo>
                  <a:cubicBezTo>
                    <a:pt x="4350" y="1205"/>
                    <a:pt x="4333" y="1222"/>
                    <a:pt x="4299" y="1239"/>
                  </a:cubicBezTo>
                  <a:cubicBezTo>
                    <a:pt x="4279" y="1318"/>
                    <a:pt x="4208" y="1363"/>
                    <a:pt x="4134" y="1363"/>
                  </a:cubicBezTo>
                  <a:cubicBezTo>
                    <a:pt x="4082" y="1363"/>
                    <a:pt x="4029" y="1340"/>
                    <a:pt x="3993" y="1290"/>
                  </a:cubicBezTo>
                  <a:cubicBezTo>
                    <a:pt x="3777" y="859"/>
                    <a:pt x="3349" y="619"/>
                    <a:pt x="2909" y="619"/>
                  </a:cubicBezTo>
                  <a:cubicBezTo>
                    <a:pt x="2655" y="619"/>
                    <a:pt x="2398" y="698"/>
                    <a:pt x="2175" y="866"/>
                  </a:cubicBezTo>
                  <a:cubicBezTo>
                    <a:pt x="1461" y="1358"/>
                    <a:pt x="1478" y="2259"/>
                    <a:pt x="1835" y="2972"/>
                  </a:cubicBezTo>
                  <a:cubicBezTo>
                    <a:pt x="1908" y="3074"/>
                    <a:pt x="1832" y="3187"/>
                    <a:pt x="1724" y="3187"/>
                  </a:cubicBezTo>
                  <a:cubicBezTo>
                    <a:pt x="1705" y="3187"/>
                    <a:pt x="1685" y="3184"/>
                    <a:pt x="1665" y="3176"/>
                  </a:cubicBezTo>
                  <a:cubicBezTo>
                    <a:pt x="1648" y="3210"/>
                    <a:pt x="1597" y="3227"/>
                    <a:pt x="1563" y="3227"/>
                  </a:cubicBezTo>
                  <a:cubicBezTo>
                    <a:pt x="1511" y="3223"/>
                    <a:pt x="1459" y="3221"/>
                    <a:pt x="1407" y="3221"/>
                  </a:cubicBezTo>
                  <a:cubicBezTo>
                    <a:pt x="1238" y="3221"/>
                    <a:pt x="1069" y="3243"/>
                    <a:pt x="901" y="3295"/>
                  </a:cubicBezTo>
                  <a:cubicBezTo>
                    <a:pt x="119" y="3516"/>
                    <a:pt x="0" y="4077"/>
                    <a:pt x="527" y="4994"/>
                  </a:cubicBezTo>
                  <a:cubicBezTo>
                    <a:pt x="918" y="5300"/>
                    <a:pt x="1410" y="5504"/>
                    <a:pt x="1920" y="5589"/>
                  </a:cubicBezTo>
                  <a:cubicBezTo>
                    <a:pt x="2753" y="5725"/>
                    <a:pt x="3585" y="5827"/>
                    <a:pt x="4418" y="5861"/>
                  </a:cubicBezTo>
                  <a:cubicBezTo>
                    <a:pt x="4912" y="5895"/>
                    <a:pt x="5407" y="5912"/>
                    <a:pt x="5901" y="5912"/>
                  </a:cubicBezTo>
                  <a:cubicBezTo>
                    <a:pt x="7122" y="5912"/>
                    <a:pt x="8340" y="5807"/>
                    <a:pt x="9549" y="5589"/>
                  </a:cubicBezTo>
                  <a:lnTo>
                    <a:pt x="9583" y="5589"/>
                  </a:lnTo>
                  <a:cubicBezTo>
                    <a:pt x="10229" y="5589"/>
                    <a:pt x="10874" y="5147"/>
                    <a:pt x="10908" y="4468"/>
                  </a:cubicBezTo>
                  <a:cubicBezTo>
                    <a:pt x="10942" y="3963"/>
                    <a:pt x="10680" y="3786"/>
                    <a:pt x="10348" y="3786"/>
                  </a:cubicBezTo>
                  <a:cubicBezTo>
                    <a:pt x="10020" y="3786"/>
                    <a:pt x="9624" y="3959"/>
                    <a:pt x="9379" y="4162"/>
                  </a:cubicBezTo>
                  <a:cubicBezTo>
                    <a:pt x="9344" y="4190"/>
                    <a:pt x="9305" y="4202"/>
                    <a:pt x="9268" y="4202"/>
                  </a:cubicBezTo>
                  <a:cubicBezTo>
                    <a:pt x="9128" y="4202"/>
                    <a:pt x="9007" y="4028"/>
                    <a:pt x="9141" y="3907"/>
                  </a:cubicBezTo>
                  <a:cubicBezTo>
                    <a:pt x="9158" y="3890"/>
                    <a:pt x="9158" y="3873"/>
                    <a:pt x="9175" y="3873"/>
                  </a:cubicBezTo>
                  <a:cubicBezTo>
                    <a:pt x="9141" y="3805"/>
                    <a:pt x="9158" y="3720"/>
                    <a:pt x="9226" y="3686"/>
                  </a:cubicBezTo>
                  <a:cubicBezTo>
                    <a:pt x="9532" y="3533"/>
                    <a:pt x="9770" y="3244"/>
                    <a:pt x="9583" y="2904"/>
                  </a:cubicBezTo>
                  <a:cubicBezTo>
                    <a:pt x="9451" y="2640"/>
                    <a:pt x="9212" y="2554"/>
                    <a:pt x="8954" y="2554"/>
                  </a:cubicBezTo>
                  <a:cubicBezTo>
                    <a:pt x="8813" y="2554"/>
                    <a:pt x="8667" y="2580"/>
                    <a:pt x="8530" y="2616"/>
                  </a:cubicBezTo>
                  <a:cubicBezTo>
                    <a:pt x="8499" y="2651"/>
                    <a:pt x="8462" y="2665"/>
                    <a:pt x="8425" y="2665"/>
                  </a:cubicBezTo>
                  <a:cubicBezTo>
                    <a:pt x="8317" y="2665"/>
                    <a:pt x="8212" y="2542"/>
                    <a:pt x="8275" y="2429"/>
                  </a:cubicBezTo>
                  <a:cubicBezTo>
                    <a:pt x="9113" y="1031"/>
                    <a:pt x="7632" y="1"/>
                    <a:pt x="6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8024105" y="3325431"/>
              <a:ext cx="58706" cy="39765"/>
            </a:xfrm>
            <a:custGeom>
              <a:avLst/>
              <a:gdLst/>
              <a:ahLst/>
              <a:cxnLst/>
              <a:rect l="l" t="t" r="r" b="b"/>
              <a:pathLst>
                <a:path w="1435" h="972" extrusionOk="0">
                  <a:moveTo>
                    <a:pt x="942" y="0"/>
                  </a:moveTo>
                  <a:cubicBezTo>
                    <a:pt x="924" y="0"/>
                    <a:pt x="904" y="5"/>
                    <a:pt x="884" y="15"/>
                  </a:cubicBezTo>
                  <a:cubicBezTo>
                    <a:pt x="612" y="185"/>
                    <a:pt x="357" y="354"/>
                    <a:pt x="102" y="541"/>
                  </a:cubicBezTo>
                  <a:cubicBezTo>
                    <a:pt x="0" y="609"/>
                    <a:pt x="34" y="779"/>
                    <a:pt x="170" y="796"/>
                  </a:cubicBezTo>
                  <a:cubicBezTo>
                    <a:pt x="544" y="813"/>
                    <a:pt x="918" y="864"/>
                    <a:pt x="1275" y="966"/>
                  </a:cubicBezTo>
                  <a:cubicBezTo>
                    <a:pt x="1285" y="969"/>
                    <a:pt x="1294" y="971"/>
                    <a:pt x="1304" y="971"/>
                  </a:cubicBezTo>
                  <a:cubicBezTo>
                    <a:pt x="1388" y="971"/>
                    <a:pt x="1435" y="842"/>
                    <a:pt x="1343" y="796"/>
                  </a:cubicBezTo>
                  <a:cubicBezTo>
                    <a:pt x="1105" y="660"/>
                    <a:pt x="816" y="575"/>
                    <a:pt x="544" y="541"/>
                  </a:cubicBezTo>
                  <a:cubicBezTo>
                    <a:pt x="697" y="439"/>
                    <a:pt x="850" y="321"/>
                    <a:pt x="1003" y="219"/>
                  </a:cubicBezTo>
                  <a:cubicBezTo>
                    <a:pt x="1104" y="146"/>
                    <a:pt x="1045" y="0"/>
                    <a:pt x="9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7939995" y="3361309"/>
              <a:ext cx="65374" cy="45901"/>
            </a:xfrm>
            <a:custGeom>
              <a:avLst/>
              <a:gdLst/>
              <a:ahLst/>
              <a:cxnLst/>
              <a:rect l="l" t="t" r="r" b="b"/>
              <a:pathLst>
                <a:path w="1598" h="1122" extrusionOk="0">
                  <a:moveTo>
                    <a:pt x="1347" y="0"/>
                  </a:moveTo>
                  <a:cubicBezTo>
                    <a:pt x="1262" y="0"/>
                    <a:pt x="1176" y="72"/>
                    <a:pt x="1207" y="174"/>
                  </a:cubicBezTo>
                  <a:cubicBezTo>
                    <a:pt x="1292" y="463"/>
                    <a:pt x="1139" y="752"/>
                    <a:pt x="867" y="854"/>
                  </a:cubicBezTo>
                  <a:cubicBezTo>
                    <a:pt x="826" y="864"/>
                    <a:pt x="786" y="870"/>
                    <a:pt x="746" y="870"/>
                  </a:cubicBezTo>
                  <a:cubicBezTo>
                    <a:pt x="474" y="870"/>
                    <a:pt x="245" y="630"/>
                    <a:pt x="170" y="378"/>
                  </a:cubicBezTo>
                  <a:cubicBezTo>
                    <a:pt x="155" y="331"/>
                    <a:pt x="118" y="309"/>
                    <a:pt x="82" y="309"/>
                  </a:cubicBezTo>
                  <a:cubicBezTo>
                    <a:pt x="40" y="309"/>
                    <a:pt x="1" y="340"/>
                    <a:pt x="1" y="395"/>
                  </a:cubicBezTo>
                  <a:cubicBezTo>
                    <a:pt x="16" y="806"/>
                    <a:pt x="358" y="1122"/>
                    <a:pt x="760" y="1122"/>
                  </a:cubicBezTo>
                  <a:cubicBezTo>
                    <a:pt x="806" y="1122"/>
                    <a:pt x="853" y="1117"/>
                    <a:pt x="901" y="1109"/>
                  </a:cubicBezTo>
                  <a:cubicBezTo>
                    <a:pt x="1343" y="990"/>
                    <a:pt x="1598" y="548"/>
                    <a:pt x="1479" y="106"/>
                  </a:cubicBezTo>
                  <a:cubicBezTo>
                    <a:pt x="1458" y="32"/>
                    <a:pt x="1403" y="0"/>
                    <a:pt x="1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7842589" y="3327722"/>
              <a:ext cx="57151" cy="43242"/>
            </a:xfrm>
            <a:custGeom>
              <a:avLst/>
              <a:gdLst/>
              <a:ahLst/>
              <a:cxnLst/>
              <a:rect l="l" t="t" r="r" b="b"/>
              <a:pathLst>
                <a:path w="1397" h="1057" extrusionOk="0">
                  <a:moveTo>
                    <a:pt x="174" y="0"/>
                  </a:moveTo>
                  <a:cubicBezTo>
                    <a:pt x="66" y="0"/>
                    <a:pt x="1" y="139"/>
                    <a:pt x="105" y="214"/>
                  </a:cubicBezTo>
                  <a:cubicBezTo>
                    <a:pt x="377" y="417"/>
                    <a:pt x="666" y="587"/>
                    <a:pt x="971" y="757"/>
                  </a:cubicBezTo>
                  <a:cubicBezTo>
                    <a:pt x="700" y="808"/>
                    <a:pt x="428" y="842"/>
                    <a:pt x="173" y="876"/>
                  </a:cubicBezTo>
                  <a:cubicBezTo>
                    <a:pt x="71" y="893"/>
                    <a:pt x="71" y="1029"/>
                    <a:pt x="173" y="1046"/>
                  </a:cubicBezTo>
                  <a:cubicBezTo>
                    <a:pt x="249" y="1053"/>
                    <a:pt x="325" y="1056"/>
                    <a:pt x="402" y="1056"/>
                  </a:cubicBezTo>
                  <a:cubicBezTo>
                    <a:pt x="699" y="1056"/>
                    <a:pt x="997" y="1005"/>
                    <a:pt x="1294" y="910"/>
                  </a:cubicBezTo>
                  <a:cubicBezTo>
                    <a:pt x="1379" y="876"/>
                    <a:pt x="1396" y="740"/>
                    <a:pt x="1311" y="689"/>
                  </a:cubicBezTo>
                  <a:cubicBezTo>
                    <a:pt x="971" y="451"/>
                    <a:pt x="598" y="214"/>
                    <a:pt x="224" y="10"/>
                  </a:cubicBezTo>
                  <a:cubicBezTo>
                    <a:pt x="207" y="3"/>
                    <a:pt x="190" y="0"/>
                    <a:pt x="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8" name="Google Shape;908;p55"/>
          <p:cNvSpPr/>
          <p:nvPr/>
        </p:nvSpPr>
        <p:spPr>
          <a:xfrm rot="2180486">
            <a:off x="7502727" y="1433260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55"/>
          <p:cNvSpPr/>
          <p:nvPr/>
        </p:nvSpPr>
        <p:spPr>
          <a:xfrm rot="-1035270">
            <a:off x="423500" y="610893"/>
            <a:ext cx="1099081" cy="414178"/>
          </a:xfrm>
          <a:custGeom>
            <a:avLst/>
            <a:gdLst/>
            <a:ahLst/>
            <a:cxnLst/>
            <a:rect l="l" t="t" r="r" b="b"/>
            <a:pathLst>
              <a:path w="23023" h="8676" extrusionOk="0">
                <a:moveTo>
                  <a:pt x="1008" y="297"/>
                </a:moveTo>
                <a:cubicBezTo>
                  <a:pt x="1345" y="297"/>
                  <a:pt x="1613" y="682"/>
                  <a:pt x="1540" y="1001"/>
                </a:cubicBezTo>
                <a:cubicBezTo>
                  <a:pt x="1497" y="1307"/>
                  <a:pt x="1241" y="1521"/>
                  <a:pt x="941" y="1521"/>
                </a:cubicBezTo>
                <a:cubicBezTo>
                  <a:pt x="911" y="1521"/>
                  <a:pt x="881" y="1518"/>
                  <a:pt x="851" y="1514"/>
                </a:cubicBezTo>
                <a:cubicBezTo>
                  <a:pt x="193" y="1386"/>
                  <a:pt x="273" y="423"/>
                  <a:pt x="899" y="311"/>
                </a:cubicBezTo>
                <a:cubicBezTo>
                  <a:pt x="936" y="302"/>
                  <a:pt x="972" y="297"/>
                  <a:pt x="1008" y="297"/>
                </a:cubicBezTo>
                <a:close/>
                <a:moveTo>
                  <a:pt x="22170" y="297"/>
                </a:moveTo>
                <a:cubicBezTo>
                  <a:pt x="22506" y="297"/>
                  <a:pt x="22774" y="682"/>
                  <a:pt x="22702" y="1001"/>
                </a:cubicBezTo>
                <a:cubicBezTo>
                  <a:pt x="22658" y="1307"/>
                  <a:pt x="22402" y="1521"/>
                  <a:pt x="22103" y="1521"/>
                </a:cubicBezTo>
                <a:cubicBezTo>
                  <a:pt x="22073" y="1521"/>
                  <a:pt x="22042" y="1518"/>
                  <a:pt x="22012" y="1514"/>
                </a:cubicBezTo>
                <a:cubicBezTo>
                  <a:pt x="21900" y="1482"/>
                  <a:pt x="21787" y="1434"/>
                  <a:pt x="21707" y="1338"/>
                </a:cubicBezTo>
                <a:cubicBezTo>
                  <a:pt x="21691" y="1322"/>
                  <a:pt x="21675" y="1289"/>
                  <a:pt x="21659" y="1289"/>
                </a:cubicBezTo>
                <a:cubicBezTo>
                  <a:pt x="21402" y="904"/>
                  <a:pt x="21627" y="391"/>
                  <a:pt x="22060" y="311"/>
                </a:cubicBezTo>
                <a:cubicBezTo>
                  <a:pt x="22097" y="302"/>
                  <a:pt x="22134" y="297"/>
                  <a:pt x="22170" y="297"/>
                </a:cubicBezTo>
                <a:close/>
                <a:moveTo>
                  <a:pt x="20696" y="2124"/>
                </a:moveTo>
                <a:lnTo>
                  <a:pt x="20696" y="2124"/>
                </a:lnTo>
                <a:cubicBezTo>
                  <a:pt x="20616" y="3247"/>
                  <a:pt x="20600" y="4354"/>
                  <a:pt x="20552" y="5461"/>
                </a:cubicBezTo>
                <a:cubicBezTo>
                  <a:pt x="20520" y="5461"/>
                  <a:pt x="20504" y="5461"/>
                  <a:pt x="20488" y="5477"/>
                </a:cubicBezTo>
                <a:cubicBezTo>
                  <a:pt x="20167" y="5605"/>
                  <a:pt x="19862" y="5750"/>
                  <a:pt x="19573" y="5926"/>
                </a:cubicBezTo>
                <a:cubicBezTo>
                  <a:pt x="18787" y="5124"/>
                  <a:pt x="18017" y="4306"/>
                  <a:pt x="17327" y="3439"/>
                </a:cubicBezTo>
                <a:cubicBezTo>
                  <a:pt x="18498" y="3167"/>
                  <a:pt x="19638" y="2717"/>
                  <a:pt x="20696" y="2124"/>
                </a:cubicBezTo>
                <a:close/>
                <a:moveTo>
                  <a:pt x="2503" y="1931"/>
                </a:moveTo>
                <a:lnTo>
                  <a:pt x="2503" y="1931"/>
                </a:lnTo>
                <a:cubicBezTo>
                  <a:pt x="3546" y="2525"/>
                  <a:pt x="4653" y="2990"/>
                  <a:pt x="5792" y="3327"/>
                </a:cubicBezTo>
                <a:cubicBezTo>
                  <a:pt x="5071" y="4240"/>
                  <a:pt x="4287" y="5105"/>
                  <a:pt x="3470" y="5937"/>
                </a:cubicBezTo>
                <a:lnTo>
                  <a:pt x="3470" y="5937"/>
                </a:lnTo>
                <a:lnTo>
                  <a:pt x="2535" y="5557"/>
                </a:lnTo>
                <a:cubicBezTo>
                  <a:pt x="2487" y="4354"/>
                  <a:pt x="2503" y="3134"/>
                  <a:pt x="2503" y="1931"/>
                </a:cubicBezTo>
                <a:close/>
                <a:moveTo>
                  <a:pt x="2551" y="5878"/>
                </a:moveTo>
                <a:lnTo>
                  <a:pt x="3257" y="6167"/>
                </a:lnTo>
                <a:cubicBezTo>
                  <a:pt x="3033" y="6391"/>
                  <a:pt x="2824" y="6600"/>
                  <a:pt x="2599" y="6808"/>
                </a:cubicBezTo>
                <a:cubicBezTo>
                  <a:pt x="2567" y="6504"/>
                  <a:pt x="2551" y="6199"/>
                  <a:pt x="2535" y="5878"/>
                </a:cubicBezTo>
                <a:close/>
                <a:moveTo>
                  <a:pt x="20536" y="5782"/>
                </a:moveTo>
                <a:lnTo>
                  <a:pt x="20536" y="5782"/>
                </a:lnTo>
                <a:cubicBezTo>
                  <a:pt x="20520" y="6119"/>
                  <a:pt x="20488" y="6471"/>
                  <a:pt x="20456" y="6808"/>
                </a:cubicBezTo>
                <a:cubicBezTo>
                  <a:pt x="20231" y="6584"/>
                  <a:pt x="20007" y="6375"/>
                  <a:pt x="19782" y="6151"/>
                </a:cubicBezTo>
                <a:cubicBezTo>
                  <a:pt x="20023" y="6006"/>
                  <a:pt x="20279" y="5878"/>
                  <a:pt x="20536" y="5782"/>
                </a:cubicBezTo>
                <a:close/>
                <a:moveTo>
                  <a:pt x="7252" y="3696"/>
                </a:moveTo>
                <a:lnTo>
                  <a:pt x="7252" y="3696"/>
                </a:lnTo>
                <a:cubicBezTo>
                  <a:pt x="7990" y="3840"/>
                  <a:pt x="8728" y="3921"/>
                  <a:pt x="9466" y="3953"/>
                </a:cubicBezTo>
                <a:cubicBezTo>
                  <a:pt x="9931" y="3985"/>
                  <a:pt x="10413" y="3985"/>
                  <a:pt x="10894" y="3985"/>
                </a:cubicBezTo>
                <a:cubicBezTo>
                  <a:pt x="10348" y="5028"/>
                  <a:pt x="9835" y="6070"/>
                  <a:pt x="9306" y="7097"/>
                </a:cubicBezTo>
                <a:lnTo>
                  <a:pt x="9306" y="7081"/>
                </a:lnTo>
                <a:cubicBezTo>
                  <a:pt x="9289" y="7081"/>
                  <a:pt x="9273" y="7081"/>
                  <a:pt x="9257" y="7065"/>
                </a:cubicBezTo>
                <a:cubicBezTo>
                  <a:pt x="8937" y="7049"/>
                  <a:pt x="8632" y="7017"/>
                  <a:pt x="8327" y="6969"/>
                </a:cubicBezTo>
                <a:lnTo>
                  <a:pt x="8311" y="6969"/>
                </a:lnTo>
                <a:cubicBezTo>
                  <a:pt x="7942" y="5878"/>
                  <a:pt x="7589" y="4787"/>
                  <a:pt x="7252" y="3696"/>
                </a:cubicBezTo>
                <a:close/>
                <a:moveTo>
                  <a:pt x="15803" y="3712"/>
                </a:moveTo>
                <a:lnTo>
                  <a:pt x="15803" y="3712"/>
                </a:lnTo>
                <a:cubicBezTo>
                  <a:pt x="15450" y="4851"/>
                  <a:pt x="15097" y="5974"/>
                  <a:pt x="14712" y="7097"/>
                </a:cubicBezTo>
                <a:lnTo>
                  <a:pt x="14696" y="7097"/>
                </a:lnTo>
                <a:lnTo>
                  <a:pt x="13750" y="7033"/>
                </a:lnTo>
                <a:lnTo>
                  <a:pt x="13734" y="7033"/>
                </a:lnTo>
                <a:cubicBezTo>
                  <a:pt x="13188" y="6022"/>
                  <a:pt x="12675" y="4979"/>
                  <a:pt x="12161" y="3953"/>
                </a:cubicBezTo>
                <a:cubicBezTo>
                  <a:pt x="12562" y="3937"/>
                  <a:pt x="12979" y="3921"/>
                  <a:pt x="13397" y="3905"/>
                </a:cubicBezTo>
                <a:cubicBezTo>
                  <a:pt x="14199" y="3872"/>
                  <a:pt x="15001" y="3808"/>
                  <a:pt x="15803" y="3712"/>
                </a:cubicBezTo>
                <a:close/>
                <a:moveTo>
                  <a:pt x="8407" y="7290"/>
                </a:moveTo>
                <a:lnTo>
                  <a:pt x="8407" y="7290"/>
                </a:lnTo>
                <a:cubicBezTo>
                  <a:pt x="8664" y="7322"/>
                  <a:pt x="8904" y="7354"/>
                  <a:pt x="9161" y="7370"/>
                </a:cubicBezTo>
                <a:cubicBezTo>
                  <a:pt x="9017" y="7643"/>
                  <a:pt x="8872" y="7899"/>
                  <a:pt x="8728" y="8172"/>
                </a:cubicBezTo>
                <a:cubicBezTo>
                  <a:pt x="8600" y="7883"/>
                  <a:pt x="8503" y="7578"/>
                  <a:pt x="8407" y="7290"/>
                </a:cubicBezTo>
                <a:close/>
                <a:moveTo>
                  <a:pt x="13894" y="7338"/>
                </a:moveTo>
                <a:lnTo>
                  <a:pt x="14616" y="7386"/>
                </a:lnTo>
                <a:cubicBezTo>
                  <a:pt x="14536" y="7659"/>
                  <a:pt x="14455" y="7915"/>
                  <a:pt x="14343" y="8172"/>
                </a:cubicBezTo>
                <a:cubicBezTo>
                  <a:pt x="14199" y="7899"/>
                  <a:pt x="14038" y="7611"/>
                  <a:pt x="13894" y="7338"/>
                </a:cubicBezTo>
                <a:close/>
                <a:moveTo>
                  <a:pt x="994" y="0"/>
                </a:moveTo>
                <a:cubicBezTo>
                  <a:pt x="936" y="0"/>
                  <a:pt x="877" y="7"/>
                  <a:pt x="819" y="22"/>
                </a:cubicBezTo>
                <a:cubicBezTo>
                  <a:pt x="321" y="134"/>
                  <a:pt x="0" y="616"/>
                  <a:pt x="81" y="1113"/>
                </a:cubicBezTo>
                <a:cubicBezTo>
                  <a:pt x="190" y="1535"/>
                  <a:pt x="573" y="1820"/>
                  <a:pt x="1008" y="1820"/>
                </a:cubicBezTo>
                <a:cubicBezTo>
                  <a:pt x="1019" y="1820"/>
                  <a:pt x="1031" y="1819"/>
                  <a:pt x="1043" y="1819"/>
                </a:cubicBezTo>
                <a:cubicBezTo>
                  <a:pt x="1300" y="1787"/>
                  <a:pt x="1540" y="1626"/>
                  <a:pt x="1685" y="1418"/>
                </a:cubicBezTo>
                <a:cubicBezTo>
                  <a:pt x="1861" y="1530"/>
                  <a:pt x="2038" y="1626"/>
                  <a:pt x="2214" y="1739"/>
                </a:cubicBezTo>
                <a:cubicBezTo>
                  <a:pt x="2214" y="3536"/>
                  <a:pt x="2150" y="5332"/>
                  <a:pt x="2311" y="7129"/>
                </a:cubicBezTo>
                <a:cubicBezTo>
                  <a:pt x="2321" y="7215"/>
                  <a:pt x="2389" y="7272"/>
                  <a:pt x="2461" y="7272"/>
                </a:cubicBezTo>
                <a:cubicBezTo>
                  <a:pt x="2498" y="7272"/>
                  <a:pt x="2535" y="7258"/>
                  <a:pt x="2567" y="7226"/>
                </a:cubicBezTo>
                <a:cubicBezTo>
                  <a:pt x="3835" y="6038"/>
                  <a:pt x="5006" y="4771"/>
                  <a:pt x="6113" y="3423"/>
                </a:cubicBezTo>
                <a:cubicBezTo>
                  <a:pt x="6370" y="3487"/>
                  <a:pt x="6642" y="3552"/>
                  <a:pt x="6915" y="3616"/>
                </a:cubicBezTo>
                <a:cubicBezTo>
                  <a:pt x="7412" y="5284"/>
                  <a:pt x="7942" y="6921"/>
                  <a:pt x="8535" y="8557"/>
                </a:cubicBezTo>
                <a:cubicBezTo>
                  <a:pt x="8553" y="8628"/>
                  <a:pt x="8610" y="8664"/>
                  <a:pt x="8670" y="8664"/>
                </a:cubicBezTo>
                <a:cubicBezTo>
                  <a:pt x="8720" y="8664"/>
                  <a:pt x="8772" y="8640"/>
                  <a:pt x="8808" y="8589"/>
                </a:cubicBezTo>
                <a:cubicBezTo>
                  <a:pt x="9675" y="7097"/>
                  <a:pt x="10429" y="5525"/>
                  <a:pt x="11215" y="3985"/>
                </a:cubicBezTo>
                <a:lnTo>
                  <a:pt x="11824" y="3969"/>
                </a:lnTo>
                <a:cubicBezTo>
                  <a:pt x="12627" y="5525"/>
                  <a:pt x="13381" y="7097"/>
                  <a:pt x="14247" y="8605"/>
                </a:cubicBezTo>
                <a:cubicBezTo>
                  <a:pt x="14281" y="8654"/>
                  <a:pt x="14331" y="8675"/>
                  <a:pt x="14378" y="8675"/>
                </a:cubicBezTo>
                <a:cubicBezTo>
                  <a:pt x="14441" y="8675"/>
                  <a:pt x="14501" y="8637"/>
                  <a:pt x="14520" y="8573"/>
                </a:cubicBezTo>
                <a:cubicBezTo>
                  <a:pt x="15097" y="6953"/>
                  <a:pt x="15643" y="5300"/>
                  <a:pt x="16124" y="3664"/>
                </a:cubicBezTo>
                <a:cubicBezTo>
                  <a:pt x="16429" y="3616"/>
                  <a:pt x="16718" y="3568"/>
                  <a:pt x="17006" y="3503"/>
                </a:cubicBezTo>
                <a:cubicBezTo>
                  <a:pt x="17006" y="3520"/>
                  <a:pt x="17022" y="3536"/>
                  <a:pt x="17038" y="3552"/>
                </a:cubicBezTo>
                <a:cubicBezTo>
                  <a:pt x="18097" y="4867"/>
                  <a:pt x="19252" y="6086"/>
                  <a:pt x="20472" y="7242"/>
                </a:cubicBezTo>
                <a:cubicBezTo>
                  <a:pt x="20503" y="7273"/>
                  <a:pt x="20542" y="7287"/>
                  <a:pt x="20579" y="7287"/>
                </a:cubicBezTo>
                <a:cubicBezTo>
                  <a:pt x="20656" y="7287"/>
                  <a:pt x="20728" y="7226"/>
                  <a:pt x="20728" y="7129"/>
                </a:cubicBezTo>
                <a:cubicBezTo>
                  <a:pt x="20889" y="5413"/>
                  <a:pt x="20889" y="3696"/>
                  <a:pt x="21001" y="1979"/>
                </a:cubicBezTo>
                <a:lnTo>
                  <a:pt x="21001" y="1947"/>
                </a:lnTo>
                <a:cubicBezTo>
                  <a:pt x="21194" y="1835"/>
                  <a:pt x="21370" y="1723"/>
                  <a:pt x="21563" y="1594"/>
                </a:cubicBezTo>
                <a:cubicBezTo>
                  <a:pt x="21724" y="1741"/>
                  <a:pt x="21926" y="1821"/>
                  <a:pt x="22144" y="1821"/>
                </a:cubicBezTo>
                <a:cubicBezTo>
                  <a:pt x="22164" y="1821"/>
                  <a:pt x="22184" y="1820"/>
                  <a:pt x="22204" y="1819"/>
                </a:cubicBezTo>
                <a:cubicBezTo>
                  <a:pt x="22670" y="1755"/>
                  <a:pt x="23023" y="1354"/>
                  <a:pt x="23023" y="872"/>
                </a:cubicBezTo>
                <a:cubicBezTo>
                  <a:pt x="23023" y="430"/>
                  <a:pt x="22605" y="1"/>
                  <a:pt x="22151" y="1"/>
                </a:cubicBezTo>
                <a:cubicBezTo>
                  <a:pt x="22094" y="1"/>
                  <a:pt x="22037" y="8"/>
                  <a:pt x="21980" y="22"/>
                </a:cubicBezTo>
                <a:cubicBezTo>
                  <a:pt x="21483" y="134"/>
                  <a:pt x="21162" y="616"/>
                  <a:pt x="21242" y="1113"/>
                </a:cubicBezTo>
                <a:cubicBezTo>
                  <a:pt x="21274" y="1209"/>
                  <a:pt x="21306" y="1289"/>
                  <a:pt x="21354" y="1370"/>
                </a:cubicBezTo>
                <a:cubicBezTo>
                  <a:pt x="19060" y="2846"/>
                  <a:pt x="16573" y="3423"/>
                  <a:pt x="13862" y="3584"/>
                </a:cubicBezTo>
                <a:cubicBezTo>
                  <a:pt x="13236" y="3616"/>
                  <a:pt x="12594" y="3648"/>
                  <a:pt x="11953" y="3664"/>
                </a:cubicBezTo>
                <a:lnTo>
                  <a:pt x="11905" y="3664"/>
                </a:lnTo>
                <a:cubicBezTo>
                  <a:pt x="11522" y="3677"/>
                  <a:pt x="11140" y="3685"/>
                  <a:pt x="10757" y="3685"/>
                </a:cubicBezTo>
                <a:cubicBezTo>
                  <a:pt x="9291" y="3685"/>
                  <a:pt x="7826" y="3571"/>
                  <a:pt x="6402" y="3215"/>
                </a:cubicBezTo>
                <a:cubicBezTo>
                  <a:pt x="4765" y="2782"/>
                  <a:pt x="3225" y="2076"/>
                  <a:pt x="1813" y="1145"/>
                </a:cubicBezTo>
                <a:cubicBezTo>
                  <a:pt x="1845" y="1065"/>
                  <a:pt x="1861" y="969"/>
                  <a:pt x="1861" y="872"/>
                </a:cubicBezTo>
                <a:cubicBezTo>
                  <a:pt x="1861" y="418"/>
                  <a:pt x="1446" y="0"/>
                  <a:pt x="994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0" name="Google Shape;910;p55"/>
          <p:cNvGrpSpPr/>
          <p:nvPr/>
        </p:nvGrpSpPr>
        <p:grpSpPr>
          <a:xfrm>
            <a:off x="2113650" y="1178750"/>
            <a:ext cx="490020" cy="266651"/>
            <a:chOff x="7716750" y="3211825"/>
            <a:chExt cx="490020" cy="266651"/>
          </a:xfrm>
        </p:grpSpPr>
        <p:sp>
          <p:nvSpPr>
            <p:cNvPr id="911" name="Google Shape;911;p55"/>
            <p:cNvSpPr/>
            <p:nvPr/>
          </p:nvSpPr>
          <p:spPr>
            <a:xfrm>
              <a:off x="7716750" y="3211825"/>
              <a:ext cx="490020" cy="266651"/>
            </a:xfrm>
            <a:custGeom>
              <a:avLst/>
              <a:gdLst/>
              <a:ahLst/>
              <a:cxnLst/>
              <a:rect l="l" t="t" r="r" b="b"/>
              <a:pathLst>
                <a:path w="11978" h="6518" extrusionOk="0">
                  <a:moveTo>
                    <a:pt x="6875" y="325"/>
                  </a:moveTo>
                  <a:cubicBezTo>
                    <a:pt x="8271" y="325"/>
                    <a:pt x="9743" y="1346"/>
                    <a:pt x="8907" y="2741"/>
                  </a:cubicBezTo>
                  <a:cubicBezTo>
                    <a:pt x="8845" y="2865"/>
                    <a:pt x="8946" y="2980"/>
                    <a:pt x="9051" y="2980"/>
                  </a:cubicBezTo>
                  <a:cubicBezTo>
                    <a:pt x="9090" y="2980"/>
                    <a:pt x="9130" y="2964"/>
                    <a:pt x="9162" y="2928"/>
                  </a:cubicBezTo>
                  <a:cubicBezTo>
                    <a:pt x="9294" y="2893"/>
                    <a:pt x="9434" y="2870"/>
                    <a:pt x="9569" y="2870"/>
                  </a:cubicBezTo>
                  <a:cubicBezTo>
                    <a:pt x="9833" y="2870"/>
                    <a:pt x="10080" y="2958"/>
                    <a:pt x="10215" y="3216"/>
                  </a:cubicBezTo>
                  <a:cubicBezTo>
                    <a:pt x="10402" y="3573"/>
                    <a:pt x="10164" y="3862"/>
                    <a:pt x="9858" y="3998"/>
                  </a:cubicBezTo>
                  <a:cubicBezTo>
                    <a:pt x="9790" y="4049"/>
                    <a:pt x="9773" y="4117"/>
                    <a:pt x="9807" y="4185"/>
                  </a:cubicBezTo>
                  <a:cubicBezTo>
                    <a:pt x="9790" y="4202"/>
                    <a:pt x="9790" y="4219"/>
                    <a:pt x="9773" y="4236"/>
                  </a:cubicBezTo>
                  <a:cubicBezTo>
                    <a:pt x="9677" y="4346"/>
                    <a:pt x="9782" y="4501"/>
                    <a:pt x="9906" y="4501"/>
                  </a:cubicBezTo>
                  <a:cubicBezTo>
                    <a:pt x="9935" y="4501"/>
                    <a:pt x="9965" y="4493"/>
                    <a:pt x="9994" y="4474"/>
                  </a:cubicBezTo>
                  <a:cubicBezTo>
                    <a:pt x="10239" y="4271"/>
                    <a:pt x="10635" y="4098"/>
                    <a:pt x="10963" y="4098"/>
                  </a:cubicBezTo>
                  <a:cubicBezTo>
                    <a:pt x="11295" y="4098"/>
                    <a:pt x="11557" y="4275"/>
                    <a:pt x="11523" y="4780"/>
                  </a:cubicBezTo>
                  <a:cubicBezTo>
                    <a:pt x="11489" y="5459"/>
                    <a:pt x="10861" y="5901"/>
                    <a:pt x="10215" y="5901"/>
                  </a:cubicBezTo>
                  <a:lnTo>
                    <a:pt x="10181" y="5901"/>
                  </a:lnTo>
                  <a:cubicBezTo>
                    <a:pt x="8944" y="6124"/>
                    <a:pt x="7698" y="6238"/>
                    <a:pt x="6450" y="6238"/>
                  </a:cubicBezTo>
                  <a:cubicBezTo>
                    <a:pt x="5984" y="6238"/>
                    <a:pt x="5517" y="6222"/>
                    <a:pt x="5050" y="6190"/>
                  </a:cubicBezTo>
                  <a:cubicBezTo>
                    <a:pt x="4217" y="6139"/>
                    <a:pt x="3385" y="6054"/>
                    <a:pt x="2552" y="5901"/>
                  </a:cubicBezTo>
                  <a:cubicBezTo>
                    <a:pt x="2042" y="5833"/>
                    <a:pt x="1550" y="5629"/>
                    <a:pt x="1159" y="5306"/>
                  </a:cubicBezTo>
                  <a:cubicBezTo>
                    <a:pt x="632" y="4406"/>
                    <a:pt x="751" y="3828"/>
                    <a:pt x="1533" y="3607"/>
                  </a:cubicBezTo>
                  <a:cubicBezTo>
                    <a:pt x="1698" y="3569"/>
                    <a:pt x="1864" y="3550"/>
                    <a:pt x="2030" y="3550"/>
                  </a:cubicBezTo>
                  <a:cubicBezTo>
                    <a:pt x="2085" y="3550"/>
                    <a:pt x="2140" y="3552"/>
                    <a:pt x="2195" y="3556"/>
                  </a:cubicBezTo>
                  <a:cubicBezTo>
                    <a:pt x="2229" y="3556"/>
                    <a:pt x="2280" y="3539"/>
                    <a:pt x="2297" y="3505"/>
                  </a:cubicBezTo>
                  <a:cubicBezTo>
                    <a:pt x="2316" y="3512"/>
                    <a:pt x="2334" y="3515"/>
                    <a:pt x="2351" y="3515"/>
                  </a:cubicBezTo>
                  <a:cubicBezTo>
                    <a:pt x="2462" y="3515"/>
                    <a:pt x="2541" y="3387"/>
                    <a:pt x="2467" y="3284"/>
                  </a:cubicBezTo>
                  <a:cubicBezTo>
                    <a:pt x="2110" y="2588"/>
                    <a:pt x="2093" y="1687"/>
                    <a:pt x="2807" y="1178"/>
                  </a:cubicBezTo>
                  <a:cubicBezTo>
                    <a:pt x="3028" y="1018"/>
                    <a:pt x="3282" y="943"/>
                    <a:pt x="3532" y="943"/>
                  </a:cubicBezTo>
                  <a:cubicBezTo>
                    <a:pt x="3976" y="943"/>
                    <a:pt x="4408" y="1179"/>
                    <a:pt x="4625" y="1602"/>
                  </a:cubicBezTo>
                  <a:cubicBezTo>
                    <a:pt x="4661" y="1660"/>
                    <a:pt x="4716" y="1687"/>
                    <a:pt x="4770" y="1687"/>
                  </a:cubicBezTo>
                  <a:cubicBezTo>
                    <a:pt x="4842" y="1687"/>
                    <a:pt x="4911" y="1639"/>
                    <a:pt x="4931" y="1551"/>
                  </a:cubicBezTo>
                  <a:cubicBezTo>
                    <a:pt x="4965" y="1534"/>
                    <a:pt x="4982" y="1517"/>
                    <a:pt x="4982" y="1500"/>
                  </a:cubicBezTo>
                  <a:cubicBezTo>
                    <a:pt x="5270" y="673"/>
                    <a:pt x="6060" y="325"/>
                    <a:pt x="6875" y="325"/>
                  </a:cubicBezTo>
                  <a:close/>
                  <a:moveTo>
                    <a:pt x="7017" y="1"/>
                  </a:moveTo>
                  <a:cubicBezTo>
                    <a:pt x="6095" y="1"/>
                    <a:pt x="5063" y="383"/>
                    <a:pt x="4795" y="1263"/>
                  </a:cubicBezTo>
                  <a:cubicBezTo>
                    <a:pt x="4495" y="823"/>
                    <a:pt x="4006" y="587"/>
                    <a:pt x="3507" y="587"/>
                  </a:cubicBezTo>
                  <a:cubicBezTo>
                    <a:pt x="3214" y="587"/>
                    <a:pt x="2918" y="668"/>
                    <a:pt x="2654" y="838"/>
                  </a:cubicBezTo>
                  <a:cubicBezTo>
                    <a:pt x="1839" y="1381"/>
                    <a:pt x="1601" y="2452"/>
                    <a:pt x="2110" y="3284"/>
                  </a:cubicBezTo>
                  <a:cubicBezTo>
                    <a:pt x="2000" y="3266"/>
                    <a:pt x="1895" y="3258"/>
                    <a:pt x="1795" y="3258"/>
                  </a:cubicBezTo>
                  <a:cubicBezTo>
                    <a:pt x="296" y="3258"/>
                    <a:pt x="0" y="5183"/>
                    <a:pt x="1482" y="5884"/>
                  </a:cubicBezTo>
                  <a:cubicBezTo>
                    <a:pt x="2637" y="6462"/>
                    <a:pt x="4353" y="6428"/>
                    <a:pt x="5594" y="6496"/>
                  </a:cubicBezTo>
                  <a:cubicBezTo>
                    <a:pt x="5929" y="6510"/>
                    <a:pt x="6264" y="6518"/>
                    <a:pt x="6599" y="6518"/>
                  </a:cubicBezTo>
                  <a:cubicBezTo>
                    <a:pt x="7826" y="6518"/>
                    <a:pt x="9048" y="6417"/>
                    <a:pt x="10249" y="6190"/>
                  </a:cubicBezTo>
                  <a:cubicBezTo>
                    <a:pt x="10283" y="6190"/>
                    <a:pt x="10317" y="6156"/>
                    <a:pt x="10334" y="6139"/>
                  </a:cubicBezTo>
                  <a:cubicBezTo>
                    <a:pt x="10371" y="6142"/>
                    <a:pt x="10407" y="6143"/>
                    <a:pt x="10443" y="6143"/>
                  </a:cubicBezTo>
                  <a:cubicBezTo>
                    <a:pt x="11294" y="6143"/>
                    <a:pt x="11977" y="5389"/>
                    <a:pt x="11863" y="4525"/>
                  </a:cubicBezTo>
                  <a:cubicBezTo>
                    <a:pt x="11796" y="3972"/>
                    <a:pt x="11364" y="3729"/>
                    <a:pt x="10892" y="3729"/>
                  </a:cubicBezTo>
                  <a:cubicBezTo>
                    <a:pt x="10769" y="3729"/>
                    <a:pt x="10643" y="3746"/>
                    <a:pt x="10521" y="3777"/>
                  </a:cubicBezTo>
                  <a:cubicBezTo>
                    <a:pt x="10589" y="3573"/>
                    <a:pt x="10589" y="3369"/>
                    <a:pt x="10521" y="3182"/>
                  </a:cubicBezTo>
                  <a:cubicBezTo>
                    <a:pt x="10357" y="2800"/>
                    <a:pt x="9995" y="2582"/>
                    <a:pt x="9613" y="2582"/>
                  </a:cubicBezTo>
                  <a:cubicBezTo>
                    <a:pt x="9519" y="2582"/>
                    <a:pt x="9425" y="2595"/>
                    <a:pt x="9331" y="2622"/>
                  </a:cubicBezTo>
                  <a:cubicBezTo>
                    <a:pt x="9773" y="1568"/>
                    <a:pt x="8958" y="481"/>
                    <a:pt x="7870" y="124"/>
                  </a:cubicBezTo>
                  <a:cubicBezTo>
                    <a:pt x="7620" y="43"/>
                    <a:pt x="7324" y="1"/>
                    <a:pt x="70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741910" y="3224589"/>
              <a:ext cx="447678" cy="241901"/>
            </a:xfrm>
            <a:custGeom>
              <a:avLst/>
              <a:gdLst/>
              <a:ahLst/>
              <a:cxnLst/>
              <a:rect l="l" t="t" r="r" b="b"/>
              <a:pathLst>
                <a:path w="10943" h="5913" extrusionOk="0">
                  <a:moveTo>
                    <a:pt x="7843" y="2475"/>
                  </a:moveTo>
                  <a:cubicBezTo>
                    <a:pt x="7931" y="2475"/>
                    <a:pt x="7985" y="2614"/>
                    <a:pt x="7901" y="2684"/>
                  </a:cubicBezTo>
                  <a:cubicBezTo>
                    <a:pt x="7748" y="2802"/>
                    <a:pt x="7595" y="2904"/>
                    <a:pt x="7442" y="3006"/>
                  </a:cubicBezTo>
                  <a:cubicBezTo>
                    <a:pt x="7714" y="3040"/>
                    <a:pt x="7986" y="3125"/>
                    <a:pt x="8241" y="3261"/>
                  </a:cubicBezTo>
                  <a:cubicBezTo>
                    <a:pt x="8317" y="3307"/>
                    <a:pt x="8283" y="3436"/>
                    <a:pt x="8201" y="3436"/>
                  </a:cubicBezTo>
                  <a:cubicBezTo>
                    <a:pt x="8192" y="3436"/>
                    <a:pt x="8183" y="3434"/>
                    <a:pt x="8173" y="3431"/>
                  </a:cubicBezTo>
                  <a:cubicBezTo>
                    <a:pt x="7816" y="3329"/>
                    <a:pt x="7442" y="3261"/>
                    <a:pt x="7068" y="3261"/>
                  </a:cubicBezTo>
                  <a:cubicBezTo>
                    <a:pt x="6932" y="3244"/>
                    <a:pt x="6881" y="3074"/>
                    <a:pt x="7000" y="3006"/>
                  </a:cubicBezTo>
                  <a:cubicBezTo>
                    <a:pt x="7238" y="2819"/>
                    <a:pt x="7510" y="2650"/>
                    <a:pt x="7782" y="2497"/>
                  </a:cubicBezTo>
                  <a:cubicBezTo>
                    <a:pt x="7803" y="2482"/>
                    <a:pt x="7824" y="2475"/>
                    <a:pt x="7843" y="2475"/>
                  </a:cubicBezTo>
                  <a:close/>
                  <a:moveTo>
                    <a:pt x="2649" y="2509"/>
                  </a:moveTo>
                  <a:cubicBezTo>
                    <a:pt x="2661" y="2509"/>
                    <a:pt x="2673" y="2511"/>
                    <a:pt x="2685" y="2514"/>
                  </a:cubicBezTo>
                  <a:cubicBezTo>
                    <a:pt x="3059" y="2735"/>
                    <a:pt x="3415" y="2972"/>
                    <a:pt x="3772" y="3210"/>
                  </a:cubicBezTo>
                  <a:cubicBezTo>
                    <a:pt x="3857" y="3261"/>
                    <a:pt x="3840" y="3397"/>
                    <a:pt x="3738" y="3431"/>
                  </a:cubicBezTo>
                  <a:lnTo>
                    <a:pt x="3755" y="3431"/>
                  </a:lnTo>
                  <a:cubicBezTo>
                    <a:pt x="3458" y="3526"/>
                    <a:pt x="3160" y="3577"/>
                    <a:pt x="2863" y="3577"/>
                  </a:cubicBezTo>
                  <a:cubicBezTo>
                    <a:pt x="2786" y="3577"/>
                    <a:pt x="2710" y="3574"/>
                    <a:pt x="2634" y="3567"/>
                  </a:cubicBezTo>
                  <a:cubicBezTo>
                    <a:pt x="2532" y="3550"/>
                    <a:pt x="2532" y="3397"/>
                    <a:pt x="2634" y="3397"/>
                  </a:cubicBezTo>
                  <a:cubicBezTo>
                    <a:pt x="2889" y="3363"/>
                    <a:pt x="3161" y="3329"/>
                    <a:pt x="3432" y="3278"/>
                  </a:cubicBezTo>
                  <a:cubicBezTo>
                    <a:pt x="3127" y="3108"/>
                    <a:pt x="2838" y="2938"/>
                    <a:pt x="2549" y="2735"/>
                  </a:cubicBezTo>
                  <a:cubicBezTo>
                    <a:pt x="2456" y="2657"/>
                    <a:pt x="2532" y="2509"/>
                    <a:pt x="2649" y="2509"/>
                  </a:cubicBezTo>
                  <a:close/>
                  <a:moveTo>
                    <a:pt x="6189" y="3342"/>
                  </a:moveTo>
                  <a:cubicBezTo>
                    <a:pt x="6245" y="3342"/>
                    <a:pt x="6300" y="3374"/>
                    <a:pt x="6321" y="3448"/>
                  </a:cubicBezTo>
                  <a:cubicBezTo>
                    <a:pt x="6440" y="3890"/>
                    <a:pt x="6168" y="4332"/>
                    <a:pt x="5726" y="4451"/>
                  </a:cubicBezTo>
                  <a:lnTo>
                    <a:pt x="5743" y="4451"/>
                  </a:lnTo>
                  <a:cubicBezTo>
                    <a:pt x="5694" y="4460"/>
                    <a:pt x="5644" y="4464"/>
                    <a:pt x="5596" y="4464"/>
                  </a:cubicBezTo>
                  <a:cubicBezTo>
                    <a:pt x="5197" y="4464"/>
                    <a:pt x="4856" y="4163"/>
                    <a:pt x="4826" y="3754"/>
                  </a:cubicBezTo>
                  <a:cubicBezTo>
                    <a:pt x="4835" y="3688"/>
                    <a:pt x="4881" y="3653"/>
                    <a:pt x="4927" y="3653"/>
                  </a:cubicBezTo>
                  <a:cubicBezTo>
                    <a:pt x="4962" y="3653"/>
                    <a:pt x="4997" y="3675"/>
                    <a:pt x="5012" y="3720"/>
                  </a:cubicBezTo>
                  <a:cubicBezTo>
                    <a:pt x="5087" y="3972"/>
                    <a:pt x="5303" y="4212"/>
                    <a:pt x="5572" y="4212"/>
                  </a:cubicBezTo>
                  <a:cubicBezTo>
                    <a:pt x="5611" y="4212"/>
                    <a:pt x="5651" y="4206"/>
                    <a:pt x="5692" y="4196"/>
                  </a:cubicBezTo>
                  <a:cubicBezTo>
                    <a:pt x="5981" y="4094"/>
                    <a:pt x="6134" y="3805"/>
                    <a:pt x="6049" y="3516"/>
                  </a:cubicBezTo>
                  <a:cubicBezTo>
                    <a:pt x="6018" y="3414"/>
                    <a:pt x="6104" y="3342"/>
                    <a:pt x="6189" y="3342"/>
                  </a:cubicBezTo>
                  <a:close/>
                  <a:moveTo>
                    <a:pt x="6233" y="1"/>
                  </a:moveTo>
                  <a:cubicBezTo>
                    <a:pt x="5421" y="1"/>
                    <a:pt x="4637" y="348"/>
                    <a:pt x="4350" y="1171"/>
                  </a:cubicBezTo>
                  <a:cubicBezTo>
                    <a:pt x="4350" y="1205"/>
                    <a:pt x="4333" y="1222"/>
                    <a:pt x="4299" y="1239"/>
                  </a:cubicBezTo>
                  <a:cubicBezTo>
                    <a:pt x="4279" y="1318"/>
                    <a:pt x="4208" y="1363"/>
                    <a:pt x="4134" y="1363"/>
                  </a:cubicBezTo>
                  <a:cubicBezTo>
                    <a:pt x="4082" y="1363"/>
                    <a:pt x="4029" y="1340"/>
                    <a:pt x="3993" y="1290"/>
                  </a:cubicBezTo>
                  <a:cubicBezTo>
                    <a:pt x="3777" y="859"/>
                    <a:pt x="3349" y="619"/>
                    <a:pt x="2909" y="619"/>
                  </a:cubicBezTo>
                  <a:cubicBezTo>
                    <a:pt x="2655" y="619"/>
                    <a:pt x="2398" y="698"/>
                    <a:pt x="2175" y="866"/>
                  </a:cubicBezTo>
                  <a:cubicBezTo>
                    <a:pt x="1461" y="1358"/>
                    <a:pt x="1478" y="2259"/>
                    <a:pt x="1835" y="2972"/>
                  </a:cubicBezTo>
                  <a:cubicBezTo>
                    <a:pt x="1908" y="3074"/>
                    <a:pt x="1832" y="3187"/>
                    <a:pt x="1724" y="3187"/>
                  </a:cubicBezTo>
                  <a:cubicBezTo>
                    <a:pt x="1705" y="3187"/>
                    <a:pt x="1685" y="3184"/>
                    <a:pt x="1665" y="3176"/>
                  </a:cubicBezTo>
                  <a:cubicBezTo>
                    <a:pt x="1648" y="3210"/>
                    <a:pt x="1597" y="3227"/>
                    <a:pt x="1563" y="3227"/>
                  </a:cubicBezTo>
                  <a:cubicBezTo>
                    <a:pt x="1511" y="3223"/>
                    <a:pt x="1459" y="3221"/>
                    <a:pt x="1407" y="3221"/>
                  </a:cubicBezTo>
                  <a:cubicBezTo>
                    <a:pt x="1238" y="3221"/>
                    <a:pt x="1069" y="3243"/>
                    <a:pt x="901" y="3295"/>
                  </a:cubicBezTo>
                  <a:cubicBezTo>
                    <a:pt x="119" y="3516"/>
                    <a:pt x="0" y="4077"/>
                    <a:pt x="527" y="4994"/>
                  </a:cubicBezTo>
                  <a:cubicBezTo>
                    <a:pt x="918" y="5300"/>
                    <a:pt x="1410" y="5504"/>
                    <a:pt x="1920" y="5589"/>
                  </a:cubicBezTo>
                  <a:cubicBezTo>
                    <a:pt x="2753" y="5725"/>
                    <a:pt x="3585" y="5827"/>
                    <a:pt x="4418" y="5861"/>
                  </a:cubicBezTo>
                  <a:cubicBezTo>
                    <a:pt x="4912" y="5895"/>
                    <a:pt x="5407" y="5912"/>
                    <a:pt x="5901" y="5912"/>
                  </a:cubicBezTo>
                  <a:cubicBezTo>
                    <a:pt x="7122" y="5912"/>
                    <a:pt x="8340" y="5807"/>
                    <a:pt x="9549" y="5589"/>
                  </a:cubicBezTo>
                  <a:lnTo>
                    <a:pt x="9583" y="5589"/>
                  </a:lnTo>
                  <a:cubicBezTo>
                    <a:pt x="10229" y="5589"/>
                    <a:pt x="10874" y="5147"/>
                    <a:pt x="10908" y="4468"/>
                  </a:cubicBezTo>
                  <a:cubicBezTo>
                    <a:pt x="10942" y="3963"/>
                    <a:pt x="10680" y="3786"/>
                    <a:pt x="10348" y="3786"/>
                  </a:cubicBezTo>
                  <a:cubicBezTo>
                    <a:pt x="10020" y="3786"/>
                    <a:pt x="9624" y="3959"/>
                    <a:pt x="9379" y="4162"/>
                  </a:cubicBezTo>
                  <a:cubicBezTo>
                    <a:pt x="9344" y="4190"/>
                    <a:pt x="9305" y="4202"/>
                    <a:pt x="9268" y="4202"/>
                  </a:cubicBezTo>
                  <a:cubicBezTo>
                    <a:pt x="9128" y="4202"/>
                    <a:pt x="9007" y="4028"/>
                    <a:pt x="9141" y="3907"/>
                  </a:cubicBezTo>
                  <a:cubicBezTo>
                    <a:pt x="9158" y="3890"/>
                    <a:pt x="9158" y="3873"/>
                    <a:pt x="9175" y="3873"/>
                  </a:cubicBezTo>
                  <a:cubicBezTo>
                    <a:pt x="9141" y="3805"/>
                    <a:pt x="9158" y="3720"/>
                    <a:pt x="9226" y="3686"/>
                  </a:cubicBezTo>
                  <a:cubicBezTo>
                    <a:pt x="9532" y="3533"/>
                    <a:pt x="9770" y="3244"/>
                    <a:pt x="9583" y="2904"/>
                  </a:cubicBezTo>
                  <a:cubicBezTo>
                    <a:pt x="9451" y="2640"/>
                    <a:pt x="9212" y="2554"/>
                    <a:pt x="8954" y="2554"/>
                  </a:cubicBezTo>
                  <a:cubicBezTo>
                    <a:pt x="8813" y="2554"/>
                    <a:pt x="8667" y="2580"/>
                    <a:pt x="8530" y="2616"/>
                  </a:cubicBezTo>
                  <a:cubicBezTo>
                    <a:pt x="8499" y="2651"/>
                    <a:pt x="8462" y="2665"/>
                    <a:pt x="8425" y="2665"/>
                  </a:cubicBezTo>
                  <a:cubicBezTo>
                    <a:pt x="8317" y="2665"/>
                    <a:pt x="8212" y="2542"/>
                    <a:pt x="8275" y="2429"/>
                  </a:cubicBezTo>
                  <a:cubicBezTo>
                    <a:pt x="9113" y="1031"/>
                    <a:pt x="7632" y="1"/>
                    <a:pt x="6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8024105" y="3325431"/>
              <a:ext cx="58706" cy="39765"/>
            </a:xfrm>
            <a:custGeom>
              <a:avLst/>
              <a:gdLst/>
              <a:ahLst/>
              <a:cxnLst/>
              <a:rect l="l" t="t" r="r" b="b"/>
              <a:pathLst>
                <a:path w="1435" h="972" extrusionOk="0">
                  <a:moveTo>
                    <a:pt x="942" y="0"/>
                  </a:moveTo>
                  <a:cubicBezTo>
                    <a:pt x="924" y="0"/>
                    <a:pt x="904" y="5"/>
                    <a:pt x="884" y="15"/>
                  </a:cubicBezTo>
                  <a:cubicBezTo>
                    <a:pt x="612" y="185"/>
                    <a:pt x="357" y="354"/>
                    <a:pt x="102" y="541"/>
                  </a:cubicBezTo>
                  <a:cubicBezTo>
                    <a:pt x="0" y="609"/>
                    <a:pt x="34" y="779"/>
                    <a:pt x="170" y="796"/>
                  </a:cubicBezTo>
                  <a:cubicBezTo>
                    <a:pt x="544" y="813"/>
                    <a:pt x="918" y="864"/>
                    <a:pt x="1275" y="966"/>
                  </a:cubicBezTo>
                  <a:cubicBezTo>
                    <a:pt x="1285" y="969"/>
                    <a:pt x="1294" y="971"/>
                    <a:pt x="1304" y="971"/>
                  </a:cubicBezTo>
                  <a:cubicBezTo>
                    <a:pt x="1388" y="971"/>
                    <a:pt x="1435" y="842"/>
                    <a:pt x="1343" y="796"/>
                  </a:cubicBezTo>
                  <a:cubicBezTo>
                    <a:pt x="1105" y="660"/>
                    <a:pt x="816" y="575"/>
                    <a:pt x="544" y="541"/>
                  </a:cubicBezTo>
                  <a:cubicBezTo>
                    <a:pt x="697" y="439"/>
                    <a:pt x="850" y="321"/>
                    <a:pt x="1003" y="219"/>
                  </a:cubicBezTo>
                  <a:cubicBezTo>
                    <a:pt x="1104" y="146"/>
                    <a:pt x="1045" y="0"/>
                    <a:pt x="9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7939995" y="3361309"/>
              <a:ext cx="65374" cy="45901"/>
            </a:xfrm>
            <a:custGeom>
              <a:avLst/>
              <a:gdLst/>
              <a:ahLst/>
              <a:cxnLst/>
              <a:rect l="l" t="t" r="r" b="b"/>
              <a:pathLst>
                <a:path w="1598" h="1122" extrusionOk="0">
                  <a:moveTo>
                    <a:pt x="1347" y="0"/>
                  </a:moveTo>
                  <a:cubicBezTo>
                    <a:pt x="1262" y="0"/>
                    <a:pt x="1176" y="72"/>
                    <a:pt x="1207" y="174"/>
                  </a:cubicBezTo>
                  <a:cubicBezTo>
                    <a:pt x="1292" y="463"/>
                    <a:pt x="1139" y="752"/>
                    <a:pt x="867" y="854"/>
                  </a:cubicBezTo>
                  <a:cubicBezTo>
                    <a:pt x="826" y="864"/>
                    <a:pt x="786" y="870"/>
                    <a:pt x="746" y="870"/>
                  </a:cubicBezTo>
                  <a:cubicBezTo>
                    <a:pt x="474" y="870"/>
                    <a:pt x="245" y="630"/>
                    <a:pt x="170" y="378"/>
                  </a:cubicBezTo>
                  <a:cubicBezTo>
                    <a:pt x="155" y="331"/>
                    <a:pt x="118" y="309"/>
                    <a:pt x="82" y="309"/>
                  </a:cubicBezTo>
                  <a:cubicBezTo>
                    <a:pt x="40" y="309"/>
                    <a:pt x="1" y="340"/>
                    <a:pt x="1" y="395"/>
                  </a:cubicBezTo>
                  <a:cubicBezTo>
                    <a:pt x="16" y="806"/>
                    <a:pt x="358" y="1122"/>
                    <a:pt x="760" y="1122"/>
                  </a:cubicBezTo>
                  <a:cubicBezTo>
                    <a:pt x="806" y="1122"/>
                    <a:pt x="853" y="1117"/>
                    <a:pt x="901" y="1109"/>
                  </a:cubicBezTo>
                  <a:cubicBezTo>
                    <a:pt x="1343" y="990"/>
                    <a:pt x="1598" y="548"/>
                    <a:pt x="1479" y="106"/>
                  </a:cubicBezTo>
                  <a:cubicBezTo>
                    <a:pt x="1458" y="32"/>
                    <a:pt x="1403" y="0"/>
                    <a:pt x="1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5"/>
            <p:cNvSpPr/>
            <p:nvPr/>
          </p:nvSpPr>
          <p:spPr>
            <a:xfrm>
              <a:off x="7842589" y="3327722"/>
              <a:ext cx="57151" cy="43242"/>
            </a:xfrm>
            <a:custGeom>
              <a:avLst/>
              <a:gdLst/>
              <a:ahLst/>
              <a:cxnLst/>
              <a:rect l="l" t="t" r="r" b="b"/>
              <a:pathLst>
                <a:path w="1397" h="1057" extrusionOk="0">
                  <a:moveTo>
                    <a:pt x="174" y="0"/>
                  </a:moveTo>
                  <a:cubicBezTo>
                    <a:pt x="66" y="0"/>
                    <a:pt x="1" y="139"/>
                    <a:pt x="105" y="214"/>
                  </a:cubicBezTo>
                  <a:cubicBezTo>
                    <a:pt x="377" y="417"/>
                    <a:pt x="666" y="587"/>
                    <a:pt x="971" y="757"/>
                  </a:cubicBezTo>
                  <a:cubicBezTo>
                    <a:pt x="700" y="808"/>
                    <a:pt x="428" y="842"/>
                    <a:pt x="173" y="876"/>
                  </a:cubicBezTo>
                  <a:cubicBezTo>
                    <a:pt x="71" y="893"/>
                    <a:pt x="71" y="1029"/>
                    <a:pt x="173" y="1046"/>
                  </a:cubicBezTo>
                  <a:cubicBezTo>
                    <a:pt x="249" y="1053"/>
                    <a:pt x="325" y="1056"/>
                    <a:pt x="402" y="1056"/>
                  </a:cubicBezTo>
                  <a:cubicBezTo>
                    <a:pt x="699" y="1056"/>
                    <a:pt x="997" y="1005"/>
                    <a:pt x="1294" y="910"/>
                  </a:cubicBezTo>
                  <a:cubicBezTo>
                    <a:pt x="1379" y="876"/>
                    <a:pt x="1396" y="740"/>
                    <a:pt x="1311" y="689"/>
                  </a:cubicBezTo>
                  <a:cubicBezTo>
                    <a:pt x="971" y="451"/>
                    <a:pt x="598" y="214"/>
                    <a:pt x="224" y="10"/>
                  </a:cubicBezTo>
                  <a:cubicBezTo>
                    <a:pt x="207" y="3"/>
                    <a:pt x="190" y="0"/>
                    <a:pt x="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" name="Google Shape;916;p55"/>
          <p:cNvGrpSpPr/>
          <p:nvPr/>
        </p:nvGrpSpPr>
        <p:grpSpPr>
          <a:xfrm rot="-1583137">
            <a:off x="470000" y="2230447"/>
            <a:ext cx="483857" cy="487879"/>
            <a:chOff x="5030375" y="427250"/>
            <a:chExt cx="192525" cy="194125"/>
          </a:xfrm>
        </p:grpSpPr>
        <p:sp>
          <p:nvSpPr>
            <p:cNvPr id="917" name="Google Shape;917;p55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5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5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5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7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56"/>
          <p:cNvSpPr/>
          <p:nvPr/>
        </p:nvSpPr>
        <p:spPr>
          <a:xfrm rot="5400000">
            <a:off x="6042255" y="1911564"/>
            <a:ext cx="3135634" cy="1320406"/>
          </a:xfrm>
          <a:custGeom>
            <a:avLst/>
            <a:gdLst/>
            <a:ahLst/>
            <a:cxnLst/>
            <a:rect l="l" t="t" r="r" b="b"/>
            <a:pathLst>
              <a:path w="90586" h="30970" extrusionOk="0">
                <a:moveTo>
                  <a:pt x="42076" y="3733"/>
                </a:moveTo>
                <a:cubicBezTo>
                  <a:pt x="44930" y="3733"/>
                  <a:pt x="47730" y="4114"/>
                  <a:pt x="50539" y="4416"/>
                </a:cubicBezTo>
                <a:cubicBezTo>
                  <a:pt x="50446" y="4417"/>
                  <a:pt x="50353" y="4417"/>
                  <a:pt x="50260" y="4417"/>
                </a:cubicBezTo>
                <a:cubicBezTo>
                  <a:pt x="47155" y="4417"/>
                  <a:pt x="44072" y="4238"/>
                  <a:pt x="41051" y="3750"/>
                </a:cubicBezTo>
                <a:cubicBezTo>
                  <a:pt x="41394" y="3739"/>
                  <a:pt x="41735" y="3733"/>
                  <a:pt x="42076" y="3733"/>
                </a:cubicBezTo>
                <a:close/>
                <a:moveTo>
                  <a:pt x="68012" y="8990"/>
                </a:moveTo>
                <a:cubicBezTo>
                  <a:pt x="67974" y="8994"/>
                  <a:pt x="67936" y="8998"/>
                  <a:pt x="67898" y="9002"/>
                </a:cubicBezTo>
                <a:lnTo>
                  <a:pt x="67898" y="8991"/>
                </a:lnTo>
                <a:cubicBezTo>
                  <a:pt x="67936" y="8991"/>
                  <a:pt x="67974" y="8990"/>
                  <a:pt x="68012" y="8990"/>
                </a:cubicBezTo>
                <a:close/>
                <a:moveTo>
                  <a:pt x="72826" y="8894"/>
                </a:moveTo>
                <a:cubicBezTo>
                  <a:pt x="74052" y="8894"/>
                  <a:pt x="75278" y="8941"/>
                  <a:pt x="76501" y="9100"/>
                </a:cubicBezTo>
                <a:cubicBezTo>
                  <a:pt x="76511" y="9247"/>
                  <a:pt x="76398" y="9367"/>
                  <a:pt x="76257" y="9367"/>
                </a:cubicBezTo>
                <a:cubicBezTo>
                  <a:pt x="76240" y="9367"/>
                  <a:pt x="76223" y="9366"/>
                  <a:pt x="76206" y="9362"/>
                </a:cubicBezTo>
                <a:cubicBezTo>
                  <a:pt x="75822" y="9292"/>
                  <a:pt x="75438" y="9269"/>
                  <a:pt x="75054" y="9269"/>
                </a:cubicBezTo>
                <a:cubicBezTo>
                  <a:pt x="74293" y="9269"/>
                  <a:pt x="73532" y="9360"/>
                  <a:pt x="72767" y="9360"/>
                </a:cubicBezTo>
                <a:cubicBezTo>
                  <a:pt x="72535" y="9360"/>
                  <a:pt x="72302" y="9351"/>
                  <a:pt x="72069" y="9329"/>
                </a:cubicBezTo>
                <a:cubicBezTo>
                  <a:pt x="71072" y="9242"/>
                  <a:pt x="70087" y="9024"/>
                  <a:pt x="69073" y="8972"/>
                </a:cubicBezTo>
                <a:lnTo>
                  <a:pt x="69073" y="8972"/>
                </a:lnTo>
                <a:cubicBezTo>
                  <a:pt x="70324" y="8943"/>
                  <a:pt x="71576" y="8894"/>
                  <a:pt x="72826" y="8894"/>
                </a:cubicBezTo>
                <a:close/>
                <a:moveTo>
                  <a:pt x="82135" y="11568"/>
                </a:moveTo>
                <a:cubicBezTo>
                  <a:pt x="82681" y="11568"/>
                  <a:pt x="83472" y="11666"/>
                  <a:pt x="84711" y="11851"/>
                </a:cubicBezTo>
                <a:cubicBezTo>
                  <a:pt x="83718" y="12028"/>
                  <a:pt x="82718" y="12114"/>
                  <a:pt x="81711" y="12114"/>
                </a:cubicBezTo>
                <a:cubicBezTo>
                  <a:pt x="81413" y="12114"/>
                  <a:pt x="81113" y="12107"/>
                  <a:pt x="80814" y="12092"/>
                </a:cubicBezTo>
                <a:cubicBezTo>
                  <a:pt x="81134" y="11734"/>
                  <a:pt x="81427" y="11568"/>
                  <a:pt x="82135" y="11568"/>
                </a:cubicBezTo>
                <a:close/>
                <a:moveTo>
                  <a:pt x="78608" y="20110"/>
                </a:moveTo>
                <a:cubicBezTo>
                  <a:pt x="80295" y="20110"/>
                  <a:pt x="82484" y="20202"/>
                  <a:pt x="85072" y="20389"/>
                </a:cubicBezTo>
                <a:cubicBezTo>
                  <a:pt x="84669" y="20600"/>
                  <a:pt x="81828" y="20728"/>
                  <a:pt x="79146" y="20728"/>
                </a:cubicBezTo>
                <a:cubicBezTo>
                  <a:pt x="77395" y="20728"/>
                  <a:pt x="75712" y="20674"/>
                  <a:pt x="74820" y="20553"/>
                </a:cubicBezTo>
                <a:cubicBezTo>
                  <a:pt x="75126" y="20259"/>
                  <a:pt x="76459" y="20110"/>
                  <a:pt x="78608" y="20110"/>
                </a:cubicBezTo>
                <a:close/>
                <a:moveTo>
                  <a:pt x="4040" y="20826"/>
                </a:moveTo>
                <a:lnTo>
                  <a:pt x="6224" y="23064"/>
                </a:lnTo>
                <a:cubicBezTo>
                  <a:pt x="5252" y="22594"/>
                  <a:pt x="4488" y="21797"/>
                  <a:pt x="4040" y="20826"/>
                </a:cubicBezTo>
                <a:close/>
                <a:moveTo>
                  <a:pt x="27022" y="29101"/>
                </a:moveTo>
                <a:cubicBezTo>
                  <a:pt x="25629" y="29123"/>
                  <a:pt x="24236" y="29385"/>
                  <a:pt x="22752" y="29385"/>
                </a:cubicBezTo>
                <a:cubicBezTo>
                  <a:pt x="21981" y="29385"/>
                  <a:pt x="21184" y="29314"/>
                  <a:pt x="20351" y="29101"/>
                </a:cubicBezTo>
                <a:close/>
                <a:moveTo>
                  <a:pt x="39664" y="29562"/>
                </a:moveTo>
                <a:cubicBezTo>
                  <a:pt x="42356" y="29562"/>
                  <a:pt x="45049" y="29611"/>
                  <a:pt x="47741" y="29611"/>
                </a:cubicBezTo>
                <a:cubicBezTo>
                  <a:pt x="48812" y="29611"/>
                  <a:pt x="49883" y="29603"/>
                  <a:pt x="50954" y="29582"/>
                </a:cubicBezTo>
                <a:lnTo>
                  <a:pt x="50954" y="29582"/>
                </a:lnTo>
                <a:cubicBezTo>
                  <a:pt x="47851" y="29779"/>
                  <a:pt x="44743" y="29821"/>
                  <a:pt x="41634" y="29821"/>
                </a:cubicBezTo>
                <a:cubicBezTo>
                  <a:pt x="39368" y="29821"/>
                  <a:pt x="37102" y="29799"/>
                  <a:pt x="34837" y="29799"/>
                </a:cubicBezTo>
                <a:cubicBezTo>
                  <a:pt x="33680" y="29799"/>
                  <a:pt x="32523" y="29804"/>
                  <a:pt x="31367" y="29822"/>
                </a:cubicBezTo>
                <a:cubicBezTo>
                  <a:pt x="34130" y="29614"/>
                  <a:pt x="36896" y="29562"/>
                  <a:pt x="39664" y="29562"/>
                </a:cubicBezTo>
                <a:close/>
                <a:moveTo>
                  <a:pt x="23101" y="0"/>
                </a:moveTo>
                <a:cubicBezTo>
                  <a:pt x="22488" y="0"/>
                  <a:pt x="21871" y="28"/>
                  <a:pt x="21246" y="115"/>
                </a:cubicBezTo>
                <a:cubicBezTo>
                  <a:pt x="19238" y="410"/>
                  <a:pt x="17262" y="704"/>
                  <a:pt x="15340" y="1207"/>
                </a:cubicBezTo>
                <a:cubicBezTo>
                  <a:pt x="14499" y="1436"/>
                  <a:pt x="13637" y="1578"/>
                  <a:pt x="12763" y="1654"/>
                </a:cubicBezTo>
                <a:cubicBezTo>
                  <a:pt x="12696" y="1660"/>
                  <a:pt x="12624" y="1663"/>
                  <a:pt x="12548" y="1663"/>
                </a:cubicBezTo>
                <a:cubicBezTo>
                  <a:pt x="12323" y="1663"/>
                  <a:pt x="12066" y="1643"/>
                  <a:pt x="11816" y="1643"/>
                </a:cubicBezTo>
                <a:cubicBezTo>
                  <a:pt x="11395" y="1643"/>
                  <a:pt x="10993" y="1699"/>
                  <a:pt x="10798" y="2004"/>
                </a:cubicBezTo>
                <a:cubicBezTo>
                  <a:pt x="10798" y="2342"/>
                  <a:pt x="11322" y="2113"/>
                  <a:pt x="11322" y="2429"/>
                </a:cubicBezTo>
                <a:cubicBezTo>
                  <a:pt x="10525" y="2626"/>
                  <a:pt x="9750" y="2910"/>
                  <a:pt x="9019" y="3292"/>
                </a:cubicBezTo>
                <a:cubicBezTo>
                  <a:pt x="6835" y="4427"/>
                  <a:pt x="4684" y="5552"/>
                  <a:pt x="3592" y="7408"/>
                </a:cubicBezTo>
                <a:cubicBezTo>
                  <a:pt x="2533" y="9220"/>
                  <a:pt x="1540" y="11022"/>
                  <a:pt x="852" y="12899"/>
                </a:cubicBezTo>
                <a:cubicBezTo>
                  <a:pt x="252" y="14570"/>
                  <a:pt x="1" y="16339"/>
                  <a:pt x="110" y="18118"/>
                </a:cubicBezTo>
                <a:cubicBezTo>
                  <a:pt x="186" y="19756"/>
                  <a:pt x="710" y="21350"/>
                  <a:pt x="1649" y="22714"/>
                </a:cubicBezTo>
                <a:cubicBezTo>
                  <a:pt x="2916" y="24549"/>
                  <a:pt x="4477" y="26143"/>
                  <a:pt x="6955" y="27333"/>
                </a:cubicBezTo>
                <a:cubicBezTo>
                  <a:pt x="9870" y="28741"/>
                  <a:pt x="13146" y="29516"/>
                  <a:pt x="16585" y="30084"/>
                </a:cubicBezTo>
                <a:cubicBezTo>
                  <a:pt x="16387" y="30333"/>
                  <a:pt x="16101" y="30352"/>
                  <a:pt x="15788" y="30352"/>
                </a:cubicBezTo>
                <a:cubicBezTo>
                  <a:pt x="15735" y="30352"/>
                  <a:pt x="15681" y="30351"/>
                  <a:pt x="15626" y="30351"/>
                </a:cubicBezTo>
                <a:cubicBezTo>
                  <a:pt x="15399" y="30351"/>
                  <a:pt x="15165" y="30360"/>
                  <a:pt x="14947" y="30455"/>
                </a:cubicBezTo>
                <a:cubicBezTo>
                  <a:pt x="15337" y="30801"/>
                  <a:pt x="15850" y="30880"/>
                  <a:pt x="16321" y="30880"/>
                </a:cubicBezTo>
                <a:cubicBezTo>
                  <a:pt x="16430" y="30880"/>
                  <a:pt x="16537" y="30876"/>
                  <a:pt x="16639" y="30870"/>
                </a:cubicBezTo>
                <a:cubicBezTo>
                  <a:pt x="17484" y="30822"/>
                  <a:pt x="18330" y="30811"/>
                  <a:pt x="19174" y="30811"/>
                </a:cubicBezTo>
                <a:cubicBezTo>
                  <a:pt x="19967" y="30811"/>
                  <a:pt x="20759" y="30821"/>
                  <a:pt x="21550" y="30821"/>
                </a:cubicBezTo>
                <a:cubicBezTo>
                  <a:pt x="22039" y="30821"/>
                  <a:pt x="22527" y="30817"/>
                  <a:pt x="23015" y="30804"/>
                </a:cubicBezTo>
                <a:cubicBezTo>
                  <a:pt x="23028" y="30804"/>
                  <a:pt x="23042" y="30804"/>
                  <a:pt x="23055" y="30804"/>
                </a:cubicBezTo>
                <a:cubicBezTo>
                  <a:pt x="23559" y="30804"/>
                  <a:pt x="24016" y="30969"/>
                  <a:pt x="24536" y="30969"/>
                </a:cubicBezTo>
                <a:cubicBezTo>
                  <a:pt x="24641" y="30969"/>
                  <a:pt x="24749" y="30963"/>
                  <a:pt x="24860" y="30946"/>
                </a:cubicBezTo>
                <a:cubicBezTo>
                  <a:pt x="26301" y="30739"/>
                  <a:pt x="27797" y="30542"/>
                  <a:pt x="29227" y="30542"/>
                </a:cubicBezTo>
                <a:cubicBezTo>
                  <a:pt x="32246" y="30534"/>
                  <a:pt x="35258" y="30326"/>
                  <a:pt x="38269" y="30326"/>
                </a:cubicBezTo>
                <a:cubicBezTo>
                  <a:pt x="38993" y="30326"/>
                  <a:pt x="39716" y="30338"/>
                  <a:pt x="40440" y="30368"/>
                </a:cubicBezTo>
                <a:cubicBezTo>
                  <a:pt x="41074" y="30394"/>
                  <a:pt x="41707" y="30404"/>
                  <a:pt x="42338" y="30404"/>
                </a:cubicBezTo>
                <a:cubicBezTo>
                  <a:pt x="43793" y="30404"/>
                  <a:pt x="45242" y="30354"/>
                  <a:pt x="46696" y="30346"/>
                </a:cubicBezTo>
                <a:cubicBezTo>
                  <a:pt x="47711" y="30340"/>
                  <a:pt x="48729" y="30338"/>
                  <a:pt x="49747" y="30338"/>
                </a:cubicBezTo>
                <a:cubicBezTo>
                  <a:pt x="50765" y="30338"/>
                  <a:pt x="51783" y="30340"/>
                  <a:pt x="52799" y="30346"/>
                </a:cubicBezTo>
                <a:cubicBezTo>
                  <a:pt x="53290" y="30352"/>
                  <a:pt x="53788" y="30434"/>
                  <a:pt x="54294" y="30434"/>
                </a:cubicBezTo>
                <a:cubicBezTo>
                  <a:pt x="54745" y="30434"/>
                  <a:pt x="55203" y="30369"/>
                  <a:pt x="55670" y="30128"/>
                </a:cubicBezTo>
                <a:cubicBezTo>
                  <a:pt x="55179" y="29702"/>
                  <a:pt x="54262" y="29986"/>
                  <a:pt x="53880" y="29604"/>
                </a:cubicBezTo>
                <a:cubicBezTo>
                  <a:pt x="54026" y="29544"/>
                  <a:pt x="54195" y="29535"/>
                  <a:pt x="54375" y="29535"/>
                </a:cubicBezTo>
                <a:cubicBezTo>
                  <a:pt x="54441" y="29535"/>
                  <a:pt x="54509" y="29537"/>
                  <a:pt x="54578" y="29537"/>
                </a:cubicBezTo>
                <a:cubicBezTo>
                  <a:pt x="54932" y="29537"/>
                  <a:pt x="55309" y="29507"/>
                  <a:pt x="55626" y="29145"/>
                </a:cubicBezTo>
                <a:cubicBezTo>
                  <a:pt x="54264" y="29019"/>
                  <a:pt x="52908" y="28979"/>
                  <a:pt x="51557" y="28979"/>
                </a:cubicBezTo>
                <a:cubicBezTo>
                  <a:pt x="49326" y="28979"/>
                  <a:pt x="47111" y="29087"/>
                  <a:pt x="44908" y="29087"/>
                </a:cubicBezTo>
                <a:cubicBezTo>
                  <a:pt x="43721" y="29087"/>
                  <a:pt x="42537" y="29055"/>
                  <a:pt x="41357" y="28959"/>
                </a:cubicBezTo>
                <a:lnTo>
                  <a:pt x="41357" y="28959"/>
                </a:lnTo>
                <a:cubicBezTo>
                  <a:pt x="41544" y="28967"/>
                  <a:pt x="41731" y="28970"/>
                  <a:pt x="41917" y="28970"/>
                </a:cubicBezTo>
                <a:cubicBezTo>
                  <a:pt x="44235" y="28970"/>
                  <a:pt x="46456" y="28444"/>
                  <a:pt x="48781" y="28414"/>
                </a:cubicBezTo>
                <a:cubicBezTo>
                  <a:pt x="49642" y="28401"/>
                  <a:pt x="50521" y="28195"/>
                  <a:pt x="51370" y="28195"/>
                </a:cubicBezTo>
                <a:cubicBezTo>
                  <a:pt x="52017" y="28195"/>
                  <a:pt x="52645" y="28315"/>
                  <a:pt x="53235" y="28730"/>
                </a:cubicBezTo>
                <a:cubicBezTo>
                  <a:pt x="53287" y="28762"/>
                  <a:pt x="53370" y="28772"/>
                  <a:pt x="53473" y="28772"/>
                </a:cubicBezTo>
                <a:cubicBezTo>
                  <a:pt x="53652" y="28772"/>
                  <a:pt x="53891" y="28741"/>
                  <a:pt x="54120" y="28741"/>
                </a:cubicBezTo>
                <a:cubicBezTo>
                  <a:pt x="54001" y="28314"/>
                  <a:pt x="53927" y="27932"/>
                  <a:pt x="54653" y="27932"/>
                </a:cubicBezTo>
                <a:cubicBezTo>
                  <a:pt x="54726" y="27932"/>
                  <a:pt x="54806" y="27936"/>
                  <a:pt x="54895" y="27944"/>
                </a:cubicBezTo>
                <a:cubicBezTo>
                  <a:pt x="54928" y="27948"/>
                  <a:pt x="54961" y="27950"/>
                  <a:pt x="54994" y="27950"/>
                </a:cubicBezTo>
                <a:cubicBezTo>
                  <a:pt x="55221" y="27950"/>
                  <a:pt x="55441" y="27851"/>
                  <a:pt x="55594" y="27660"/>
                </a:cubicBezTo>
                <a:cubicBezTo>
                  <a:pt x="55626" y="27213"/>
                  <a:pt x="55113" y="27420"/>
                  <a:pt x="54982" y="27180"/>
                </a:cubicBezTo>
                <a:cubicBezTo>
                  <a:pt x="58574" y="26590"/>
                  <a:pt x="62319" y="27114"/>
                  <a:pt x="66009" y="26590"/>
                </a:cubicBezTo>
                <a:cubicBezTo>
                  <a:pt x="65638" y="26121"/>
                  <a:pt x="65081" y="26121"/>
                  <a:pt x="64655" y="25979"/>
                </a:cubicBezTo>
                <a:cubicBezTo>
                  <a:pt x="64710" y="25695"/>
                  <a:pt x="65300" y="25782"/>
                  <a:pt x="65387" y="25488"/>
                </a:cubicBezTo>
                <a:cubicBezTo>
                  <a:pt x="65343" y="25378"/>
                  <a:pt x="64808" y="25357"/>
                  <a:pt x="65027" y="25215"/>
                </a:cubicBezTo>
                <a:cubicBezTo>
                  <a:pt x="68750" y="24723"/>
                  <a:pt x="72473" y="24964"/>
                  <a:pt x="76086" y="24156"/>
                </a:cubicBezTo>
                <a:cubicBezTo>
                  <a:pt x="75606" y="23697"/>
                  <a:pt x="75115" y="23675"/>
                  <a:pt x="74798" y="23653"/>
                </a:cubicBezTo>
                <a:cubicBezTo>
                  <a:pt x="75038" y="22889"/>
                  <a:pt x="75835" y="22900"/>
                  <a:pt x="76709" y="22824"/>
                </a:cubicBezTo>
                <a:cubicBezTo>
                  <a:pt x="77375" y="22758"/>
                  <a:pt x="78041" y="22791"/>
                  <a:pt x="78685" y="22714"/>
                </a:cubicBezTo>
                <a:cubicBezTo>
                  <a:pt x="81927" y="22300"/>
                  <a:pt x="85192" y="22027"/>
                  <a:pt x="88467" y="21754"/>
                </a:cubicBezTo>
                <a:cubicBezTo>
                  <a:pt x="89002" y="21710"/>
                  <a:pt x="89548" y="21655"/>
                  <a:pt x="89690" y="21120"/>
                </a:cubicBezTo>
                <a:lnTo>
                  <a:pt x="87375" y="21120"/>
                </a:lnTo>
                <a:cubicBezTo>
                  <a:pt x="88030" y="20858"/>
                  <a:pt x="88805" y="20935"/>
                  <a:pt x="88991" y="20367"/>
                </a:cubicBezTo>
                <a:lnTo>
                  <a:pt x="87397" y="20302"/>
                </a:lnTo>
                <a:cubicBezTo>
                  <a:pt x="87350" y="19405"/>
                  <a:pt x="86568" y="19388"/>
                  <a:pt x="85827" y="19388"/>
                </a:cubicBezTo>
                <a:cubicBezTo>
                  <a:pt x="85798" y="19388"/>
                  <a:pt x="85769" y="19388"/>
                  <a:pt x="85741" y="19388"/>
                </a:cubicBezTo>
                <a:cubicBezTo>
                  <a:pt x="85475" y="19388"/>
                  <a:pt x="85217" y="19386"/>
                  <a:pt x="85006" y="19341"/>
                </a:cubicBezTo>
                <a:cubicBezTo>
                  <a:pt x="86207" y="18762"/>
                  <a:pt x="88216" y="19527"/>
                  <a:pt x="88991" y="18238"/>
                </a:cubicBezTo>
                <a:cubicBezTo>
                  <a:pt x="88762" y="18042"/>
                  <a:pt x="88019" y="18020"/>
                  <a:pt x="88620" y="17616"/>
                </a:cubicBezTo>
                <a:cubicBezTo>
                  <a:pt x="88947" y="17387"/>
                  <a:pt x="88587" y="17223"/>
                  <a:pt x="88281" y="17168"/>
                </a:cubicBezTo>
                <a:cubicBezTo>
                  <a:pt x="87976" y="17114"/>
                  <a:pt x="87637" y="17136"/>
                  <a:pt x="87026" y="17103"/>
                </a:cubicBezTo>
                <a:cubicBezTo>
                  <a:pt x="87736" y="16961"/>
                  <a:pt x="88238" y="16972"/>
                  <a:pt x="88489" y="16677"/>
                </a:cubicBezTo>
                <a:cubicBezTo>
                  <a:pt x="88183" y="16087"/>
                  <a:pt x="87419" y="16229"/>
                  <a:pt x="86687" y="16109"/>
                </a:cubicBezTo>
                <a:cubicBezTo>
                  <a:pt x="87877" y="15989"/>
                  <a:pt x="88543" y="15640"/>
                  <a:pt x="88030" y="14832"/>
                </a:cubicBezTo>
                <a:cubicBezTo>
                  <a:pt x="88091" y="14817"/>
                  <a:pt x="88149" y="14811"/>
                  <a:pt x="88205" y="14811"/>
                </a:cubicBezTo>
                <a:cubicBezTo>
                  <a:pt x="88520" y="14811"/>
                  <a:pt x="88773" y="15007"/>
                  <a:pt x="89040" y="15007"/>
                </a:cubicBezTo>
                <a:cubicBezTo>
                  <a:pt x="89147" y="15007"/>
                  <a:pt x="89257" y="14975"/>
                  <a:pt x="89373" y="14886"/>
                </a:cubicBezTo>
                <a:cubicBezTo>
                  <a:pt x="89308" y="14537"/>
                  <a:pt x="88434" y="14646"/>
                  <a:pt x="88587" y="14155"/>
                </a:cubicBezTo>
                <a:cubicBezTo>
                  <a:pt x="88643" y="14146"/>
                  <a:pt x="88699" y="14143"/>
                  <a:pt x="88755" y="14143"/>
                </a:cubicBezTo>
                <a:cubicBezTo>
                  <a:pt x="89073" y="14143"/>
                  <a:pt x="89405" y="14262"/>
                  <a:pt x="89803" y="14262"/>
                </a:cubicBezTo>
                <a:cubicBezTo>
                  <a:pt x="90037" y="14262"/>
                  <a:pt x="90294" y="14221"/>
                  <a:pt x="90585" y="14089"/>
                </a:cubicBezTo>
                <a:cubicBezTo>
                  <a:pt x="89319" y="13926"/>
                  <a:pt x="88653" y="13347"/>
                  <a:pt x="87561" y="13161"/>
                </a:cubicBezTo>
                <a:cubicBezTo>
                  <a:pt x="86469" y="12976"/>
                  <a:pt x="85355" y="13107"/>
                  <a:pt x="84253" y="12987"/>
                </a:cubicBezTo>
                <a:cubicBezTo>
                  <a:pt x="85508" y="12474"/>
                  <a:pt x="87157" y="13020"/>
                  <a:pt x="88227" y="12321"/>
                </a:cubicBezTo>
                <a:cubicBezTo>
                  <a:pt x="88314" y="11993"/>
                  <a:pt x="87605" y="11961"/>
                  <a:pt x="87877" y="11753"/>
                </a:cubicBezTo>
                <a:cubicBezTo>
                  <a:pt x="88270" y="11469"/>
                  <a:pt x="87757" y="11273"/>
                  <a:pt x="87856" y="11022"/>
                </a:cubicBezTo>
                <a:lnTo>
                  <a:pt x="88893" y="10705"/>
                </a:lnTo>
                <a:lnTo>
                  <a:pt x="88893" y="10476"/>
                </a:lnTo>
                <a:cubicBezTo>
                  <a:pt x="86087" y="10203"/>
                  <a:pt x="83205" y="10323"/>
                  <a:pt x="80355" y="9952"/>
                </a:cubicBezTo>
                <a:lnTo>
                  <a:pt x="80901" y="9657"/>
                </a:lnTo>
                <a:cubicBezTo>
                  <a:pt x="80715" y="9417"/>
                  <a:pt x="80399" y="9428"/>
                  <a:pt x="80191" y="9340"/>
                </a:cubicBezTo>
                <a:cubicBezTo>
                  <a:pt x="79853" y="9198"/>
                  <a:pt x="80508" y="9089"/>
                  <a:pt x="80322" y="8914"/>
                </a:cubicBezTo>
                <a:cubicBezTo>
                  <a:pt x="80191" y="8794"/>
                  <a:pt x="80017" y="8729"/>
                  <a:pt x="79831" y="8729"/>
                </a:cubicBezTo>
                <a:cubicBezTo>
                  <a:pt x="79810" y="8728"/>
                  <a:pt x="79788" y="8728"/>
                  <a:pt x="79766" y="8728"/>
                </a:cubicBezTo>
                <a:cubicBezTo>
                  <a:pt x="79634" y="8728"/>
                  <a:pt x="79499" y="8739"/>
                  <a:pt x="79365" y="8739"/>
                </a:cubicBezTo>
                <a:cubicBezTo>
                  <a:pt x="79174" y="8739"/>
                  <a:pt x="78985" y="8717"/>
                  <a:pt x="78805" y="8609"/>
                </a:cubicBezTo>
                <a:lnTo>
                  <a:pt x="78805" y="8609"/>
                </a:lnTo>
                <a:cubicBezTo>
                  <a:pt x="78927" y="8623"/>
                  <a:pt x="79048" y="8629"/>
                  <a:pt x="79168" y="8629"/>
                </a:cubicBezTo>
                <a:cubicBezTo>
                  <a:pt x="79887" y="8629"/>
                  <a:pt x="80590" y="8415"/>
                  <a:pt x="81314" y="8415"/>
                </a:cubicBezTo>
                <a:cubicBezTo>
                  <a:pt x="81602" y="8415"/>
                  <a:pt x="81893" y="8449"/>
                  <a:pt x="82189" y="8543"/>
                </a:cubicBezTo>
                <a:cubicBezTo>
                  <a:pt x="81403" y="8194"/>
                  <a:pt x="80573" y="7921"/>
                  <a:pt x="79733" y="7746"/>
                </a:cubicBezTo>
                <a:cubicBezTo>
                  <a:pt x="79494" y="7695"/>
                  <a:pt x="79262" y="7677"/>
                  <a:pt x="79035" y="7677"/>
                </a:cubicBezTo>
                <a:cubicBezTo>
                  <a:pt x="78482" y="7677"/>
                  <a:pt x="77953" y="7784"/>
                  <a:pt x="77414" y="7784"/>
                </a:cubicBezTo>
                <a:cubicBezTo>
                  <a:pt x="77271" y="7784"/>
                  <a:pt x="77127" y="7776"/>
                  <a:pt x="76982" y="7757"/>
                </a:cubicBezTo>
                <a:cubicBezTo>
                  <a:pt x="75977" y="7626"/>
                  <a:pt x="74967" y="7610"/>
                  <a:pt x="73966" y="7610"/>
                </a:cubicBezTo>
                <a:cubicBezTo>
                  <a:pt x="73632" y="7610"/>
                  <a:pt x="73299" y="7612"/>
                  <a:pt x="72967" y="7612"/>
                </a:cubicBezTo>
                <a:cubicBezTo>
                  <a:pt x="72304" y="7612"/>
                  <a:pt x="71646" y="7604"/>
                  <a:pt x="70999" y="7561"/>
                </a:cubicBezTo>
                <a:cubicBezTo>
                  <a:pt x="71071" y="7184"/>
                  <a:pt x="70811" y="7136"/>
                  <a:pt x="70494" y="7136"/>
                </a:cubicBezTo>
                <a:cubicBezTo>
                  <a:pt x="70385" y="7136"/>
                  <a:pt x="70270" y="7142"/>
                  <a:pt x="70159" y="7142"/>
                </a:cubicBezTo>
                <a:cubicBezTo>
                  <a:pt x="69954" y="7142"/>
                  <a:pt x="69764" y="7123"/>
                  <a:pt x="69656" y="7015"/>
                </a:cubicBezTo>
                <a:cubicBezTo>
                  <a:pt x="70595" y="6862"/>
                  <a:pt x="71010" y="6338"/>
                  <a:pt x="71796" y="5836"/>
                </a:cubicBezTo>
                <a:cubicBezTo>
                  <a:pt x="68542" y="5213"/>
                  <a:pt x="65289" y="5497"/>
                  <a:pt x="62199" y="4984"/>
                </a:cubicBezTo>
                <a:cubicBezTo>
                  <a:pt x="64077" y="4908"/>
                  <a:pt x="65976" y="4995"/>
                  <a:pt x="68160" y="4678"/>
                </a:cubicBezTo>
                <a:cubicBezTo>
                  <a:pt x="67145" y="4471"/>
                  <a:pt x="67963" y="4242"/>
                  <a:pt x="67854" y="4089"/>
                </a:cubicBezTo>
                <a:cubicBezTo>
                  <a:pt x="66981" y="3772"/>
                  <a:pt x="66053" y="3860"/>
                  <a:pt x="65234" y="3805"/>
                </a:cubicBezTo>
                <a:cubicBezTo>
                  <a:pt x="65498" y="3566"/>
                  <a:pt x="65811" y="3495"/>
                  <a:pt x="66145" y="3495"/>
                </a:cubicBezTo>
                <a:cubicBezTo>
                  <a:pt x="66623" y="3495"/>
                  <a:pt x="67145" y="3640"/>
                  <a:pt x="67632" y="3640"/>
                </a:cubicBezTo>
                <a:cubicBezTo>
                  <a:pt x="67985" y="3640"/>
                  <a:pt x="68320" y="3564"/>
                  <a:pt x="68608" y="3303"/>
                </a:cubicBezTo>
                <a:cubicBezTo>
                  <a:pt x="68269" y="3019"/>
                  <a:pt x="67854" y="2943"/>
                  <a:pt x="67396" y="2844"/>
                </a:cubicBezTo>
                <a:cubicBezTo>
                  <a:pt x="67179" y="2799"/>
                  <a:pt x="66963" y="2784"/>
                  <a:pt x="66748" y="2784"/>
                </a:cubicBezTo>
                <a:cubicBezTo>
                  <a:pt x="66302" y="2784"/>
                  <a:pt x="65861" y="2849"/>
                  <a:pt x="65431" y="2849"/>
                </a:cubicBezTo>
                <a:cubicBezTo>
                  <a:pt x="65317" y="2849"/>
                  <a:pt x="65204" y="2845"/>
                  <a:pt x="65092" y="2833"/>
                </a:cubicBezTo>
                <a:cubicBezTo>
                  <a:pt x="62712" y="2604"/>
                  <a:pt x="60310" y="2495"/>
                  <a:pt x="57930" y="2277"/>
                </a:cubicBezTo>
                <a:cubicBezTo>
                  <a:pt x="53967" y="1905"/>
                  <a:pt x="49949" y="1807"/>
                  <a:pt x="45964" y="1447"/>
                </a:cubicBezTo>
                <a:cubicBezTo>
                  <a:pt x="43126" y="1185"/>
                  <a:pt x="40342" y="683"/>
                  <a:pt x="37481" y="541"/>
                </a:cubicBezTo>
                <a:cubicBezTo>
                  <a:pt x="36286" y="482"/>
                  <a:pt x="35083" y="276"/>
                  <a:pt x="33895" y="276"/>
                </a:cubicBezTo>
                <a:cubicBezTo>
                  <a:pt x="33531" y="276"/>
                  <a:pt x="33169" y="296"/>
                  <a:pt x="32808" y="344"/>
                </a:cubicBezTo>
                <a:cubicBezTo>
                  <a:pt x="32261" y="415"/>
                  <a:pt x="31720" y="442"/>
                  <a:pt x="31183" y="442"/>
                </a:cubicBezTo>
                <a:cubicBezTo>
                  <a:pt x="29312" y="442"/>
                  <a:pt x="27491" y="105"/>
                  <a:pt x="25624" y="71"/>
                </a:cubicBezTo>
                <a:cubicBezTo>
                  <a:pt x="24783" y="52"/>
                  <a:pt x="23945" y="0"/>
                  <a:pt x="23101" y="0"/>
                </a:cubicBezTo>
                <a:close/>
              </a:path>
            </a:pathLst>
          </a:custGeom>
          <a:solidFill>
            <a:srgbClr val="93C3E2">
              <a:alpha val="11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4" name="Google Shape;924;p56"/>
          <p:cNvGrpSpPr/>
          <p:nvPr/>
        </p:nvGrpSpPr>
        <p:grpSpPr>
          <a:xfrm>
            <a:off x="6356975" y="1878877"/>
            <a:ext cx="2015884" cy="1593509"/>
            <a:chOff x="6294600" y="1878877"/>
            <a:chExt cx="2015884" cy="1593509"/>
          </a:xfrm>
        </p:grpSpPr>
        <p:sp>
          <p:nvSpPr>
            <p:cNvPr id="925" name="Google Shape;925;p56"/>
            <p:cNvSpPr/>
            <p:nvPr/>
          </p:nvSpPr>
          <p:spPr>
            <a:xfrm>
              <a:off x="6294600" y="1878877"/>
              <a:ext cx="2015884" cy="1593509"/>
            </a:xfrm>
            <a:custGeom>
              <a:avLst/>
              <a:gdLst/>
              <a:ahLst/>
              <a:cxnLst/>
              <a:rect l="l" t="t" r="r" b="b"/>
              <a:pathLst>
                <a:path w="33757" h="26683" extrusionOk="0">
                  <a:moveTo>
                    <a:pt x="18533" y="568"/>
                  </a:moveTo>
                  <a:cubicBezTo>
                    <a:pt x="18548" y="568"/>
                    <a:pt x="18564" y="569"/>
                    <a:pt x="18579" y="571"/>
                  </a:cubicBezTo>
                  <a:cubicBezTo>
                    <a:pt x="18820" y="571"/>
                    <a:pt x="19044" y="587"/>
                    <a:pt x="19285" y="635"/>
                  </a:cubicBezTo>
                  <a:cubicBezTo>
                    <a:pt x="19654" y="683"/>
                    <a:pt x="20007" y="764"/>
                    <a:pt x="20376" y="812"/>
                  </a:cubicBezTo>
                  <a:cubicBezTo>
                    <a:pt x="20921" y="924"/>
                    <a:pt x="21467" y="1084"/>
                    <a:pt x="21996" y="1309"/>
                  </a:cubicBezTo>
                  <a:cubicBezTo>
                    <a:pt x="23119" y="1710"/>
                    <a:pt x="24194" y="2256"/>
                    <a:pt x="25205" y="2929"/>
                  </a:cubicBezTo>
                  <a:cubicBezTo>
                    <a:pt x="26007" y="3507"/>
                    <a:pt x="26745" y="4165"/>
                    <a:pt x="27403" y="4887"/>
                  </a:cubicBezTo>
                  <a:cubicBezTo>
                    <a:pt x="27547" y="5031"/>
                    <a:pt x="27644" y="5224"/>
                    <a:pt x="27644" y="5416"/>
                  </a:cubicBezTo>
                  <a:cubicBezTo>
                    <a:pt x="27660" y="5609"/>
                    <a:pt x="27579" y="5785"/>
                    <a:pt x="27435" y="5897"/>
                  </a:cubicBezTo>
                  <a:cubicBezTo>
                    <a:pt x="27146" y="6138"/>
                    <a:pt x="26809" y="6250"/>
                    <a:pt x="26216" y="6250"/>
                  </a:cubicBezTo>
                  <a:cubicBezTo>
                    <a:pt x="25863" y="6202"/>
                    <a:pt x="25510" y="6154"/>
                    <a:pt x="25173" y="6074"/>
                  </a:cubicBezTo>
                  <a:cubicBezTo>
                    <a:pt x="22911" y="5545"/>
                    <a:pt x="20857" y="4373"/>
                    <a:pt x="19253" y="2705"/>
                  </a:cubicBezTo>
                  <a:cubicBezTo>
                    <a:pt x="18916" y="2352"/>
                    <a:pt x="18627" y="1951"/>
                    <a:pt x="18419" y="1518"/>
                  </a:cubicBezTo>
                  <a:cubicBezTo>
                    <a:pt x="18338" y="1341"/>
                    <a:pt x="18274" y="1149"/>
                    <a:pt x="18242" y="956"/>
                  </a:cubicBezTo>
                  <a:cubicBezTo>
                    <a:pt x="18183" y="748"/>
                    <a:pt x="18344" y="568"/>
                    <a:pt x="18533" y="568"/>
                  </a:cubicBezTo>
                  <a:close/>
                  <a:moveTo>
                    <a:pt x="5541" y="7789"/>
                  </a:moveTo>
                  <a:cubicBezTo>
                    <a:pt x="5555" y="7789"/>
                    <a:pt x="5570" y="7790"/>
                    <a:pt x="5584" y="7791"/>
                  </a:cubicBezTo>
                  <a:cubicBezTo>
                    <a:pt x="5439" y="8111"/>
                    <a:pt x="5327" y="8368"/>
                    <a:pt x="5183" y="8657"/>
                  </a:cubicBezTo>
                  <a:cubicBezTo>
                    <a:pt x="4974" y="8400"/>
                    <a:pt x="4926" y="8224"/>
                    <a:pt x="5022" y="8079"/>
                  </a:cubicBezTo>
                  <a:cubicBezTo>
                    <a:pt x="5128" y="7899"/>
                    <a:pt x="5331" y="7789"/>
                    <a:pt x="5541" y="7789"/>
                  </a:cubicBezTo>
                  <a:close/>
                  <a:moveTo>
                    <a:pt x="17425" y="523"/>
                  </a:moveTo>
                  <a:cubicBezTo>
                    <a:pt x="17553" y="523"/>
                    <a:pt x="17667" y="528"/>
                    <a:pt x="17761" y="539"/>
                  </a:cubicBezTo>
                  <a:cubicBezTo>
                    <a:pt x="17745" y="619"/>
                    <a:pt x="17745" y="715"/>
                    <a:pt x="17745" y="812"/>
                  </a:cubicBezTo>
                  <a:cubicBezTo>
                    <a:pt x="17745" y="1181"/>
                    <a:pt x="17841" y="1534"/>
                    <a:pt x="18034" y="1855"/>
                  </a:cubicBezTo>
                  <a:cubicBezTo>
                    <a:pt x="18467" y="2609"/>
                    <a:pt x="19028" y="3282"/>
                    <a:pt x="19718" y="3828"/>
                  </a:cubicBezTo>
                  <a:cubicBezTo>
                    <a:pt x="21258" y="5143"/>
                    <a:pt x="23087" y="6074"/>
                    <a:pt x="25061" y="6555"/>
                  </a:cubicBezTo>
                  <a:cubicBezTo>
                    <a:pt x="25494" y="6668"/>
                    <a:pt x="25943" y="6716"/>
                    <a:pt x="26392" y="6716"/>
                  </a:cubicBezTo>
                  <a:cubicBezTo>
                    <a:pt x="27066" y="6700"/>
                    <a:pt x="27644" y="6523"/>
                    <a:pt x="28045" y="5946"/>
                  </a:cubicBezTo>
                  <a:cubicBezTo>
                    <a:pt x="28072" y="5932"/>
                    <a:pt x="28099" y="5919"/>
                    <a:pt x="28126" y="5915"/>
                  </a:cubicBezTo>
                  <a:lnTo>
                    <a:pt x="28126" y="5915"/>
                  </a:lnTo>
                  <a:cubicBezTo>
                    <a:pt x="29169" y="7103"/>
                    <a:pt x="30419" y="10246"/>
                    <a:pt x="30403" y="11657"/>
                  </a:cubicBezTo>
                  <a:cubicBezTo>
                    <a:pt x="30050" y="11930"/>
                    <a:pt x="29617" y="12074"/>
                    <a:pt x="29168" y="12090"/>
                  </a:cubicBezTo>
                  <a:cubicBezTo>
                    <a:pt x="28934" y="12108"/>
                    <a:pt x="28700" y="12117"/>
                    <a:pt x="28467" y="12117"/>
                  </a:cubicBezTo>
                  <a:cubicBezTo>
                    <a:pt x="27867" y="12117"/>
                    <a:pt x="27270" y="12057"/>
                    <a:pt x="26681" y="11930"/>
                  </a:cubicBezTo>
                  <a:cubicBezTo>
                    <a:pt x="23986" y="11416"/>
                    <a:pt x="21419" y="10342"/>
                    <a:pt x="19157" y="8785"/>
                  </a:cubicBezTo>
                  <a:cubicBezTo>
                    <a:pt x="17504" y="7678"/>
                    <a:pt x="16076" y="6250"/>
                    <a:pt x="14969" y="4598"/>
                  </a:cubicBezTo>
                  <a:cubicBezTo>
                    <a:pt x="14648" y="4085"/>
                    <a:pt x="14376" y="3555"/>
                    <a:pt x="14167" y="2994"/>
                  </a:cubicBezTo>
                  <a:cubicBezTo>
                    <a:pt x="14071" y="2673"/>
                    <a:pt x="14007" y="2352"/>
                    <a:pt x="13991" y="2015"/>
                  </a:cubicBezTo>
                  <a:cubicBezTo>
                    <a:pt x="13943" y="1453"/>
                    <a:pt x="14279" y="1133"/>
                    <a:pt x="14681" y="956"/>
                  </a:cubicBezTo>
                  <a:cubicBezTo>
                    <a:pt x="15167" y="734"/>
                    <a:pt x="16593" y="523"/>
                    <a:pt x="17425" y="523"/>
                  </a:cubicBezTo>
                  <a:close/>
                  <a:moveTo>
                    <a:pt x="6835" y="6700"/>
                  </a:moveTo>
                  <a:cubicBezTo>
                    <a:pt x="7477" y="8208"/>
                    <a:pt x="8263" y="9668"/>
                    <a:pt x="9194" y="11031"/>
                  </a:cubicBezTo>
                  <a:cubicBezTo>
                    <a:pt x="10124" y="12363"/>
                    <a:pt x="11167" y="13598"/>
                    <a:pt x="12322" y="14737"/>
                  </a:cubicBezTo>
                  <a:cubicBezTo>
                    <a:pt x="10044" y="13518"/>
                    <a:pt x="6514" y="10775"/>
                    <a:pt x="5488" y="9186"/>
                  </a:cubicBezTo>
                  <a:cubicBezTo>
                    <a:pt x="5889" y="8368"/>
                    <a:pt x="6210" y="7502"/>
                    <a:pt x="6835" y="6700"/>
                  </a:cubicBezTo>
                  <a:close/>
                  <a:moveTo>
                    <a:pt x="13493" y="1325"/>
                  </a:moveTo>
                  <a:cubicBezTo>
                    <a:pt x="13509" y="1325"/>
                    <a:pt x="13509" y="1341"/>
                    <a:pt x="13525" y="1341"/>
                  </a:cubicBezTo>
                  <a:cubicBezTo>
                    <a:pt x="13541" y="1357"/>
                    <a:pt x="13557" y="1373"/>
                    <a:pt x="13557" y="1373"/>
                  </a:cubicBezTo>
                  <a:cubicBezTo>
                    <a:pt x="13381" y="2111"/>
                    <a:pt x="13557" y="2801"/>
                    <a:pt x="13830" y="3475"/>
                  </a:cubicBezTo>
                  <a:cubicBezTo>
                    <a:pt x="14328" y="4614"/>
                    <a:pt x="15017" y="5657"/>
                    <a:pt x="15884" y="6539"/>
                  </a:cubicBezTo>
                  <a:cubicBezTo>
                    <a:pt x="18964" y="9684"/>
                    <a:pt x="22638" y="11753"/>
                    <a:pt x="27002" y="12491"/>
                  </a:cubicBezTo>
                  <a:cubicBezTo>
                    <a:pt x="27531" y="12555"/>
                    <a:pt x="28077" y="12604"/>
                    <a:pt x="28606" y="12620"/>
                  </a:cubicBezTo>
                  <a:cubicBezTo>
                    <a:pt x="28645" y="12621"/>
                    <a:pt x="28684" y="12621"/>
                    <a:pt x="28723" y="12621"/>
                  </a:cubicBezTo>
                  <a:cubicBezTo>
                    <a:pt x="29231" y="12621"/>
                    <a:pt x="29749" y="12523"/>
                    <a:pt x="30211" y="12315"/>
                  </a:cubicBezTo>
                  <a:cubicBezTo>
                    <a:pt x="30291" y="12283"/>
                    <a:pt x="30355" y="12267"/>
                    <a:pt x="30435" y="12235"/>
                  </a:cubicBezTo>
                  <a:cubicBezTo>
                    <a:pt x="30564" y="12620"/>
                    <a:pt x="30596" y="13261"/>
                    <a:pt x="30515" y="14128"/>
                  </a:cubicBezTo>
                  <a:cubicBezTo>
                    <a:pt x="30419" y="15187"/>
                    <a:pt x="30227" y="16245"/>
                    <a:pt x="29906" y="17256"/>
                  </a:cubicBezTo>
                  <a:cubicBezTo>
                    <a:pt x="29200" y="17403"/>
                    <a:pt x="28478" y="17476"/>
                    <a:pt x="27756" y="17476"/>
                  </a:cubicBezTo>
                  <a:cubicBezTo>
                    <a:pt x="27214" y="17476"/>
                    <a:pt x="26672" y="17435"/>
                    <a:pt x="26136" y="17352"/>
                  </a:cubicBezTo>
                  <a:cubicBezTo>
                    <a:pt x="23585" y="16871"/>
                    <a:pt x="21146" y="15876"/>
                    <a:pt x="18996" y="14449"/>
                  </a:cubicBezTo>
                  <a:cubicBezTo>
                    <a:pt x="17424" y="13422"/>
                    <a:pt x="15980" y="12235"/>
                    <a:pt x="14664" y="10887"/>
                  </a:cubicBezTo>
                  <a:cubicBezTo>
                    <a:pt x="13076" y="9267"/>
                    <a:pt x="11809" y="7341"/>
                    <a:pt x="10958" y="5224"/>
                  </a:cubicBezTo>
                  <a:cubicBezTo>
                    <a:pt x="10766" y="4774"/>
                    <a:pt x="10638" y="4309"/>
                    <a:pt x="10557" y="3828"/>
                  </a:cubicBezTo>
                  <a:cubicBezTo>
                    <a:pt x="10541" y="3764"/>
                    <a:pt x="10525" y="3700"/>
                    <a:pt x="10525" y="3635"/>
                  </a:cubicBezTo>
                  <a:cubicBezTo>
                    <a:pt x="10445" y="2817"/>
                    <a:pt x="10493" y="2721"/>
                    <a:pt x="11199" y="2304"/>
                  </a:cubicBezTo>
                  <a:cubicBezTo>
                    <a:pt x="11857" y="1919"/>
                    <a:pt x="12531" y="1614"/>
                    <a:pt x="13253" y="1373"/>
                  </a:cubicBezTo>
                  <a:cubicBezTo>
                    <a:pt x="13333" y="1341"/>
                    <a:pt x="13413" y="1325"/>
                    <a:pt x="13493" y="1325"/>
                  </a:cubicBezTo>
                  <a:close/>
                  <a:moveTo>
                    <a:pt x="29713" y="19310"/>
                  </a:moveTo>
                  <a:cubicBezTo>
                    <a:pt x="29761" y="19438"/>
                    <a:pt x="29809" y="19534"/>
                    <a:pt x="29842" y="19647"/>
                  </a:cubicBezTo>
                  <a:cubicBezTo>
                    <a:pt x="29970" y="20064"/>
                    <a:pt x="29890" y="20224"/>
                    <a:pt x="29489" y="20369"/>
                  </a:cubicBezTo>
                  <a:cubicBezTo>
                    <a:pt x="29360" y="20417"/>
                    <a:pt x="29216" y="20449"/>
                    <a:pt x="28959" y="20513"/>
                  </a:cubicBezTo>
                  <a:cubicBezTo>
                    <a:pt x="29200" y="20080"/>
                    <a:pt x="29392" y="19759"/>
                    <a:pt x="29585" y="19422"/>
                  </a:cubicBezTo>
                  <a:cubicBezTo>
                    <a:pt x="29617" y="19374"/>
                    <a:pt x="29665" y="19342"/>
                    <a:pt x="29713" y="19310"/>
                  </a:cubicBezTo>
                  <a:close/>
                  <a:moveTo>
                    <a:pt x="10044" y="3154"/>
                  </a:moveTo>
                  <a:cubicBezTo>
                    <a:pt x="10044" y="4726"/>
                    <a:pt x="10734" y="6026"/>
                    <a:pt x="11424" y="7309"/>
                  </a:cubicBezTo>
                  <a:cubicBezTo>
                    <a:pt x="12402" y="9058"/>
                    <a:pt x="13654" y="10646"/>
                    <a:pt x="15130" y="12010"/>
                  </a:cubicBezTo>
                  <a:cubicBezTo>
                    <a:pt x="16189" y="12989"/>
                    <a:pt x="17312" y="13887"/>
                    <a:pt x="18499" y="14689"/>
                  </a:cubicBezTo>
                  <a:cubicBezTo>
                    <a:pt x="20504" y="16037"/>
                    <a:pt x="22718" y="17032"/>
                    <a:pt x="25061" y="17609"/>
                  </a:cubicBezTo>
                  <a:cubicBezTo>
                    <a:pt x="25902" y="17829"/>
                    <a:pt x="26760" y="17941"/>
                    <a:pt x="27622" y="17941"/>
                  </a:cubicBezTo>
                  <a:cubicBezTo>
                    <a:pt x="28207" y="17941"/>
                    <a:pt x="28793" y="17889"/>
                    <a:pt x="29376" y="17786"/>
                  </a:cubicBezTo>
                  <a:cubicBezTo>
                    <a:pt x="29473" y="17770"/>
                    <a:pt x="29569" y="17770"/>
                    <a:pt x="29745" y="17754"/>
                  </a:cubicBezTo>
                  <a:lnTo>
                    <a:pt x="29745" y="17754"/>
                  </a:lnTo>
                  <a:cubicBezTo>
                    <a:pt x="29617" y="18187"/>
                    <a:pt x="29457" y="18588"/>
                    <a:pt x="29248" y="18973"/>
                  </a:cubicBezTo>
                  <a:cubicBezTo>
                    <a:pt x="29007" y="19438"/>
                    <a:pt x="28735" y="19871"/>
                    <a:pt x="28494" y="20337"/>
                  </a:cubicBezTo>
                  <a:cubicBezTo>
                    <a:pt x="28382" y="20497"/>
                    <a:pt x="28205" y="20609"/>
                    <a:pt x="28013" y="20625"/>
                  </a:cubicBezTo>
                  <a:cubicBezTo>
                    <a:pt x="27824" y="20654"/>
                    <a:pt x="27638" y="20666"/>
                    <a:pt x="27453" y="20666"/>
                  </a:cubicBezTo>
                  <a:cubicBezTo>
                    <a:pt x="26915" y="20666"/>
                    <a:pt x="26392" y="20565"/>
                    <a:pt x="25879" y="20481"/>
                  </a:cubicBezTo>
                  <a:cubicBezTo>
                    <a:pt x="22943" y="19968"/>
                    <a:pt x="20167" y="18941"/>
                    <a:pt x="17504" y="17673"/>
                  </a:cubicBezTo>
                  <a:cubicBezTo>
                    <a:pt x="16943" y="17401"/>
                    <a:pt x="16397" y="17112"/>
                    <a:pt x="15836" y="16855"/>
                  </a:cubicBezTo>
                  <a:cubicBezTo>
                    <a:pt x="15130" y="16502"/>
                    <a:pt x="14472" y="16069"/>
                    <a:pt x="13878" y="15556"/>
                  </a:cubicBezTo>
                  <a:cubicBezTo>
                    <a:pt x="11055" y="13165"/>
                    <a:pt x="8809" y="10133"/>
                    <a:pt x="7349" y="6732"/>
                  </a:cubicBezTo>
                  <a:cubicBezTo>
                    <a:pt x="7301" y="6635"/>
                    <a:pt x="7268" y="6555"/>
                    <a:pt x="7220" y="6459"/>
                  </a:cubicBezTo>
                  <a:cubicBezTo>
                    <a:pt x="7140" y="6299"/>
                    <a:pt x="7172" y="6122"/>
                    <a:pt x="7284" y="5994"/>
                  </a:cubicBezTo>
                  <a:cubicBezTo>
                    <a:pt x="8022" y="4983"/>
                    <a:pt x="8889" y="4069"/>
                    <a:pt x="9835" y="3250"/>
                  </a:cubicBezTo>
                  <a:cubicBezTo>
                    <a:pt x="9900" y="3218"/>
                    <a:pt x="9964" y="3170"/>
                    <a:pt x="10044" y="3154"/>
                  </a:cubicBezTo>
                  <a:close/>
                  <a:moveTo>
                    <a:pt x="11889" y="19550"/>
                  </a:moveTo>
                  <a:cubicBezTo>
                    <a:pt x="14809" y="21139"/>
                    <a:pt x="17841" y="22518"/>
                    <a:pt x="20970" y="23674"/>
                  </a:cubicBezTo>
                  <a:cubicBezTo>
                    <a:pt x="18820" y="23561"/>
                    <a:pt x="16782" y="23064"/>
                    <a:pt x="14937" y="21941"/>
                  </a:cubicBezTo>
                  <a:cubicBezTo>
                    <a:pt x="13926" y="21315"/>
                    <a:pt x="12964" y="20609"/>
                    <a:pt x="12065" y="19839"/>
                  </a:cubicBezTo>
                  <a:cubicBezTo>
                    <a:pt x="11985" y="19775"/>
                    <a:pt x="11921" y="19711"/>
                    <a:pt x="11857" y="19631"/>
                  </a:cubicBezTo>
                  <a:cubicBezTo>
                    <a:pt x="11857" y="19631"/>
                    <a:pt x="11857" y="19599"/>
                    <a:pt x="11873" y="19550"/>
                  </a:cubicBezTo>
                  <a:close/>
                  <a:moveTo>
                    <a:pt x="2433" y="6018"/>
                  </a:moveTo>
                  <a:cubicBezTo>
                    <a:pt x="2559" y="6018"/>
                    <a:pt x="2684" y="6026"/>
                    <a:pt x="2808" y="6042"/>
                  </a:cubicBezTo>
                  <a:cubicBezTo>
                    <a:pt x="3594" y="6154"/>
                    <a:pt x="4381" y="6379"/>
                    <a:pt x="5103" y="6700"/>
                  </a:cubicBezTo>
                  <a:cubicBezTo>
                    <a:pt x="5279" y="6748"/>
                    <a:pt x="5439" y="6876"/>
                    <a:pt x="5504" y="7037"/>
                  </a:cubicBezTo>
                  <a:cubicBezTo>
                    <a:pt x="5439" y="7133"/>
                    <a:pt x="5375" y="7197"/>
                    <a:pt x="5295" y="7277"/>
                  </a:cubicBezTo>
                  <a:cubicBezTo>
                    <a:pt x="5119" y="7406"/>
                    <a:pt x="4926" y="7502"/>
                    <a:pt x="4766" y="7646"/>
                  </a:cubicBezTo>
                  <a:cubicBezTo>
                    <a:pt x="4493" y="7823"/>
                    <a:pt x="4381" y="8176"/>
                    <a:pt x="4493" y="8497"/>
                  </a:cubicBezTo>
                  <a:cubicBezTo>
                    <a:pt x="4589" y="8721"/>
                    <a:pt x="4701" y="8946"/>
                    <a:pt x="4830" y="9170"/>
                  </a:cubicBezTo>
                  <a:cubicBezTo>
                    <a:pt x="4990" y="9395"/>
                    <a:pt x="5167" y="9620"/>
                    <a:pt x="5359" y="9828"/>
                  </a:cubicBezTo>
                  <a:cubicBezTo>
                    <a:pt x="6659" y="11208"/>
                    <a:pt x="8022" y="12507"/>
                    <a:pt x="9611" y="13550"/>
                  </a:cubicBezTo>
                  <a:cubicBezTo>
                    <a:pt x="10718" y="14272"/>
                    <a:pt x="11809" y="15026"/>
                    <a:pt x="12916" y="15732"/>
                  </a:cubicBezTo>
                  <a:cubicBezTo>
                    <a:pt x="14873" y="16935"/>
                    <a:pt x="16943" y="17994"/>
                    <a:pt x="19076" y="18844"/>
                  </a:cubicBezTo>
                  <a:cubicBezTo>
                    <a:pt x="20151" y="19294"/>
                    <a:pt x="21242" y="19759"/>
                    <a:pt x="22333" y="20128"/>
                  </a:cubicBezTo>
                  <a:cubicBezTo>
                    <a:pt x="23922" y="20673"/>
                    <a:pt x="25558" y="21026"/>
                    <a:pt x="27227" y="21203"/>
                  </a:cubicBezTo>
                  <a:cubicBezTo>
                    <a:pt x="27425" y="21221"/>
                    <a:pt x="27624" y="21230"/>
                    <a:pt x="27823" y="21230"/>
                  </a:cubicBezTo>
                  <a:cubicBezTo>
                    <a:pt x="28155" y="21230"/>
                    <a:pt x="28490" y="21205"/>
                    <a:pt x="28831" y="21155"/>
                  </a:cubicBezTo>
                  <a:cubicBezTo>
                    <a:pt x="29200" y="21091"/>
                    <a:pt x="29569" y="20962"/>
                    <a:pt x="29906" y="20754"/>
                  </a:cubicBezTo>
                  <a:cubicBezTo>
                    <a:pt x="30339" y="20497"/>
                    <a:pt x="30451" y="20208"/>
                    <a:pt x="30371" y="19695"/>
                  </a:cubicBezTo>
                  <a:cubicBezTo>
                    <a:pt x="30323" y="19422"/>
                    <a:pt x="30291" y="19149"/>
                    <a:pt x="30259" y="18861"/>
                  </a:cubicBezTo>
                  <a:cubicBezTo>
                    <a:pt x="30243" y="18732"/>
                    <a:pt x="30259" y="18732"/>
                    <a:pt x="30435" y="18475"/>
                  </a:cubicBezTo>
                  <a:cubicBezTo>
                    <a:pt x="30564" y="18588"/>
                    <a:pt x="30676" y="18652"/>
                    <a:pt x="30772" y="18748"/>
                  </a:cubicBezTo>
                  <a:cubicBezTo>
                    <a:pt x="31558" y="19470"/>
                    <a:pt x="32232" y="20320"/>
                    <a:pt x="32729" y="21267"/>
                  </a:cubicBezTo>
                  <a:cubicBezTo>
                    <a:pt x="32826" y="21444"/>
                    <a:pt x="32890" y="21636"/>
                    <a:pt x="32954" y="21829"/>
                  </a:cubicBezTo>
                  <a:cubicBezTo>
                    <a:pt x="33211" y="22567"/>
                    <a:pt x="32906" y="23385"/>
                    <a:pt x="32232" y="23786"/>
                  </a:cubicBezTo>
                  <a:cubicBezTo>
                    <a:pt x="31687" y="24139"/>
                    <a:pt x="31061" y="24347"/>
                    <a:pt x="30403" y="24428"/>
                  </a:cubicBezTo>
                  <a:cubicBezTo>
                    <a:pt x="29814" y="24519"/>
                    <a:pt x="29221" y="24550"/>
                    <a:pt x="28626" y="24550"/>
                  </a:cubicBezTo>
                  <a:cubicBezTo>
                    <a:pt x="28070" y="24550"/>
                    <a:pt x="27512" y="24523"/>
                    <a:pt x="26954" y="24492"/>
                  </a:cubicBezTo>
                  <a:cubicBezTo>
                    <a:pt x="25494" y="24412"/>
                    <a:pt x="24098" y="24043"/>
                    <a:pt x="22686" y="23674"/>
                  </a:cubicBezTo>
                  <a:cubicBezTo>
                    <a:pt x="20745" y="23112"/>
                    <a:pt x="18836" y="22406"/>
                    <a:pt x="16991" y="21556"/>
                  </a:cubicBezTo>
                  <a:cubicBezTo>
                    <a:pt x="15082" y="20738"/>
                    <a:pt x="13221" y="19791"/>
                    <a:pt x="11408" y="18748"/>
                  </a:cubicBezTo>
                  <a:cubicBezTo>
                    <a:pt x="10573" y="18251"/>
                    <a:pt x="9755" y="17721"/>
                    <a:pt x="8937" y="17208"/>
                  </a:cubicBezTo>
                  <a:cubicBezTo>
                    <a:pt x="7525" y="16294"/>
                    <a:pt x="6161" y="15299"/>
                    <a:pt x="4878" y="14192"/>
                  </a:cubicBezTo>
                  <a:cubicBezTo>
                    <a:pt x="3370" y="12941"/>
                    <a:pt x="2102" y="11432"/>
                    <a:pt x="1124" y="9732"/>
                  </a:cubicBezTo>
                  <a:cubicBezTo>
                    <a:pt x="947" y="9411"/>
                    <a:pt x="787" y="9074"/>
                    <a:pt x="659" y="8721"/>
                  </a:cubicBezTo>
                  <a:cubicBezTo>
                    <a:pt x="514" y="8336"/>
                    <a:pt x="434" y="7919"/>
                    <a:pt x="450" y="7502"/>
                  </a:cubicBezTo>
                  <a:cubicBezTo>
                    <a:pt x="434" y="6860"/>
                    <a:pt x="771" y="6475"/>
                    <a:pt x="1332" y="6234"/>
                  </a:cubicBezTo>
                  <a:cubicBezTo>
                    <a:pt x="1681" y="6090"/>
                    <a:pt x="2057" y="6018"/>
                    <a:pt x="2433" y="6018"/>
                  </a:cubicBezTo>
                  <a:close/>
                  <a:moveTo>
                    <a:pt x="4990" y="14946"/>
                  </a:moveTo>
                  <a:cubicBezTo>
                    <a:pt x="5103" y="15010"/>
                    <a:pt x="5183" y="15058"/>
                    <a:pt x="5247" y="15090"/>
                  </a:cubicBezTo>
                  <a:cubicBezTo>
                    <a:pt x="5857" y="15540"/>
                    <a:pt x="6450" y="15989"/>
                    <a:pt x="7076" y="16422"/>
                  </a:cubicBezTo>
                  <a:cubicBezTo>
                    <a:pt x="7910" y="17000"/>
                    <a:pt x="8744" y="17561"/>
                    <a:pt x="9595" y="18123"/>
                  </a:cubicBezTo>
                  <a:cubicBezTo>
                    <a:pt x="9819" y="18267"/>
                    <a:pt x="10028" y="18443"/>
                    <a:pt x="10204" y="18652"/>
                  </a:cubicBezTo>
                  <a:cubicBezTo>
                    <a:pt x="10605" y="19101"/>
                    <a:pt x="11023" y="19534"/>
                    <a:pt x="11456" y="19935"/>
                  </a:cubicBezTo>
                  <a:cubicBezTo>
                    <a:pt x="12402" y="20770"/>
                    <a:pt x="13397" y="21524"/>
                    <a:pt x="14472" y="22198"/>
                  </a:cubicBezTo>
                  <a:cubicBezTo>
                    <a:pt x="15900" y="23096"/>
                    <a:pt x="17504" y="23690"/>
                    <a:pt x="19173" y="23946"/>
                  </a:cubicBezTo>
                  <a:cubicBezTo>
                    <a:pt x="19911" y="24059"/>
                    <a:pt x="20665" y="24091"/>
                    <a:pt x="21419" y="24139"/>
                  </a:cubicBezTo>
                  <a:cubicBezTo>
                    <a:pt x="21472" y="24145"/>
                    <a:pt x="21528" y="24149"/>
                    <a:pt x="21584" y="24149"/>
                  </a:cubicBezTo>
                  <a:cubicBezTo>
                    <a:pt x="21664" y="24149"/>
                    <a:pt x="21745" y="24142"/>
                    <a:pt x="21820" y="24123"/>
                  </a:cubicBezTo>
                  <a:cubicBezTo>
                    <a:pt x="21970" y="24087"/>
                    <a:pt x="22121" y="24069"/>
                    <a:pt x="22269" y="24069"/>
                  </a:cubicBezTo>
                  <a:cubicBezTo>
                    <a:pt x="22517" y="24069"/>
                    <a:pt x="22760" y="24119"/>
                    <a:pt x="22991" y="24219"/>
                  </a:cubicBezTo>
                  <a:cubicBezTo>
                    <a:pt x="23312" y="24315"/>
                    <a:pt x="23649" y="24395"/>
                    <a:pt x="23970" y="24476"/>
                  </a:cubicBezTo>
                  <a:cubicBezTo>
                    <a:pt x="24050" y="24508"/>
                    <a:pt x="24130" y="24540"/>
                    <a:pt x="24210" y="24572"/>
                  </a:cubicBezTo>
                  <a:cubicBezTo>
                    <a:pt x="23986" y="24684"/>
                    <a:pt x="23825" y="24781"/>
                    <a:pt x="23665" y="24861"/>
                  </a:cubicBezTo>
                  <a:cubicBezTo>
                    <a:pt x="22510" y="25390"/>
                    <a:pt x="21306" y="25791"/>
                    <a:pt x="20055" y="26032"/>
                  </a:cubicBezTo>
                  <a:cubicBezTo>
                    <a:pt x="19365" y="26182"/>
                    <a:pt x="18675" y="26241"/>
                    <a:pt x="17986" y="26241"/>
                  </a:cubicBezTo>
                  <a:cubicBezTo>
                    <a:pt x="17344" y="26241"/>
                    <a:pt x="16702" y="26189"/>
                    <a:pt x="16060" y="26112"/>
                  </a:cubicBezTo>
                  <a:cubicBezTo>
                    <a:pt x="14247" y="25888"/>
                    <a:pt x="12515" y="25278"/>
                    <a:pt x="10942" y="24331"/>
                  </a:cubicBezTo>
                  <a:cubicBezTo>
                    <a:pt x="10220" y="23850"/>
                    <a:pt x="9531" y="23321"/>
                    <a:pt x="8889" y="22743"/>
                  </a:cubicBezTo>
                  <a:cubicBezTo>
                    <a:pt x="7734" y="21732"/>
                    <a:pt x="6964" y="20465"/>
                    <a:pt x="6322" y="19133"/>
                  </a:cubicBezTo>
                  <a:cubicBezTo>
                    <a:pt x="5696" y="17898"/>
                    <a:pt x="5263" y="16598"/>
                    <a:pt x="5022" y="15251"/>
                  </a:cubicBezTo>
                  <a:cubicBezTo>
                    <a:pt x="5022" y="15171"/>
                    <a:pt x="5006" y="15090"/>
                    <a:pt x="4990" y="14946"/>
                  </a:cubicBezTo>
                  <a:close/>
                  <a:moveTo>
                    <a:pt x="17642" y="0"/>
                  </a:moveTo>
                  <a:cubicBezTo>
                    <a:pt x="17393" y="0"/>
                    <a:pt x="17144" y="9"/>
                    <a:pt x="16895" y="26"/>
                  </a:cubicBezTo>
                  <a:cubicBezTo>
                    <a:pt x="15659" y="170"/>
                    <a:pt x="14424" y="443"/>
                    <a:pt x="13237" y="860"/>
                  </a:cubicBezTo>
                  <a:cubicBezTo>
                    <a:pt x="11488" y="1421"/>
                    <a:pt x="9916" y="2400"/>
                    <a:pt x="8632" y="3700"/>
                  </a:cubicBezTo>
                  <a:cubicBezTo>
                    <a:pt x="7830" y="4502"/>
                    <a:pt x="7108" y="5384"/>
                    <a:pt x="6450" y="6315"/>
                  </a:cubicBezTo>
                  <a:cubicBezTo>
                    <a:pt x="6354" y="6443"/>
                    <a:pt x="6306" y="6619"/>
                    <a:pt x="6113" y="6684"/>
                  </a:cubicBezTo>
                  <a:lnTo>
                    <a:pt x="5808" y="6523"/>
                  </a:lnTo>
                  <a:cubicBezTo>
                    <a:pt x="4926" y="6074"/>
                    <a:pt x="3980" y="5769"/>
                    <a:pt x="3001" y="5609"/>
                  </a:cubicBezTo>
                  <a:cubicBezTo>
                    <a:pt x="2814" y="5574"/>
                    <a:pt x="2624" y="5557"/>
                    <a:pt x="2434" y="5557"/>
                  </a:cubicBezTo>
                  <a:cubicBezTo>
                    <a:pt x="1926" y="5557"/>
                    <a:pt x="1419" y="5680"/>
                    <a:pt x="963" y="5914"/>
                  </a:cubicBezTo>
                  <a:cubicBezTo>
                    <a:pt x="418" y="6170"/>
                    <a:pt x="65" y="6700"/>
                    <a:pt x="17" y="7309"/>
                  </a:cubicBezTo>
                  <a:cubicBezTo>
                    <a:pt x="1" y="7518"/>
                    <a:pt x="1" y="7742"/>
                    <a:pt x="17" y="7951"/>
                  </a:cubicBezTo>
                  <a:cubicBezTo>
                    <a:pt x="81" y="8593"/>
                    <a:pt x="290" y="9202"/>
                    <a:pt x="626" y="9748"/>
                  </a:cubicBezTo>
                  <a:cubicBezTo>
                    <a:pt x="1108" y="10678"/>
                    <a:pt x="1717" y="11545"/>
                    <a:pt x="2439" y="12315"/>
                  </a:cubicBezTo>
                  <a:cubicBezTo>
                    <a:pt x="3017" y="12941"/>
                    <a:pt x="3611" y="13566"/>
                    <a:pt x="4204" y="14160"/>
                  </a:cubicBezTo>
                  <a:cubicBezTo>
                    <a:pt x="4365" y="14304"/>
                    <a:pt x="4461" y="14513"/>
                    <a:pt x="4477" y="14721"/>
                  </a:cubicBezTo>
                  <a:cubicBezTo>
                    <a:pt x="4493" y="15010"/>
                    <a:pt x="4541" y="15299"/>
                    <a:pt x="4589" y="15572"/>
                  </a:cubicBezTo>
                  <a:cubicBezTo>
                    <a:pt x="4846" y="16887"/>
                    <a:pt x="5279" y="18155"/>
                    <a:pt x="5889" y="19358"/>
                  </a:cubicBezTo>
                  <a:cubicBezTo>
                    <a:pt x="6883" y="21411"/>
                    <a:pt x="8408" y="23176"/>
                    <a:pt x="10301" y="24444"/>
                  </a:cubicBezTo>
                  <a:cubicBezTo>
                    <a:pt x="11536" y="25246"/>
                    <a:pt x="12884" y="25855"/>
                    <a:pt x="14312" y="26240"/>
                  </a:cubicBezTo>
                  <a:cubicBezTo>
                    <a:pt x="15178" y="26481"/>
                    <a:pt x="16076" y="26609"/>
                    <a:pt x="16975" y="26642"/>
                  </a:cubicBezTo>
                  <a:cubicBezTo>
                    <a:pt x="17270" y="26670"/>
                    <a:pt x="17566" y="26682"/>
                    <a:pt x="17860" y="26682"/>
                  </a:cubicBezTo>
                  <a:cubicBezTo>
                    <a:pt x="18236" y="26682"/>
                    <a:pt x="18611" y="26662"/>
                    <a:pt x="18980" y="26626"/>
                  </a:cubicBezTo>
                  <a:cubicBezTo>
                    <a:pt x="20954" y="26353"/>
                    <a:pt x="22879" y="25888"/>
                    <a:pt x="24595" y="24797"/>
                  </a:cubicBezTo>
                  <a:cubicBezTo>
                    <a:pt x="24679" y="24737"/>
                    <a:pt x="24780" y="24704"/>
                    <a:pt x="24879" y="24704"/>
                  </a:cubicBezTo>
                  <a:cubicBezTo>
                    <a:pt x="24913" y="24704"/>
                    <a:pt x="24947" y="24708"/>
                    <a:pt x="24980" y="24716"/>
                  </a:cubicBezTo>
                  <a:cubicBezTo>
                    <a:pt x="25847" y="24861"/>
                    <a:pt x="26729" y="24957"/>
                    <a:pt x="27612" y="25005"/>
                  </a:cubicBezTo>
                  <a:cubicBezTo>
                    <a:pt x="27965" y="25031"/>
                    <a:pt x="28315" y="25044"/>
                    <a:pt x="28664" y="25044"/>
                  </a:cubicBezTo>
                  <a:cubicBezTo>
                    <a:pt x="29187" y="25044"/>
                    <a:pt x="29707" y="25015"/>
                    <a:pt x="30227" y="24957"/>
                  </a:cubicBezTo>
                  <a:cubicBezTo>
                    <a:pt x="30997" y="24877"/>
                    <a:pt x="31735" y="24620"/>
                    <a:pt x="32392" y="24219"/>
                  </a:cubicBezTo>
                  <a:cubicBezTo>
                    <a:pt x="33419" y="23577"/>
                    <a:pt x="33756" y="22711"/>
                    <a:pt x="33339" y="21508"/>
                  </a:cubicBezTo>
                  <a:cubicBezTo>
                    <a:pt x="33243" y="21251"/>
                    <a:pt x="33130" y="21010"/>
                    <a:pt x="33002" y="20786"/>
                  </a:cubicBezTo>
                  <a:cubicBezTo>
                    <a:pt x="32489" y="19823"/>
                    <a:pt x="31783" y="18973"/>
                    <a:pt x="30933" y="18299"/>
                  </a:cubicBezTo>
                  <a:lnTo>
                    <a:pt x="30339" y="17786"/>
                  </a:lnTo>
                  <a:cubicBezTo>
                    <a:pt x="30355" y="17641"/>
                    <a:pt x="30371" y="17513"/>
                    <a:pt x="30387" y="17401"/>
                  </a:cubicBezTo>
                  <a:cubicBezTo>
                    <a:pt x="30692" y="16374"/>
                    <a:pt x="30884" y="15315"/>
                    <a:pt x="30997" y="14256"/>
                  </a:cubicBezTo>
                  <a:cubicBezTo>
                    <a:pt x="31141" y="12908"/>
                    <a:pt x="31029" y="11545"/>
                    <a:pt x="30692" y="10229"/>
                  </a:cubicBezTo>
                  <a:cubicBezTo>
                    <a:pt x="30275" y="8609"/>
                    <a:pt x="29569" y="7085"/>
                    <a:pt x="28606" y="5721"/>
                  </a:cubicBezTo>
                  <a:cubicBezTo>
                    <a:pt x="27435" y="4036"/>
                    <a:pt x="25879" y="2657"/>
                    <a:pt x="24082" y="1710"/>
                  </a:cubicBezTo>
                  <a:cubicBezTo>
                    <a:pt x="22510" y="860"/>
                    <a:pt x="20809" y="314"/>
                    <a:pt x="19044" y="106"/>
                  </a:cubicBezTo>
                  <a:cubicBezTo>
                    <a:pt x="18582" y="32"/>
                    <a:pt x="18113" y="0"/>
                    <a:pt x="176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6"/>
            <p:cNvSpPr/>
            <p:nvPr/>
          </p:nvSpPr>
          <p:spPr>
            <a:xfrm>
              <a:off x="6320458" y="2238202"/>
              <a:ext cx="1957420" cy="1106791"/>
            </a:xfrm>
            <a:custGeom>
              <a:avLst/>
              <a:gdLst/>
              <a:ahLst/>
              <a:cxnLst/>
              <a:rect l="l" t="t" r="r" b="b"/>
              <a:pathLst>
                <a:path w="32778" h="18533" extrusionOk="0">
                  <a:moveTo>
                    <a:pt x="2000" y="1"/>
                  </a:moveTo>
                  <a:cubicBezTo>
                    <a:pt x="1624" y="1"/>
                    <a:pt x="1248" y="73"/>
                    <a:pt x="899" y="217"/>
                  </a:cubicBezTo>
                  <a:cubicBezTo>
                    <a:pt x="338" y="458"/>
                    <a:pt x="1" y="843"/>
                    <a:pt x="17" y="1485"/>
                  </a:cubicBezTo>
                  <a:cubicBezTo>
                    <a:pt x="1" y="1902"/>
                    <a:pt x="81" y="2319"/>
                    <a:pt x="226" y="2704"/>
                  </a:cubicBezTo>
                  <a:cubicBezTo>
                    <a:pt x="354" y="3057"/>
                    <a:pt x="514" y="3394"/>
                    <a:pt x="691" y="3715"/>
                  </a:cubicBezTo>
                  <a:cubicBezTo>
                    <a:pt x="1669" y="5415"/>
                    <a:pt x="2937" y="6924"/>
                    <a:pt x="4445" y="8175"/>
                  </a:cubicBezTo>
                  <a:cubicBezTo>
                    <a:pt x="5728" y="9282"/>
                    <a:pt x="7092" y="10277"/>
                    <a:pt x="8504" y="11191"/>
                  </a:cubicBezTo>
                  <a:cubicBezTo>
                    <a:pt x="9322" y="11704"/>
                    <a:pt x="10140" y="12234"/>
                    <a:pt x="10975" y="12731"/>
                  </a:cubicBezTo>
                  <a:cubicBezTo>
                    <a:pt x="12788" y="13774"/>
                    <a:pt x="14649" y="14721"/>
                    <a:pt x="16558" y="15539"/>
                  </a:cubicBezTo>
                  <a:cubicBezTo>
                    <a:pt x="18403" y="16389"/>
                    <a:pt x="20312" y="17095"/>
                    <a:pt x="22253" y="17657"/>
                  </a:cubicBezTo>
                  <a:cubicBezTo>
                    <a:pt x="23665" y="18026"/>
                    <a:pt x="25061" y="18395"/>
                    <a:pt x="26521" y="18475"/>
                  </a:cubicBezTo>
                  <a:cubicBezTo>
                    <a:pt x="27079" y="18506"/>
                    <a:pt x="27637" y="18533"/>
                    <a:pt x="28193" y="18533"/>
                  </a:cubicBezTo>
                  <a:cubicBezTo>
                    <a:pt x="28788" y="18533"/>
                    <a:pt x="29381" y="18502"/>
                    <a:pt x="29970" y="18411"/>
                  </a:cubicBezTo>
                  <a:cubicBezTo>
                    <a:pt x="30628" y="18330"/>
                    <a:pt x="31254" y="18122"/>
                    <a:pt x="31799" y="17769"/>
                  </a:cubicBezTo>
                  <a:cubicBezTo>
                    <a:pt x="32473" y="17368"/>
                    <a:pt x="32778" y="16550"/>
                    <a:pt x="32521" y="15812"/>
                  </a:cubicBezTo>
                  <a:cubicBezTo>
                    <a:pt x="32457" y="15619"/>
                    <a:pt x="32393" y="15427"/>
                    <a:pt x="32296" y="15250"/>
                  </a:cubicBezTo>
                  <a:cubicBezTo>
                    <a:pt x="31799" y="14303"/>
                    <a:pt x="31125" y="13453"/>
                    <a:pt x="30339" y="12731"/>
                  </a:cubicBezTo>
                  <a:cubicBezTo>
                    <a:pt x="30243" y="12635"/>
                    <a:pt x="30131" y="12571"/>
                    <a:pt x="30002" y="12458"/>
                  </a:cubicBezTo>
                  <a:cubicBezTo>
                    <a:pt x="29826" y="12715"/>
                    <a:pt x="29810" y="12715"/>
                    <a:pt x="29826" y="12844"/>
                  </a:cubicBezTo>
                  <a:cubicBezTo>
                    <a:pt x="29858" y="13132"/>
                    <a:pt x="29890" y="13405"/>
                    <a:pt x="29938" y="13678"/>
                  </a:cubicBezTo>
                  <a:cubicBezTo>
                    <a:pt x="30018" y="14191"/>
                    <a:pt x="29906" y="14480"/>
                    <a:pt x="29473" y="14737"/>
                  </a:cubicBezTo>
                  <a:cubicBezTo>
                    <a:pt x="29136" y="14945"/>
                    <a:pt x="28767" y="15074"/>
                    <a:pt x="28398" y="15138"/>
                  </a:cubicBezTo>
                  <a:cubicBezTo>
                    <a:pt x="28057" y="15188"/>
                    <a:pt x="27722" y="15213"/>
                    <a:pt x="27390" y="15213"/>
                  </a:cubicBezTo>
                  <a:cubicBezTo>
                    <a:pt x="27191" y="15213"/>
                    <a:pt x="26992" y="15204"/>
                    <a:pt x="26794" y="15186"/>
                  </a:cubicBezTo>
                  <a:cubicBezTo>
                    <a:pt x="25125" y="15009"/>
                    <a:pt x="23489" y="14656"/>
                    <a:pt x="21900" y="14111"/>
                  </a:cubicBezTo>
                  <a:cubicBezTo>
                    <a:pt x="20809" y="13742"/>
                    <a:pt x="19718" y="13277"/>
                    <a:pt x="18643" y="12827"/>
                  </a:cubicBezTo>
                  <a:cubicBezTo>
                    <a:pt x="16510" y="11977"/>
                    <a:pt x="14440" y="10918"/>
                    <a:pt x="12483" y="9715"/>
                  </a:cubicBezTo>
                  <a:cubicBezTo>
                    <a:pt x="11376" y="9009"/>
                    <a:pt x="10285" y="8255"/>
                    <a:pt x="9178" y="7533"/>
                  </a:cubicBezTo>
                  <a:cubicBezTo>
                    <a:pt x="7589" y="6490"/>
                    <a:pt x="6226" y="5191"/>
                    <a:pt x="4926" y="3811"/>
                  </a:cubicBezTo>
                  <a:cubicBezTo>
                    <a:pt x="4734" y="3603"/>
                    <a:pt x="4557" y="3378"/>
                    <a:pt x="4397" y="3153"/>
                  </a:cubicBezTo>
                  <a:cubicBezTo>
                    <a:pt x="4268" y="2929"/>
                    <a:pt x="4156" y="2704"/>
                    <a:pt x="4060" y="2480"/>
                  </a:cubicBezTo>
                  <a:cubicBezTo>
                    <a:pt x="3948" y="2159"/>
                    <a:pt x="4060" y="1806"/>
                    <a:pt x="4333" y="1629"/>
                  </a:cubicBezTo>
                  <a:cubicBezTo>
                    <a:pt x="4493" y="1485"/>
                    <a:pt x="4686" y="1389"/>
                    <a:pt x="4862" y="1260"/>
                  </a:cubicBezTo>
                  <a:cubicBezTo>
                    <a:pt x="4942" y="1180"/>
                    <a:pt x="5006" y="1116"/>
                    <a:pt x="5071" y="1020"/>
                  </a:cubicBezTo>
                  <a:cubicBezTo>
                    <a:pt x="5006" y="859"/>
                    <a:pt x="4846" y="731"/>
                    <a:pt x="4670" y="683"/>
                  </a:cubicBezTo>
                  <a:cubicBezTo>
                    <a:pt x="3948" y="362"/>
                    <a:pt x="3161" y="137"/>
                    <a:pt x="2375" y="25"/>
                  </a:cubicBezTo>
                  <a:cubicBezTo>
                    <a:pt x="2251" y="9"/>
                    <a:pt x="2126" y="1"/>
                    <a:pt x="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6"/>
            <p:cNvSpPr/>
            <p:nvPr/>
          </p:nvSpPr>
          <p:spPr>
            <a:xfrm>
              <a:off x="6918361" y="1958004"/>
              <a:ext cx="1203367" cy="964597"/>
            </a:xfrm>
            <a:custGeom>
              <a:avLst/>
              <a:gdLst/>
              <a:ahLst/>
              <a:cxnLst/>
              <a:rect l="l" t="t" r="r" b="b"/>
              <a:pathLst>
                <a:path w="20151" h="16152" extrusionOk="0">
                  <a:moveTo>
                    <a:pt x="3048" y="0"/>
                  </a:moveTo>
                  <a:cubicBezTo>
                    <a:pt x="2968" y="0"/>
                    <a:pt x="2888" y="16"/>
                    <a:pt x="2808" y="48"/>
                  </a:cubicBezTo>
                  <a:cubicBezTo>
                    <a:pt x="2086" y="289"/>
                    <a:pt x="1412" y="594"/>
                    <a:pt x="754" y="979"/>
                  </a:cubicBezTo>
                  <a:cubicBezTo>
                    <a:pt x="48" y="1396"/>
                    <a:pt x="0" y="1492"/>
                    <a:pt x="80" y="2310"/>
                  </a:cubicBezTo>
                  <a:cubicBezTo>
                    <a:pt x="80" y="2375"/>
                    <a:pt x="96" y="2439"/>
                    <a:pt x="112" y="2503"/>
                  </a:cubicBezTo>
                  <a:cubicBezTo>
                    <a:pt x="193" y="2984"/>
                    <a:pt x="321" y="3449"/>
                    <a:pt x="513" y="3899"/>
                  </a:cubicBezTo>
                  <a:cubicBezTo>
                    <a:pt x="1364" y="6016"/>
                    <a:pt x="2631" y="7942"/>
                    <a:pt x="4219" y="9562"/>
                  </a:cubicBezTo>
                  <a:cubicBezTo>
                    <a:pt x="5535" y="10910"/>
                    <a:pt x="6979" y="12097"/>
                    <a:pt x="8551" y="13124"/>
                  </a:cubicBezTo>
                  <a:cubicBezTo>
                    <a:pt x="10701" y="14551"/>
                    <a:pt x="13140" y="15546"/>
                    <a:pt x="15691" y="16027"/>
                  </a:cubicBezTo>
                  <a:cubicBezTo>
                    <a:pt x="16227" y="16110"/>
                    <a:pt x="16769" y="16151"/>
                    <a:pt x="17311" y="16151"/>
                  </a:cubicBezTo>
                  <a:cubicBezTo>
                    <a:pt x="18033" y="16151"/>
                    <a:pt x="18755" y="16078"/>
                    <a:pt x="19461" y="15931"/>
                  </a:cubicBezTo>
                  <a:cubicBezTo>
                    <a:pt x="19782" y="14920"/>
                    <a:pt x="19974" y="13862"/>
                    <a:pt x="20070" y="12803"/>
                  </a:cubicBezTo>
                  <a:cubicBezTo>
                    <a:pt x="20151" y="11936"/>
                    <a:pt x="20119" y="11295"/>
                    <a:pt x="19990" y="10910"/>
                  </a:cubicBezTo>
                  <a:cubicBezTo>
                    <a:pt x="19910" y="10942"/>
                    <a:pt x="19846" y="10958"/>
                    <a:pt x="19766" y="10990"/>
                  </a:cubicBezTo>
                  <a:cubicBezTo>
                    <a:pt x="19304" y="11198"/>
                    <a:pt x="18786" y="11296"/>
                    <a:pt x="18278" y="11296"/>
                  </a:cubicBezTo>
                  <a:cubicBezTo>
                    <a:pt x="18239" y="11296"/>
                    <a:pt x="18200" y="11296"/>
                    <a:pt x="18161" y="11295"/>
                  </a:cubicBezTo>
                  <a:cubicBezTo>
                    <a:pt x="17632" y="11279"/>
                    <a:pt x="17086" y="11230"/>
                    <a:pt x="16557" y="11166"/>
                  </a:cubicBezTo>
                  <a:cubicBezTo>
                    <a:pt x="12193" y="10428"/>
                    <a:pt x="8519" y="8359"/>
                    <a:pt x="5439" y="5214"/>
                  </a:cubicBezTo>
                  <a:cubicBezTo>
                    <a:pt x="4572" y="4332"/>
                    <a:pt x="3883" y="3289"/>
                    <a:pt x="3385" y="2150"/>
                  </a:cubicBezTo>
                  <a:cubicBezTo>
                    <a:pt x="3112" y="1476"/>
                    <a:pt x="2936" y="786"/>
                    <a:pt x="3112" y="48"/>
                  </a:cubicBezTo>
                  <a:cubicBezTo>
                    <a:pt x="3112" y="48"/>
                    <a:pt x="3096" y="32"/>
                    <a:pt x="3080" y="16"/>
                  </a:cubicBezTo>
                  <a:cubicBezTo>
                    <a:pt x="3064" y="16"/>
                    <a:pt x="3064" y="0"/>
                    <a:pt x="30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6"/>
            <p:cNvSpPr/>
            <p:nvPr/>
          </p:nvSpPr>
          <p:spPr>
            <a:xfrm>
              <a:off x="6720991" y="2067228"/>
              <a:ext cx="1349974" cy="1045817"/>
            </a:xfrm>
            <a:custGeom>
              <a:avLst/>
              <a:gdLst/>
              <a:ahLst/>
              <a:cxnLst/>
              <a:rect l="l" t="t" r="r" b="b"/>
              <a:pathLst>
                <a:path w="22606" h="17512" extrusionOk="0">
                  <a:moveTo>
                    <a:pt x="2904" y="0"/>
                  </a:moveTo>
                  <a:cubicBezTo>
                    <a:pt x="2824" y="16"/>
                    <a:pt x="2760" y="64"/>
                    <a:pt x="2695" y="96"/>
                  </a:cubicBezTo>
                  <a:cubicBezTo>
                    <a:pt x="1749" y="915"/>
                    <a:pt x="882" y="1829"/>
                    <a:pt x="144" y="2840"/>
                  </a:cubicBezTo>
                  <a:cubicBezTo>
                    <a:pt x="32" y="2968"/>
                    <a:pt x="0" y="3145"/>
                    <a:pt x="80" y="3305"/>
                  </a:cubicBezTo>
                  <a:cubicBezTo>
                    <a:pt x="128" y="3401"/>
                    <a:pt x="161" y="3481"/>
                    <a:pt x="209" y="3578"/>
                  </a:cubicBezTo>
                  <a:cubicBezTo>
                    <a:pt x="1669" y="6979"/>
                    <a:pt x="3915" y="10011"/>
                    <a:pt x="6738" y="12402"/>
                  </a:cubicBezTo>
                  <a:cubicBezTo>
                    <a:pt x="7332" y="12915"/>
                    <a:pt x="7990" y="13348"/>
                    <a:pt x="8696" y="13701"/>
                  </a:cubicBezTo>
                  <a:cubicBezTo>
                    <a:pt x="9257" y="13958"/>
                    <a:pt x="9803" y="14247"/>
                    <a:pt x="10364" y="14519"/>
                  </a:cubicBezTo>
                  <a:cubicBezTo>
                    <a:pt x="13027" y="15787"/>
                    <a:pt x="15803" y="16814"/>
                    <a:pt x="18739" y="17327"/>
                  </a:cubicBezTo>
                  <a:cubicBezTo>
                    <a:pt x="19252" y="17411"/>
                    <a:pt x="19775" y="17512"/>
                    <a:pt x="20313" y="17512"/>
                  </a:cubicBezTo>
                  <a:cubicBezTo>
                    <a:pt x="20498" y="17512"/>
                    <a:pt x="20684" y="17500"/>
                    <a:pt x="20873" y="17471"/>
                  </a:cubicBezTo>
                  <a:cubicBezTo>
                    <a:pt x="21065" y="17455"/>
                    <a:pt x="21242" y="17343"/>
                    <a:pt x="21354" y="17183"/>
                  </a:cubicBezTo>
                  <a:cubicBezTo>
                    <a:pt x="21595" y="16717"/>
                    <a:pt x="21867" y="16284"/>
                    <a:pt x="22108" y="15819"/>
                  </a:cubicBezTo>
                  <a:cubicBezTo>
                    <a:pt x="22317" y="15434"/>
                    <a:pt x="22477" y="15033"/>
                    <a:pt x="22605" y="14600"/>
                  </a:cubicBezTo>
                  <a:lnTo>
                    <a:pt x="22605" y="14600"/>
                  </a:lnTo>
                  <a:cubicBezTo>
                    <a:pt x="22429" y="14616"/>
                    <a:pt x="22333" y="14616"/>
                    <a:pt x="22236" y="14632"/>
                  </a:cubicBezTo>
                  <a:cubicBezTo>
                    <a:pt x="21653" y="14735"/>
                    <a:pt x="21067" y="14787"/>
                    <a:pt x="20482" y="14787"/>
                  </a:cubicBezTo>
                  <a:cubicBezTo>
                    <a:pt x="19620" y="14787"/>
                    <a:pt x="18762" y="14675"/>
                    <a:pt x="17921" y="14455"/>
                  </a:cubicBezTo>
                  <a:cubicBezTo>
                    <a:pt x="15578" y="13878"/>
                    <a:pt x="13364" y="12883"/>
                    <a:pt x="11359" y="11535"/>
                  </a:cubicBezTo>
                  <a:cubicBezTo>
                    <a:pt x="10172" y="10733"/>
                    <a:pt x="9049" y="9835"/>
                    <a:pt x="7990" y="8856"/>
                  </a:cubicBezTo>
                  <a:cubicBezTo>
                    <a:pt x="6514" y="7492"/>
                    <a:pt x="5262" y="5904"/>
                    <a:pt x="4284" y="4155"/>
                  </a:cubicBezTo>
                  <a:cubicBezTo>
                    <a:pt x="3594" y="2872"/>
                    <a:pt x="2904" y="1572"/>
                    <a:pt x="29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6"/>
            <p:cNvSpPr/>
            <p:nvPr/>
          </p:nvSpPr>
          <p:spPr>
            <a:xfrm>
              <a:off x="7127197" y="1910110"/>
              <a:ext cx="984025" cy="692453"/>
            </a:xfrm>
            <a:custGeom>
              <a:avLst/>
              <a:gdLst/>
              <a:ahLst/>
              <a:cxnLst/>
              <a:rect l="l" t="t" r="r" b="b"/>
              <a:pathLst>
                <a:path w="16478" h="11595" extrusionOk="0">
                  <a:moveTo>
                    <a:pt x="3477" y="0"/>
                  </a:moveTo>
                  <a:cubicBezTo>
                    <a:pt x="2636" y="0"/>
                    <a:pt x="1211" y="211"/>
                    <a:pt x="739" y="433"/>
                  </a:cubicBezTo>
                  <a:cubicBezTo>
                    <a:pt x="337" y="610"/>
                    <a:pt x="1" y="930"/>
                    <a:pt x="49" y="1492"/>
                  </a:cubicBezTo>
                  <a:cubicBezTo>
                    <a:pt x="65" y="1829"/>
                    <a:pt x="113" y="2150"/>
                    <a:pt x="225" y="2471"/>
                  </a:cubicBezTo>
                  <a:cubicBezTo>
                    <a:pt x="434" y="3032"/>
                    <a:pt x="706" y="3562"/>
                    <a:pt x="1027" y="4075"/>
                  </a:cubicBezTo>
                  <a:cubicBezTo>
                    <a:pt x="2134" y="5727"/>
                    <a:pt x="3562" y="7155"/>
                    <a:pt x="5215" y="8262"/>
                  </a:cubicBezTo>
                  <a:cubicBezTo>
                    <a:pt x="7477" y="9819"/>
                    <a:pt x="10044" y="10893"/>
                    <a:pt x="12739" y="11407"/>
                  </a:cubicBezTo>
                  <a:cubicBezTo>
                    <a:pt x="13328" y="11534"/>
                    <a:pt x="13925" y="11594"/>
                    <a:pt x="14525" y="11594"/>
                  </a:cubicBezTo>
                  <a:cubicBezTo>
                    <a:pt x="14758" y="11594"/>
                    <a:pt x="14992" y="11585"/>
                    <a:pt x="15226" y="11567"/>
                  </a:cubicBezTo>
                  <a:cubicBezTo>
                    <a:pt x="15675" y="11551"/>
                    <a:pt x="16092" y="11407"/>
                    <a:pt x="16461" y="11134"/>
                  </a:cubicBezTo>
                  <a:cubicBezTo>
                    <a:pt x="16477" y="9722"/>
                    <a:pt x="15226" y="6578"/>
                    <a:pt x="14183" y="5391"/>
                  </a:cubicBezTo>
                  <a:cubicBezTo>
                    <a:pt x="14167" y="5391"/>
                    <a:pt x="14119" y="5407"/>
                    <a:pt x="14103" y="5423"/>
                  </a:cubicBezTo>
                  <a:cubicBezTo>
                    <a:pt x="13702" y="6000"/>
                    <a:pt x="13124" y="6177"/>
                    <a:pt x="12450" y="6193"/>
                  </a:cubicBezTo>
                  <a:cubicBezTo>
                    <a:pt x="12001" y="6193"/>
                    <a:pt x="11552" y="6145"/>
                    <a:pt x="11119" y="6032"/>
                  </a:cubicBezTo>
                  <a:cubicBezTo>
                    <a:pt x="9145" y="5551"/>
                    <a:pt x="7300" y="4620"/>
                    <a:pt x="5760" y="3305"/>
                  </a:cubicBezTo>
                  <a:cubicBezTo>
                    <a:pt x="5086" y="2759"/>
                    <a:pt x="4509" y="2086"/>
                    <a:pt x="4092" y="1332"/>
                  </a:cubicBezTo>
                  <a:cubicBezTo>
                    <a:pt x="3899" y="1011"/>
                    <a:pt x="3803" y="658"/>
                    <a:pt x="3803" y="289"/>
                  </a:cubicBezTo>
                  <a:cubicBezTo>
                    <a:pt x="3803" y="192"/>
                    <a:pt x="3803" y="96"/>
                    <a:pt x="3819" y="16"/>
                  </a:cubicBezTo>
                  <a:cubicBezTo>
                    <a:pt x="3723" y="5"/>
                    <a:pt x="3607" y="0"/>
                    <a:pt x="3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6"/>
            <p:cNvSpPr/>
            <p:nvPr/>
          </p:nvSpPr>
          <p:spPr>
            <a:xfrm>
              <a:off x="6592596" y="2771367"/>
              <a:ext cx="1147830" cy="674597"/>
            </a:xfrm>
            <a:custGeom>
              <a:avLst/>
              <a:gdLst/>
              <a:ahLst/>
              <a:cxnLst/>
              <a:rect l="l" t="t" r="r" b="b"/>
              <a:pathLst>
                <a:path w="19221" h="11296" extrusionOk="0">
                  <a:moveTo>
                    <a:pt x="0" y="1"/>
                  </a:moveTo>
                  <a:lnTo>
                    <a:pt x="0" y="1"/>
                  </a:lnTo>
                  <a:cubicBezTo>
                    <a:pt x="16" y="145"/>
                    <a:pt x="16" y="226"/>
                    <a:pt x="32" y="306"/>
                  </a:cubicBezTo>
                  <a:cubicBezTo>
                    <a:pt x="273" y="1653"/>
                    <a:pt x="706" y="2953"/>
                    <a:pt x="1316" y="4188"/>
                  </a:cubicBezTo>
                  <a:cubicBezTo>
                    <a:pt x="1974" y="5520"/>
                    <a:pt x="2744" y="6787"/>
                    <a:pt x="3899" y="7798"/>
                  </a:cubicBezTo>
                  <a:cubicBezTo>
                    <a:pt x="4541" y="8376"/>
                    <a:pt x="5230" y="8905"/>
                    <a:pt x="5952" y="9386"/>
                  </a:cubicBezTo>
                  <a:cubicBezTo>
                    <a:pt x="7509" y="10333"/>
                    <a:pt x="9257" y="10943"/>
                    <a:pt x="11070" y="11167"/>
                  </a:cubicBezTo>
                  <a:cubicBezTo>
                    <a:pt x="11712" y="11244"/>
                    <a:pt x="12354" y="11296"/>
                    <a:pt x="12996" y="11296"/>
                  </a:cubicBezTo>
                  <a:cubicBezTo>
                    <a:pt x="13685" y="11296"/>
                    <a:pt x="14375" y="11237"/>
                    <a:pt x="15065" y="11087"/>
                  </a:cubicBezTo>
                  <a:cubicBezTo>
                    <a:pt x="16300" y="10846"/>
                    <a:pt x="17520" y="10445"/>
                    <a:pt x="18675" y="9916"/>
                  </a:cubicBezTo>
                  <a:cubicBezTo>
                    <a:pt x="18835" y="9836"/>
                    <a:pt x="18996" y="9739"/>
                    <a:pt x="19220" y="9627"/>
                  </a:cubicBezTo>
                  <a:cubicBezTo>
                    <a:pt x="19140" y="9595"/>
                    <a:pt x="19060" y="9563"/>
                    <a:pt x="18964" y="9531"/>
                  </a:cubicBezTo>
                  <a:cubicBezTo>
                    <a:pt x="18643" y="9450"/>
                    <a:pt x="18322" y="9370"/>
                    <a:pt x="18001" y="9274"/>
                  </a:cubicBezTo>
                  <a:cubicBezTo>
                    <a:pt x="17770" y="9174"/>
                    <a:pt x="17521" y="9124"/>
                    <a:pt x="17272" y="9124"/>
                  </a:cubicBezTo>
                  <a:cubicBezTo>
                    <a:pt x="17123" y="9124"/>
                    <a:pt x="16974" y="9142"/>
                    <a:pt x="16830" y="9178"/>
                  </a:cubicBezTo>
                  <a:cubicBezTo>
                    <a:pt x="16755" y="9197"/>
                    <a:pt x="16674" y="9204"/>
                    <a:pt x="16594" y="9204"/>
                  </a:cubicBezTo>
                  <a:cubicBezTo>
                    <a:pt x="16538" y="9204"/>
                    <a:pt x="16482" y="9200"/>
                    <a:pt x="16429" y="9194"/>
                  </a:cubicBezTo>
                  <a:cubicBezTo>
                    <a:pt x="15675" y="9146"/>
                    <a:pt x="14921" y="9114"/>
                    <a:pt x="14183" y="9001"/>
                  </a:cubicBezTo>
                  <a:cubicBezTo>
                    <a:pt x="12514" y="8745"/>
                    <a:pt x="10910" y="8151"/>
                    <a:pt x="9482" y="7253"/>
                  </a:cubicBezTo>
                  <a:cubicBezTo>
                    <a:pt x="8407" y="6579"/>
                    <a:pt x="7412" y="5825"/>
                    <a:pt x="6466" y="4990"/>
                  </a:cubicBezTo>
                  <a:cubicBezTo>
                    <a:pt x="6017" y="4589"/>
                    <a:pt x="5599" y="4156"/>
                    <a:pt x="5214" y="3707"/>
                  </a:cubicBezTo>
                  <a:cubicBezTo>
                    <a:pt x="5038" y="3498"/>
                    <a:pt x="4829" y="3322"/>
                    <a:pt x="4605" y="3178"/>
                  </a:cubicBezTo>
                  <a:cubicBezTo>
                    <a:pt x="3754" y="2616"/>
                    <a:pt x="2920" y="2055"/>
                    <a:pt x="2070" y="1477"/>
                  </a:cubicBezTo>
                  <a:cubicBezTo>
                    <a:pt x="1460" y="1044"/>
                    <a:pt x="851" y="595"/>
                    <a:pt x="241" y="145"/>
                  </a:cubicBezTo>
                  <a:cubicBezTo>
                    <a:pt x="177" y="113"/>
                    <a:pt x="113" y="6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6"/>
            <p:cNvSpPr/>
            <p:nvPr/>
          </p:nvSpPr>
          <p:spPr>
            <a:xfrm>
              <a:off x="7381299" y="1912737"/>
              <a:ext cx="565107" cy="339448"/>
            </a:xfrm>
            <a:custGeom>
              <a:avLst/>
              <a:gdLst/>
              <a:ahLst/>
              <a:cxnLst/>
              <a:rect l="l" t="t" r="r" b="b"/>
              <a:pathLst>
                <a:path w="9463" h="5684" extrusionOk="0">
                  <a:moveTo>
                    <a:pt x="337" y="1"/>
                  </a:moveTo>
                  <a:cubicBezTo>
                    <a:pt x="149" y="1"/>
                    <a:pt x="1" y="181"/>
                    <a:pt x="45" y="389"/>
                  </a:cubicBezTo>
                  <a:cubicBezTo>
                    <a:pt x="77" y="582"/>
                    <a:pt x="141" y="774"/>
                    <a:pt x="222" y="951"/>
                  </a:cubicBezTo>
                  <a:cubicBezTo>
                    <a:pt x="430" y="1384"/>
                    <a:pt x="719" y="1785"/>
                    <a:pt x="1056" y="2138"/>
                  </a:cubicBezTo>
                  <a:cubicBezTo>
                    <a:pt x="2660" y="3806"/>
                    <a:pt x="4714" y="4978"/>
                    <a:pt x="6976" y="5507"/>
                  </a:cubicBezTo>
                  <a:cubicBezTo>
                    <a:pt x="7329" y="5587"/>
                    <a:pt x="7666" y="5635"/>
                    <a:pt x="8019" y="5683"/>
                  </a:cubicBezTo>
                  <a:cubicBezTo>
                    <a:pt x="8628" y="5683"/>
                    <a:pt x="8949" y="5571"/>
                    <a:pt x="9238" y="5330"/>
                  </a:cubicBezTo>
                  <a:cubicBezTo>
                    <a:pt x="9382" y="5218"/>
                    <a:pt x="9463" y="5042"/>
                    <a:pt x="9447" y="4849"/>
                  </a:cubicBezTo>
                  <a:cubicBezTo>
                    <a:pt x="9447" y="4657"/>
                    <a:pt x="9350" y="4464"/>
                    <a:pt x="9206" y="4320"/>
                  </a:cubicBezTo>
                  <a:cubicBezTo>
                    <a:pt x="8548" y="3598"/>
                    <a:pt x="7810" y="2940"/>
                    <a:pt x="7008" y="2362"/>
                  </a:cubicBezTo>
                  <a:cubicBezTo>
                    <a:pt x="6013" y="1689"/>
                    <a:pt x="4922" y="1143"/>
                    <a:pt x="3799" y="742"/>
                  </a:cubicBezTo>
                  <a:cubicBezTo>
                    <a:pt x="3270" y="517"/>
                    <a:pt x="2724" y="357"/>
                    <a:pt x="2179" y="245"/>
                  </a:cubicBezTo>
                  <a:cubicBezTo>
                    <a:pt x="1810" y="197"/>
                    <a:pt x="1457" y="116"/>
                    <a:pt x="1088" y="68"/>
                  </a:cubicBezTo>
                  <a:cubicBezTo>
                    <a:pt x="863" y="20"/>
                    <a:pt x="623" y="4"/>
                    <a:pt x="382" y="4"/>
                  </a:cubicBezTo>
                  <a:cubicBezTo>
                    <a:pt x="367" y="2"/>
                    <a:pt x="351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6"/>
            <p:cNvSpPr/>
            <p:nvPr/>
          </p:nvSpPr>
          <p:spPr>
            <a:xfrm>
              <a:off x="6622276" y="2278930"/>
              <a:ext cx="408229" cy="480089"/>
            </a:xfrm>
            <a:custGeom>
              <a:avLst/>
              <a:gdLst/>
              <a:ahLst/>
              <a:cxnLst/>
              <a:rect l="l" t="t" r="r" b="b"/>
              <a:pathLst>
                <a:path w="6836" h="8039" extrusionOk="0">
                  <a:moveTo>
                    <a:pt x="1348" y="1"/>
                  </a:moveTo>
                  <a:cubicBezTo>
                    <a:pt x="723" y="803"/>
                    <a:pt x="402" y="1669"/>
                    <a:pt x="1" y="2487"/>
                  </a:cubicBezTo>
                  <a:cubicBezTo>
                    <a:pt x="1027" y="4076"/>
                    <a:pt x="4557" y="6819"/>
                    <a:pt x="6835" y="8038"/>
                  </a:cubicBezTo>
                  <a:cubicBezTo>
                    <a:pt x="5680" y="6899"/>
                    <a:pt x="4637" y="5664"/>
                    <a:pt x="3707" y="4332"/>
                  </a:cubicBezTo>
                  <a:cubicBezTo>
                    <a:pt x="2776" y="2969"/>
                    <a:pt x="1990" y="1509"/>
                    <a:pt x="1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6"/>
            <p:cNvSpPr/>
            <p:nvPr/>
          </p:nvSpPr>
          <p:spPr>
            <a:xfrm>
              <a:off x="7002624" y="3046370"/>
              <a:ext cx="545221" cy="246285"/>
            </a:xfrm>
            <a:custGeom>
              <a:avLst/>
              <a:gdLst/>
              <a:ahLst/>
              <a:cxnLst/>
              <a:rect l="l" t="t" r="r" b="b"/>
              <a:pathLst>
                <a:path w="9130" h="4124" extrusionOk="0">
                  <a:moveTo>
                    <a:pt x="33" y="0"/>
                  </a:moveTo>
                  <a:cubicBezTo>
                    <a:pt x="17" y="49"/>
                    <a:pt x="1" y="81"/>
                    <a:pt x="1" y="81"/>
                  </a:cubicBezTo>
                  <a:cubicBezTo>
                    <a:pt x="65" y="161"/>
                    <a:pt x="129" y="225"/>
                    <a:pt x="209" y="289"/>
                  </a:cubicBezTo>
                  <a:cubicBezTo>
                    <a:pt x="1108" y="1059"/>
                    <a:pt x="2070" y="1765"/>
                    <a:pt x="3081" y="2391"/>
                  </a:cubicBezTo>
                  <a:cubicBezTo>
                    <a:pt x="4942" y="3498"/>
                    <a:pt x="6964" y="4011"/>
                    <a:pt x="9130" y="4124"/>
                  </a:cubicBezTo>
                  <a:cubicBezTo>
                    <a:pt x="5985" y="2968"/>
                    <a:pt x="2953" y="1589"/>
                    <a:pt x="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6"/>
            <p:cNvSpPr/>
            <p:nvPr/>
          </p:nvSpPr>
          <p:spPr>
            <a:xfrm>
              <a:off x="7361950" y="2570952"/>
              <a:ext cx="156221" cy="99912"/>
            </a:xfrm>
            <a:custGeom>
              <a:avLst/>
              <a:gdLst/>
              <a:ahLst/>
              <a:cxnLst/>
              <a:rect l="l" t="t" r="r" b="b"/>
              <a:pathLst>
                <a:path w="2616" h="1673" extrusionOk="0">
                  <a:moveTo>
                    <a:pt x="204" y="1"/>
                  </a:moveTo>
                  <a:cubicBezTo>
                    <a:pt x="194" y="1"/>
                    <a:pt x="185" y="2"/>
                    <a:pt x="177" y="4"/>
                  </a:cubicBezTo>
                  <a:cubicBezTo>
                    <a:pt x="96" y="36"/>
                    <a:pt x="48" y="116"/>
                    <a:pt x="32" y="180"/>
                  </a:cubicBezTo>
                  <a:cubicBezTo>
                    <a:pt x="0" y="373"/>
                    <a:pt x="64" y="549"/>
                    <a:pt x="193" y="694"/>
                  </a:cubicBezTo>
                  <a:cubicBezTo>
                    <a:pt x="626" y="1255"/>
                    <a:pt x="1284" y="1608"/>
                    <a:pt x="1990" y="1672"/>
                  </a:cubicBezTo>
                  <a:cubicBezTo>
                    <a:pt x="2134" y="1656"/>
                    <a:pt x="2278" y="1640"/>
                    <a:pt x="2423" y="1592"/>
                  </a:cubicBezTo>
                  <a:cubicBezTo>
                    <a:pt x="2519" y="1560"/>
                    <a:pt x="2583" y="1480"/>
                    <a:pt x="2599" y="1384"/>
                  </a:cubicBezTo>
                  <a:cubicBezTo>
                    <a:pt x="2615" y="1271"/>
                    <a:pt x="2519" y="1191"/>
                    <a:pt x="2423" y="1175"/>
                  </a:cubicBezTo>
                  <a:cubicBezTo>
                    <a:pt x="2278" y="1159"/>
                    <a:pt x="2150" y="1143"/>
                    <a:pt x="2022" y="1143"/>
                  </a:cubicBezTo>
                  <a:cubicBezTo>
                    <a:pt x="1733" y="1143"/>
                    <a:pt x="1460" y="1063"/>
                    <a:pt x="1219" y="902"/>
                  </a:cubicBezTo>
                  <a:cubicBezTo>
                    <a:pt x="915" y="694"/>
                    <a:pt x="594" y="501"/>
                    <a:pt x="449" y="148"/>
                  </a:cubicBezTo>
                  <a:cubicBezTo>
                    <a:pt x="433" y="116"/>
                    <a:pt x="417" y="68"/>
                    <a:pt x="401" y="68"/>
                  </a:cubicBezTo>
                  <a:cubicBezTo>
                    <a:pt x="332" y="40"/>
                    <a:pt x="263" y="1"/>
                    <a:pt x="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6"/>
            <p:cNvSpPr/>
            <p:nvPr/>
          </p:nvSpPr>
          <p:spPr>
            <a:xfrm>
              <a:off x="7306352" y="2446619"/>
              <a:ext cx="33621" cy="31652"/>
            </a:xfrm>
            <a:custGeom>
              <a:avLst/>
              <a:gdLst/>
              <a:ahLst/>
              <a:cxnLst/>
              <a:rect l="l" t="t" r="r" b="b"/>
              <a:pathLst>
                <a:path w="563" h="530" extrusionOk="0">
                  <a:moveTo>
                    <a:pt x="305" y="0"/>
                  </a:moveTo>
                  <a:cubicBezTo>
                    <a:pt x="129" y="0"/>
                    <a:pt x="1" y="145"/>
                    <a:pt x="17" y="321"/>
                  </a:cubicBezTo>
                  <a:cubicBezTo>
                    <a:pt x="33" y="449"/>
                    <a:pt x="129" y="530"/>
                    <a:pt x="257" y="530"/>
                  </a:cubicBezTo>
                  <a:cubicBezTo>
                    <a:pt x="434" y="514"/>
                    <a:pt x="562" y="369"/>
                    <a:pt x="546" y="209"/>
                  </a:cubicBezTo>
                  <a:cubicBezTo>
                    <a:pt x="530" y="80"/>
                    <a:pt x="418" y="0"/>
                    <a:pt x="3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6"/>
            <p:cNvSpPr/>
            <p:nvPr/>
          </p:nvSpPr>
          <p:spPr>
            <a:xfrm>
              <a:off x="7602437" y="2613233"/>
              <a:ext cx="27828" cy="27053"/>
            </a:xfrm>
            <a:custGeom>
              <a:avLst/>
              <a:gdLst/>
              <a:ahLst/>
              <a:cxnLst/>
              <a:rect l="l" t="t" r="r" b="b"/>
              <a:pathLst>
                <a:path w="466" h="453" extrusionOk="0">
                  <a:moveTo>
                    <a:pt x="242" y="0"/>
                  </a:moveTo>
                  <a:cubicBezTo>
                    <a:pt x="113" y="0"/>
                    <a:pt x="16" y="93"/>
                    <a:pt x="16" y="226"/>
                  </a:cubicBezTo>
                  <a:cubicBezTo>
                    <a:pt x="0" y="339"/>
                    <a:pt x="96" y="451"/>
                    <a:pt x="209" y="451"/>
                  </a:cubicBezTo>
                  <a:cubicBezTo>
                    <a:pt x="218" y="452"/>
                    <a:pt x="227" y="453"/>
                    <a:pt x="237" y="453"/>
                  </a:cubicBezTo>
                  <a:cubicBezTo>
                    <a:pt x="353" y="453"/>
                    <a:pt x="449" y="361"/>
                    <a:pt x="449" y="242"/>
                  </a:cubicBezTo>
                  <a:cubicBezTo>
                    <a:pt x="465" y="130"/>
                    <a:pt x="401" y="18"/>
                    <a:pt x="273" y="2"/>
                  </a:cubicBezTo>
                  <a:cubicBezTo>
                    <a:pt x="262" y="1"/>
                    <a:pt x="252" y="0"/>
                    <a:pt x="2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56"/>
          <p:cNvGrpSpPr/>
          <p:nvPr/>
        </p:nvGrpSpPr>
        <p:grpSpPr>
          <a:xfrm rot="-542678">
            <a:off x="6387860" y="3650650"/>
            <a:ext cx="422883" cy="426398"/>
            <a:chOff x="5030375" y="427250"/>
            <a:chExt cx="192525" cy="194125"/>
          </a:xfrm>
        </p:grpSpPr>
        <p:sp>
          <p:nvSpPr>
            <p:cNvPr id="938" name="Google Shape;938;p56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6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6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6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2" name="Google Shape;942;p56"/>
          <p:cNvSpPr/>
          <p:nvPr/>
        </p:nvSpPr>
        <p:spPr>
          <a:xfrm>
            <a:off x="5753875" y="1310690"/>
            <a:ext cx="897908" cy="449667"/>
          </a:xfrm>
          <a:custGeom>
            <a:avLst/>
            <a:gdLst/>
            <a:ahLst/>
            <a:cxnLst/>
            <a:rect l="l" t="t" r="r" b="b"/>
            <a:pathLst>
              <a:path w="19574" h="9802" extrusionOk="0">
                <a:moveTo>
                  <a:pt x="7418" y="297"/>
                </a:moveTo>
                <a:cubicBezTo>
                  <a:pt x="7577" y="297"/>
                  <a:pt x="7736" y="314"/>
                  <a:pt x="7894" y="349"/>
                </a:cubicBezTo>
                <a:cubicBezTo>
                  <a:pt x="8536" y="493"/>
                  <a:pt x="8969" y="1039"/>
                  <a:pt x="9354" y="1552"/>
                </a:cubicBezTo>
                <a:cubicBezTo>
                  <a:pt x="9370" y="1568"/>
                  <a:pt x="9386" y="1584"/>
                  <a:pt x="9402" y="1584"/>
                </a:cubicBezTo>
                <a:cubicBezTo>
                  <a:pt x="9429" y="1611"/>
                  <a:pt x="9461" y="1624"/>
                  <a:pt x="9493" y="1624"/>
                </a:cubicBezTo>
                <a:cubicBezTo>
                  <a:pt x="9538" y="1624"/>
                  <a:pt x="9583" y="1599"/>
                  <a:pt x="9611" y="1552"/>
                </a:cubicBezTo>
                <a:cubicBezTo>
                  <a:pt x="9627" y="1552"/>
                  <a:pt x="9627" y="1536"/>
                  <a:pt x="9643" y="1504"/>
                </a:cubicBezTo>
                <a:cubicBezTo>
                  <a:pt x="9947" y="942"/>
                  <a:pt x="10637" y="686"/>
                  <a:pt x="11247" y="670"/>
                </a:cubicBezTo>
                <a:cubicBezTo>
                  <a:pt x="11260" y="669"/>
                  <a:pt x="11272" y="669"/>
                  <a:pt x="11285" y="669"/>
                </a:cubicBezTo>
                <a:cubicBezTo>
                  <a:pt x="12227" y="669"/>
                  <a:pt x="12870" y="1259"/>
                  <a:pt x="13044" y="2178"/>
                </a:cubicBezTo>
                <a:cubicBezTo>
                  <a:pt x="13044" y="2242"/>
                  <a:pt x="13108" y="2290"/>
                  <a:pt x="13172" y="2290"/>
                </a:cubicBezTo>
                <a:cubicBezTo>
                  <a:pt x="13204" y="2290"/>
                  <a:pt x="13252" y="2274"/>
                  <a:pt x="13285" y="2242"/>
                </a:cubicBezTo>
                <a:cubicBezTo>
                  <a:pt x="13739" y="1796"/>
                  <a:pt x="14370" y="1555"/>
                  <a:pt x="14995" y="1555"/>
                </a:cubicBezTo>
                <a:cubicBezTo>
                  <a:pt x="15517" y="1555"/>
                  <a:pt x="16036" y="1723"/>
                  <a:pt x="16445" y="2081"/>
                </a:cubicBezTo>
                <a:cubicBezTo>
                  <a:pt x="17263" y="2851"/>
                  <a:pt x="17440" y="4087"/>
                  <a:pt x="16862" y="5049"/>
                </a:cubicBezTo>
                <a:lnTo>
                  <a:pt x="16862" y="5065"/>
                </a:lnTo>
                <a:cubicBezTo>
                  <a:pt x="16830" y="5162"/>
                  <a:pt x="16894" y="5258"/>
                  <a:pt x="17007" y="5258"/>
                </a:cubicBezTo>
                <a:cubicBezTo>
                  <a:pt x="17568" y="5274"/>
                  <a:pt x="18194" y="5258"/>
                  <a:pt x="18691" y="5563"/>
                </a:cubicBezTo>
                <a:cubicBezTo>
                  <a:pt x="19044" y="5803"/>
                  <a:pt x="19413" y="6333"/>
                  <a:pt x="19124" y="6798"/>
                </a:cubicBezTo>
                <a:cubicBezTo>
                  <a:pt x="18885" y="7182"/>
                  <a:pt x="18374" y="7301"/>
                  <a:pt x="17817" y="7301"/>
                </a:cubicBezTo>
                <a:cubicBezTo>
                  <a:pt x="17142" y="7301"/>
                  <a:pt x="16400" y="7127"/>
                  <a:pt x="15996" y="7039"/>
                </a:cubicBezTo>
                <a:lnTo>
                  <a:pt x="15948" y="7039"/>
                </a:lnTo>
                <a:cubicBezTo>
                  <a:pt x="15884" y="7039"/>
                  <a:pt x="15819" y="7087"/>
                  <a:pt x="15803" y="7151"/>
                </a:cubicBezTo>
                <a:cubicBezTo>
                  <a:pt x="15618" y="7999"/>
                  <a:pt x="15003" y="8566"/>
                  <a:pt x="14144" y="8566"/>
                </a:cubicBezTo>
                <a:cubicBezTo>
                  <a:pt x="14109" y="8566"/>
                  <a:pt x="14074" y="8565"/>
                  <a:pt x="14039" y="8563"/>
                </a:cubicBezTo>
                <a:cubicBezTo>
                  <a:pt x="13285" y="8547"/>
                  <a:pt x="12659" y="8098"/>
                  <a:pt x="12161" y="7584"/>
                </a:cubicBezTo>
                <a:cubicBezTo>
                  <a:pt x="12161" y="7568"/>
                  <a:pt x="12145" y="7568"/>
                  <a:pt x="12129" y="7552"/>
                </a:cubicBezTo>
                <a:cubicBezTo>
                  <a:pt x="12105" y="7536"/>
                  <a:pt x="12077" y="7528"/>
                  <a:pt x="12049" y="7528"/>
                </a:cubicBezTo>
                <a:cubicBezTo>
                  <a:pt x="12021" y="7528"/>
                  <a:pt x="11993" y="7536"/>
                  <a:pt x="11969" y="7552"/>
                </a:cubicBezTo>
                <a:cubicBezTo>
                  <a:pt x="11921" y="7584"/>
                  <a:pt x="11905" y="7632"/>
                  <a:pt x="11905" y="7681"/>
                </a:cubicBezTo>
                <a:cubicBezTo>
                  <a:pt x="11889" y="8515"/>
                  <a:pt x="11295" y="9253"/>
                  <a:pt x="10477" y="9445"/>
                </a:cubicBezTo>
                <a:cubicBezTo>
                  <a:pt x="10311" y="9483"/>
                  <a:pt x="10149" y="9502"/>
                  <a:pt x="9991" y="9502"/>
                </a:cubicBezTo>
                <a:cubicBezTo>
                  <a:pt x="9217" y="9502"/>
                  <a:pt x="8553" y="9061"/>
                  <a:pt x="8167" y="8354"/>
                </a:cubicBezTo>
                <a:cubicBezTo>
                  <a:pt x="8135" y="8306"/>
                  <a:pt x="8086" y="8282"/>
                  <a:pt x="8038" y="8282"/>
                </a:cubicBezTo>
                <a:cubicBezTo>
                  <a:pt x="7990" y="8282"/>
                  <a:pt x="7942" y="8306"/>
                  <a:pt x="7910" y="8354"/>
                </a:cubicBezTo>
                <a:cubicBezTo>
                  <a:pt x="7589" y="8852"/>
                  <a:pt x="7044" y="9365"/>
                  <a:pt x="6434" y="9477"/>
                </a:cubicBezTo>
                <a:cubicBezTo>
                  <a:pt x="6349" y="9493"/>
                  <a:pt x="6264" y="9500"/>
                  <a:pt x="6179" y="9500"/>
                </a:cubicBezTo>
                <a:cubicBezTo>
                  <a:pt x="5297" y="9500"/>
                  <a:pt x="4440" y="8701"/>
                  <a:pt x="4557" y="7809"/>
                </a:cubicBezTo>
                <a:cubicBezTo>
                  <a:pt x="4573" y="7777"/>
                  <a:pt x="4557" y="7729"/>
                  <a:pt x="4525" y="7697"/>
                </a:cubicBezTo>
                <a:cubicBezTo>
                  <a:pt x="4501" y="7673"/>
                  <a:pt x="4469" y="7658"/>
                  <a:pt x="4441" y="7658"/>
                </a:cubicBezTo>
                <a:cubicBezTo>
                  <a:pt x="4431" y="7658"/>
                  <a:pt x="4421" y="7660"/>
                  <a:pt x="4413" y="7664"/>
                </a:cubicBezTo>
                <a:cubicBezTo>
                  <a:pt x="4001" y="7714"/>
                  <a:pt x="3527" y="7756"/>
                  <a:pt x="3045" y="7756"/>
                </a:cubicBezTo>
                <a:cubicBezTo>
                  <a:pt x="2266" y="7756"/>
                  <a:pt x="1467" y="7646"/>
                  <a:pt x="883" y="7279"/>
                </a:cubicBezTo>
                <a:cubicBezTo>
                  <a:pt x="241" y="6878"/>
                  <a:pt x="482" y="6188"/>
                  <a:pt x="1075" y="5868"/>
                </a:cubicBezTo>
                <a:cubicBezTo>
                  <a:pt x="1573" y="5611"/>
                  <a:pt x="2134" y="5531"/>
                  <a:pt x="2680" y="5450"/>
                </a:cubicBezTo>
                <a:cubicBezTo>
                  <a:pt x="2712" y="5450"/>
                  <a:pt x="2728" y="5450"/>
                  <a:pt x="2760" y="5434"/>
                </a:cubicBezTo>
                <a:cubicBezTo>
                  <a:pt x="2824" y="5418"/>
                  <a:pt x="2872" y="5338"/>
                  <a:pt x="2840" y="5258"/>
                </a:cubicBezTo>
                <a:cubicBezTo>
                  <a:pt x="2840" y="5226"/>
                  <a:pt x="2824" y="5210"/>
                  <a:pt x="2808" y="5194"/>
                </a:cubicBezTo>
                <a:cubicBezTo>
                  <a:pt x="2471" y="4761"/>
                  <a:pt x="2391" y="3974"/>
                  <a:pt x="2728" y="3541"/>
                </a:cubicBezTo>
                <a:cubicBezTo>
                  <a:pt x="3116" y="3041"/>
                  <a:pt x="3757" y="2814"/>
                  <a:pt x="4377" y="2814"/>
                </a:cubicBezTo>
                <a:cubicBezTo>
                  <a:pt x="4553" y="2814"/>
                  <a:pt x="4727" y="2832"/>
                  <a:pt x="4894" y="2867"/>
                </a:cubicBezTo>
                <a:cubicBezTo>
                  <a:pt x="4911" y="2873"/>
                  <a:pt x="4928" y="2876"/>
                  <a:pt x="4945" y="2876"/>
                </a:cubicBezTo>
                <a:cubicBezTo>
                  <a:pt x="5026" y="2876"/>
                  <a:pt x="5102" y="2816"/>
                  <a:pt x="5102" y="2723"/>
                </a:cubicBezTo>
                <a:cubicBezTo>
                  <a:pt x="5167" y="1985"/>
                  <a:pt x="5503" y="1295"/>
                  <a:pt x="6033" y="798"/>
                </a:cubicBezTo>
                <a:cubicBezTo>
                  <a:pt x="6423" y="469"/>
                  <a:pt x="6915" y="297"/>
                  <a:pt x="7418" y="297"/>
                </a:cubicBezTo>
                <a:close/>
                <a:moveTo>
                  <a:pt x="7391" y="0"/>
                </a:moveTo>
                <a:cubicBezTo>
                  <a:pt x="6963" y="0"/>
                  <a:pt x="6538" y="107"/>
                  <a:pt x="6161" y="317"/>
                </a:cubicBezTo>
                <a:cubicBezTo>
                  <a:pt x="5391" y="750"/>
                  <a:pt x="4910" y="1680"/>
                  <a:pt x="4782" y="2547"/>
                </a:cubicBezTo>
                <a:cubicBezTo>
                  <a:pt x="4655" y="2530"/>
                  <a:pt x="4525" y="2521"/>
                  <a:pt x="4393" y="2521"/>
                </a:cubicBezTo>
                <a:cubicBezTo>
                  <a:pt x="3641" y="2521"/>
                  <a:pt x="2844" y="2801"/>
                  <a:pt x="2407" y="3429"/>
                </a:cubicBezTo>
                <a:cubicBezTo>
                  <a:pt x="2086" y="3910"/>
                  <a:pt x="2150" y="4664"/>
                  <a:pt x="2439" y="5178"/>
                </a:cubicBezTo>
                <a:cubicBezTo>
                  <a:pt x="1813" y="5274"/>
                  <a:pt x="1172" y="5402"/>
                  <a:pt x="658" y="5771"/>
                </a:cubicBezTo>
                <a:cubicBezTo>
                  <a:pt x="209" y="6124"/>
                  <a:pt x="1" y="6734"/>
                  <a:pt x="370" y="7231"/>
                </a:cubicBezTo>
                <a:cubicBezTo>
                  <a:pt x="739" y="7713"/>
                  <a:pt x="1525" y="7873"/>
                  <a:pt x="2118" y="7953"/>
                </a:cubicBezTo>
                <a:cubicBezTo>
                  <a:pt x="2506" y="7997"/>
                  <a:pt x="2899" y="8022"/>
                  <a:pt x="3291" y="8022"/>
                </a:cubicBezTo>
                <a:cubicBezTo>
                  <a:pt x="3613" y="8022"/>
                  <a:pt x="3934" y="8005"/>
                  <a:pt x="4252" y="7969"/>
                </a:cubicBezTo>
                <a:lnTo>
                  <a:pt x="4252" y="7969"/>
                </a:lnTo>
                <a:cubicBezTo>
                  <a:pt x="4220" y="8948"/>
                  <a:pt x="5134" y="9734"/>
                  <a:pt x="6097" y="9798"/>
                </a:cubicBezTo>
                <a:cubicBezTo>
                  <a:pt x="6129" y="9800"/>
                  <a:pt x="6161" y="9801"/>
                  <a:pt x="6192" y="9801"/>
                </a:cubicBezTo>
                <a:cubicBezTo>
                  <a:pt x="6925" y="9801"/>
                  <a:pt x="7592" y="9276"/>
                  <a:pt x="8022" y="8691"/>
                </a:cubicBezTo>
                <a:cubicBezTo>
                  <a:pt x="8452" y="9394"/>
                  <a:pt x="9209" y="9801"/>
                  <a:pt x="10002" y="9801"/>
                </a:cubicBezTo>
                <a:cubicBezTo>
                  <a:pt x="10186" y="9801"/>
                  <a:pt x="10373" y="9779"/>
                  <a:pt x="10557" y="9734"/>
                </a:cubicBezTo>
                <a:cubicBezTo>
                  <a:pt x="11391" y="9525"/>
                  <a:pt x="12017" y="8852"/>
                  <a:pt x="12161" y="8001"/>
                </a:cubicBezTo>
                <a:cubicBezTo>
                  <a:pt x="12696" y="8492"/>
                  <a:pt x="13346" y="8866"/>
                  <a:pt x="14103" y="8866"/>
                </a:cubicBezTo>
                <a:cubicBezTo>
                  <a:pt x="14187" y="8866"/>
                  <a:pt x="14273" y="8861"/>
                  <a:pt x="14359" y="8852"/>
                </a:cubicBezTo>
                <a:cubicBezTo>
                  <a:pt x="15178" y="8771"/>
                  <a:pt x="15868" y="8162"/>
                  <a:pt x="16060" y="7360"/>
                </a:cubicBezTo>
                <a:cubicBezTo>
                  <a:pt x="16501" y="7448"/>
                  <a:pt x="17174" y="7580"/>
                  <a:pt x="17809" y="7580"/>
                </a:cubicBezTo>
                <a:cubicBezTo>
                  <a:pt x="18562" y="7580"/>
                  <a:pt x="19261" y="7395"/>
                  <a:pt x="19461" y="6734"/>
                </a:cubicBezTo>
                <a:cubicBezTo>
                  <a:pt x="19574" y="6269"/>
                  <a:pt x="19413" y="5787"/>
                  <a:pt x="19060" y="5499"/>
                </a:cubicBezTo>
                <a:cubicBezTo>
                  <a:pt x="18547" y="5049"/>
                  <a:pt x="17857" y="5001"/>
                  <a:pt x="17215" y="4985"/>
                </a:cubicBezTo>
                <a:cubicBezTo>
                  <a:pt x="17729" y="3878"/>
                  <a:pt x="17440" y="2579"/>
                  <a:pt x="16525" y="1793"/>
                </a:cubicBezTo>
                <a:cubicBezTo>
                  <a:pt x="16067" y="1434"/>
                  <a:pt x="15511" y="1264"/>
                  <a:pt x="14954" y="1264"/>
                </a:cubicBezTo>
                <a:cubicBezTo>
                  <a:pt x="14340" y="1264"/>
                  <a:pt x="13724" y="1470"/>
                  <a:pt x="13236" y="1857"/>
                </a:cubicBezTo>
                <a:cubicBezTo>
                  <a:pt x="13028" y="990"/>
                  <a:pt x="12258" y="381"/>
                  <a:pt x="11375" y="365"/>
                </a:cubicBezTo>
                <a:cubicBezTo>
                  <a:pt x="11355" y="364"/>
                  <a:pt x="11334" y="364"/>
                  <a:pt x="11313" y="364"/>
                </a:cubicBezTo>
                <a:cubicBezTo>
                  <a:pt x="10622" y="364"/>
                  <a:pt x="9839" y="623"/>
                  <a:pt x="9434" y="1199"/>
                </a:cubicBezTo>
                <a:cubicBezTo>
                  <a:pt x="9065" y="734"/>
                  <a:pt x="8664" y="268"/>
                  <a:pt x="8070" y="92"/>
                </a:cubicBezTo>
                <a:cubicBezTo>
                  <a:pt x="7847" y="31"/>
                  <a:pt x="7619" y="0"/>
                  <a:pt x="7391" y="0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3" name="Google Shape;943;p56"/>
          <p:cNvGrpSpPr/>
          <p:nvPr/>
        </p:nvGrpSpPr>
        <p:grpSpPr>
          <a:xfrm>
            <a:off x="8310475" y="1878875"/>
            <a:ext cx="164075" cy="181100"/>
            <a:chOff x="8310475" y="1878875"/>
            <a:chExt cx="164075" cy="181100"/>
          </a:xfrm>
        </p:grpSpPr>
        <p:sp>
          <p:nvSpPr>
            <p:cNvPr id="944" name="Google Shape;944;p56"/>
            <p:cNvSpPr/>
            <p:nvPr/>
          </p:nvSpPr>
          <p:spPr>
            <a:xfrm>
              <a:off x="8310475" y="1878875"/>
              <a:ext cx="164075" cy="181100"/>
            </a:xfrm>
            <a:custGeom>
              <a:avLst/>
              <a:gdLst/>
              <a:ahLst/>
              <a:cxnLst/>
              <a:rect l="l" t="t" r="r" b="b"/>
              <a:pathLst>
                <a:path w="6563" h="7244" extrusionOk="0">
                  <a:moveTo>
                    <a:pt x="5276" y="453"/>
                  </a:moveTo>
                  <a:cubicBezTo>
                    <a:pt x="5538" y="453"/>
                    <a:pt x="5789" y="611"/>
                    <a:pt x="5888" y="876"/>
                  </a:cubicBezTo>
                  <a:cubicBezTo>
                    <a:pt x="5969" y="1037"/>
                    <a:pt x="6017" y="1213"/>
                    <a:pt x="6049" y="1406"/>
                  </a:cubicBezTo>
                  <a:cubicBezTo>
                    <a:pt x="6113" y="1903"/>
                    <a:pt x="6097" y="2400"/>
                    <a:pt x="6001" y="2898"/>
                  </a:cubicBezTo>
                  <a:cubicBezTo>
                    <a:pt x="5776" y="4149"/>
                    <a:pt x="5311" y="5336"/>
                    <a:pt x="4862" y="6524"/>
                  </a:cubicBezTo>
                  <a:cubicBezTo>
                    <a:pt x="4830" y="6604"/>
                    <a:pt x="4781" y="6684"/>
                    <a:pt x="4733" y="6748"/>
                  </a:cubicBezTo>
                  <a:cubicBezTo>
                    <a:pt x="4637" y="6732"/>
                    <a:pt x="4525" y="6716"/>
                    <a:pt x="4429" y="6700"/>
                  </a:cubicBezTo>
                  <a:cubicBezTo>
                    <a:pt x="3289" y="6347"/>
                    <a:pt x="2263" y="5721"/>
                    <a:pt x="1428" y="4855"/>
                  </a:cubicBezTo>
                  <a:cubicBezTo>
                    <a:pt x="1204" y="4598"/>
                    <a:pt x="995" y="4310"/>
                    <a:pt x="803" y="4005"/>
                  </a:cubicBezTo>
                  <a:cubicBezTo>
                    <a:pt x="722" y="3876"/>
                    <a:pt x="674" y="3748"/>
                    <a:pt x="642" y="3588"/>
                  </a:cubicBezTo>
                  <a:cubicBezTo>
                    <a:pt x="546" y="3010"/>
                    <a:pt x="851" y="2625"/>
                    <a:pt x="1444" y="2577"/>
                  </a:cubicBezTo>
                  <a:cubicBezTo>
                    <a:pt x="1483" y="2575"/>
                    <a:pt x="1521" y="2574"/>
                    <a:pt x="1559" y="2574"/>
                  </a:cubicBezTo>
                  <a:cubicBezTo>
                    <a:pt x="1825" y="2574"/>
                    <a:pt x="2088" y="2623"/>
                    <a:pt x="2327" y="2721"/>
                  </a:cubicBezTo>
                  <a:cubicBezTo>
                    <a:pt x="2567" y="2818"/>
                    <a:pt x="2776" y="2930"/>
                    <a:pt x="3017" y="3042"/>
                  </a:cubicBezTo>
                  <a:cubicBezTo>
                    <a:pt x="3113" y="3090"/>
                    <a:pt x="3209" y="3155"/>
                    <a:pt x="3322" y="3187"/>
                  </a:cubicBezTo>
                  <a:cubicBezTo>
                    <a:pt x="3367" y="3213"/>
                    <a:pt x="3416" y="3226"/>
                    <a:pt x="3463" y="3226"/>
                  </a:cubicBezTo>
                  <a:cubicBezTo>
                    <a:pt x="3615" y="3226"/>
                    <a:pt x="3755" y="3101"/>
                    <a:pt x="3755" y="2930"/>
                  </a:cubicBezTo>
                  <a:cubicBezTo>
                    <a:pt x="3803" y="2721"/>
                    <a:pt x="3819" y="2513"/>
                    <a:pt x="3851" y="2288"/>
                  </a:cubicBezTo>
                  <a:cubicBezTo>
                    <a:pt x="3947" y="1807"/>
                    <a:pt x="4140" y="1358"/>
                    <a:pt x="4445" y="973"/>
                  </a:cubicBezTo>
                  <a:cubicBezTo>
                    <a:pt x="4573" y="812"/>
                    <a:pt x="4733" y="668"/>
                    <a:pt x="4926" y="556"/>
                  </a:cubicBezTo>
                  <a:cubicBezTo>
                    <a:pt x="5036" y="485"/>
                    <a:pt x="5157" y="453"/>
                    <a:pt x="5276" y="453"/>
                  </a:cubicBezTo>
                  <a:close/>
                  <a:moveTo>
                    <a:pt x="5259" y="1"/>
                  </a:moveTo>
                  <a:cubicBezTo>
                    <a:pt x="5053" y="1"/>
                    <a:pt x="4844" y="55"/>
                    <a:pt x="4653" y="170"/>
                  </a:cubicBezTo>
                  <a:cubicBezTo>
                    <a:pt x="4396" y="299"/>
                    <a:pt x="4188" y="507"/>
                    <a:pt x="4027" y="732"/>
                  </a:cubicBezTo>
                  <a:cubicBezTo>
                    <a:pt x="3755" y="1149"/>
                    <a:pt x="3546" y="1614"/>
                    <a:pt x="3434" y="2096"/>
                  </a:cubicBezTo>
                  <a:cubicBezTo>
                    <a:pt x="3386" y="2256"/>
                    <a:pt x="3354" y="2433"/>
                    <a:pt x="3305" y="2641"/>
                  </a:cubicBezTo>
                  <a:lnTo>
                    <a:pt x="2712" y="2352"/>
                  </a:lnTo>
                  <a:cubicBezTo>
                    <a:pt x="2347" y="2183"/>
                    <a:pt x="1961" y="2098"/>
                    <a:pt x="1571" y="2098"/>
                  </a:cubicBezTo>
                  <a:cubicBezTo>
                    <a:pt x="1481" y="2098"/>
                    <a:pt x="1390" y="2103"/>
                    <a:pt x="1300" y="2112"/>
                  </a:cubicBezTo>
                  <a:cubicBezTo>
                    <a:pt x="530" y="2176"/>
                    <a:pt x="1" y="2898"/>
                    <a:pt x="161" y="3636"/>
                  </a:cubicBezTo>
                  <a:cubicBezTo>
                    <a:pt x="193" y="3844"/>
                    <a:pt x="273" y="4021"/>
                    <a:pt x="370" y="4197"/>
                  </a:cubicBezTo>
                  <a:cubicBezTo>
                    <a:pt x="562" y="4534"/>
                    <a:pt x="787" y="4839"/>
                    <a:pt x="1043" y="5128"/>
                  </a:cubicBezTo>
                  <a:cubicBezTo>
                    <a:pt x="1942" y="6090"/>
                    <a:pt x="3081" y="6780"/>
                    <a:pt x="4332" y="7149"/>
                  </a:cubicBezTo>
                  <a:cubicBezTo>
                    <a:pt x="4445" y="7181"/>
                    <a:pt x="4557" y="7197"/>
                    <a:pt x="4669" y="7230"/>
                  </a:cubicBezTo>
                  <a:cubicBezTo>
                    <a:pt x="4704" y="7239"/>
                    <a:pt x="4739" y="7244"/>
                    <a:pt x="4773" y="7244"/>
                  </a:cubicBezTo>
                  <a:cubicBezTo>
                    <a:pt x="4911" y="7244"/>
                    <a:pt x="5038" y="7169"/>
                    <a:pt x="5102" y="7053"/>
                  </a:cubicBezTo>
                  <a:cubicBezTo>
                    <a:pt x="5215" y="6893"/>
                    <a:pt x="5295" y="6732"/>
                    <a:pt x="5375" y="6572"/>
                  </a:cubicBezTo>
                  <a:cubicBezTo>
                    <a:pt x="5760" y="5609"/>
                    <a:pt x="6081" y="4631"/>
                    <a:pt x="6322" y="3620"/>
                  </a:cubicBezTo>
                  <a:cubicBezTo>
                    <a:pt x="6498" y="3010"/>
                    <a:pt x="6562" y="2368"/>
                    <a:pt x="6562" y="1743"/>
                  </a:cubicBezTo>
                  <a:cubicBezTo>
                    <a:pt x="6562" y="1390"/>
                    <a:pt x="6482" y="1037"/>
                    <a:pt x="6338" y="716"/>
                  </a:cubicBezTo>
                  <a:cubicBezTo>
                    <a:pt x="6150" y="264"/>
                    <a:pt x="5712" y="1"/>
                    <a:pt x="5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6"/>
            <p:cNvSpPr/>
            <p:nvPr/>
          </p:nvSpPr>
          <p:spPr>
            <a:xfrm>
              <a:off x="8324100" y="1890175"/>
              <a:ext cx="139225" cy="157425"/>
            </a:xfrm>
            <a:custGeom>
              <a:avLst/>
              <a:gdLst/>
              <a:ahLst/>
              <a:cxnLst/>
              <a:rect l="l" t="t" r="r" b="b"/>
              <a:pathLst>
                <a:path w="5569" h="6297" extrusionOk="0">
                  <a:moveTo>
                    <a:pt x="4731" y="1"/>
                  </a:moveTo>
                  <a:cubicBezTo>
                    <a:pt x="4612" y="1"/>
                    <a:pt x="4491" y="33"/>
                    <a:pt x="4381" y="104"/>
                  </a:cubicBezTo>
                  <a:cubicBezTo>
                    <a:pt x="4188" y="216"/>
                    <a:pt x="4028" y="360"/>
                    <a:pt x="3900" y="521"/>
                  </a:cubicBezTo>
                  <a:cubicBezTo>
                    <a:pt x="3595" y="906"/>
                    <a:pt x="3402" y="1355"/>
                    <a:pt x="3306" y="1836"/>
                  </a:cubicBezTo>
                  <a:cubicBezTo>
                    <a:pt x="3274" y="2045"/>
                    <a:pt x="3258" y="2269"/>
                    <a:pt x="3210" y="2478"/>
                  </a:cubicBezTo>
                  <a:cubicBezTo>
                    <a:pt x="3210" y="2649"/>
                    <a:pt x="3070" y="2774"/>
                    <a:pt x="2918" y="2774"/>
                  </a:cubicBezTo>
                  <a:cubicBezTo>
                    <a:pt x="2871" y="2774"/>
                    <a:pt x="2822" y="2761"/>
                    <a:pt x="2777" y="2735"/>
                  </a:cubicBezTo>
                  <a:cubicBezTo>
                    <a:pt x="2664" y="2703"/>
                    <a:pt x="2568" y="2638"/>
                    <a:pt x="2472" y="2590"/>
                  </a:cubicBezTo>
                  <a:cubicBezTo>
                    <a:pt x="2231" y="2478"/>
                    <a:pt x="2022" y="2350"/>
                    <a:pt x="1782" y="2269"/>
                  </a:cubicBezTo>
                  <a:cubicBezTo>
                    <a:pt x="1543" y="2171"/>
                    <a:pt x="1280" y="2122"/>
                    <a:pt x="1014" y="2122"/>
                  </a:cubicBezTo>
                  <a:cubicBezTo>
                    <a:pt x="976" y="2122"/>
                    <a:pt x="938" y="2123"/>
                    <a:pt x="899" y="2125"/>
                  </a:cubicBezTo>
                  <a:cubicBezTo>
                    <a:pt x="306" y="2157"/>
                    <a:pt x="1" y="2558"/>
                    <a:pt x="97" y="3136"/>
                  </a:cubicBezTo>
                  <a:cubicBezTo>
                    <a:pt x="129" y="3296"/>
                    <a:pt x="177" y="3424"/>
                    <a:pt x="258" y="3553"/>
                  </a:cubicBezTo>
                  <a:cubicBezTo>
                    <a:pt x="450" y="3858"/>
                    <a:pt x="659" y="4146"/>
                    <a:pt x="883" y="4403"/>
                  </a:cubicBezTo>
                  <a:cubicBezTo>
                    <a:pt x="1718" y="5269"/>
                    <a:pt x="2744" y="5895"/>
                    <a:pt x="3884" y="6248"/>
                  </a:cubicBezTo>
                  <a:cubicBezTo>
                    <a:pt x="3980" y="6264"/>
                    <a:pt x="4092" y="6280"/>
                    <a:pt x="4188" y="6296"/>
                  </a:cubicBezTo>
                  <a:cubicBezTo>
                    <a:pt x="4236" y="6232"/>
                    <a:pt x="4285" y="6152"/>
                    <a:pt x="4317" y="6072"/>
                  </a:cubicBezTo>
                  <a:cubicBezTo>
                    <a:pt x="4766" y="4884"/>
                    <a:pt x="5231" y="3697"/>
                    <a:pt x="5456" y="2446"/>
                  </a:cubicBezTo>
                  <a:cubicBezTo>
                    <a:pt x="5552" y="1948"/>
                    <a:pt x="5568" y="1451"/>
                    <a:pt x="5504" y="954"/>
                  </a:cubicBezTo>
                  <a:cubicBezTo>
                    <a:pt x="5472" y="761"/>
                    <a:pt x="5424" y="585"/>
                    <a:pt x="5343" y="424"/>
                  </a:cubicBezTo>
                  <a:cubicBezTo>
                    <a:pt x="5244" y="159"/>
                    <a:pt x="4993" y="1"/>
                    <a:pt x="4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56"/>
          <p:cNvSpPr/>
          <p:nvPr/>
        </p:nvSpPr>
        <p:spPr>
          <a:xfrm rot="-1160437">
            <a:off x="8078998" y="3713154"/>
            <a:ext cx="409557" cy="384147"/>
          </a:xfrm>
          <a:custGeom>
            <a:avLst/>
            <a:gdLst/>
            <a:ahLst/>
            <a:cxnLst/>
            <a:rect l="l" t="t" r="r" b="b"/>
            <a:pathLst>
              <a:path w="7108" h="6667" extrusionOk="0">
                <a:moveTo>
                  <a:pt x="3051" y="248"/>
                </a:moveTo>
                <a:cubicBezTo>
                  <a:pt x="3072" y="248"/>
                  <a:pt x="3092" y="249"/>
                  <a:pt x="3113" y="250"/>
                </a:cubicBezTo>
                <a:cubicBezTo>
                  <a:pt x="3755" y="277"/>
                  <a:pt x="4037" y="809"/>
                  <a:pt x="4089" y="1387"/>
                </a:cubicBezTo>
                <a:cubicBezTo>
                  <a:pt x="4109" y="1778"/>
                  <a:pt x="4001" y="2174"/>
                  <a:pt x="3851" y="2548"/>
                </a:cubicBezTo>
                <a:cubicBezTo>
                  <a:pt x="3818" y="2542"/>
                  <a:pt x="3786" y="2540"/>
                  <a:pt x="3753" y="2538"/>
                </a:cubicBezTo>
                <a:cubicBezTo>
                  <a:pt x="3774" y="2251"/>
                  <a:pt x="3643" y="1907"/>
                  <a:pt x="3561" y="1639"/>
                </a:cubicBezTo>
                <a:cubicBezTo>
                  <a:pt x="3478" y="1370"/>
                  <a:pt x="3404" y="1033"/>
                  <a:pt x="3219" y="815"/>
                </a:cubicBezTo>
                <a:cubicBezTo>
                  <a:pt x="3199" y="792"/>
                  <a:pt x="3174" y="782"/>
                  <a:pt x="3148" y="782"/>
                </a:cubicBezTo>
                <a:cubicBezTo>
                  <a:pt x="3091" y="782"/>
                  <a:pt x="3033" y="830"/>
                  <a:pt x="3033" y="891"/>
                </a:cubicBezTo>
                <a:cubicBezTo>
                  <a:pt x="3033" y="1181"/>
                  <a:pt x="3177" y="1489"/>
                  <a:pt x="3240" y="1772"/>
                </a:cubicBezTo>
                <a:cubicBezTo>
                  <a:pt x="3300" y="2038"/>
                  <a:pt x="3312" y="2345"/>
                  <a:pt x="3411" y="2599"/>
                </a:cubicBezTo>
                <a:cubicBezTo>
                  <a:pt x="3400" y="2605"/>
                  <a:pt x="3389" y="2609"/>
                  <a:pt x="3377" y="2614"/>
                </a:cubicBezTo>
                <a:cubicBezTo>
                  <a:pt x="3238" y="2355"/>
                  <a:pt x="3079" y="2106"/>
                  <a:pt x="2945" y="1843"/>
                </a:cubicBezTo>
                <a:cubicBezTo>
                  <a:pt x="2812" y="1580"/>
                  <a:pt x="2700" y="1303"/>
                  <a:pt x="2553" y="1046"/>
                </a:cubicBezTo>
                <a:cubicBezTo>
                  <a:pt x="2534" y="1014"/>
                  <a:pt x="2498" y="998"/>
                  <a:pt x="2462" y="998"/>
                </a:cubicBezTo>
                <a:cubicBezTo>
                  <a:pt x="2406" y="998"/>
                  <a:pt x="2352" y="1034"/>
                  <a:pt x="2360" y="1098"/>
                </a:cubicBezTo>
                <a:cubicBezTo>
                  <a:pt x="2436" y="1681"/>
                  <a:pt x="2724" y="2334"/>
                  <a:pt x="3066" y="2811"/>
                </a:cubicBezTo>
                <a:cubicBezTo>
                  <a:pt x="3073" y="2821"/>
                  <a:pt x="3080" y="2828"/>
                  <a:pt x="3088" y="2837"/>
                </a:cubicBezTo>
                <a:cubicBezTo>
                  <a:pt x="3084" y="2841"/>
                  <a:pt x="3080" y="2846"/>
                  <a:pt x="3077" y="2849"/>
                </a:cubicBezTo>
                <a:cubicBezTo>
                  <a:pt x="3061" y="2869"/>
                  <a:pt x="3047" y="2890"/>
                  <a:pt x="3033" y="2910"/>
                </a:cubicBezTo>
                <a:cubicBezTo>
                  <a:pt x="2722" y="2775"/>
                  <a:pt x="2431" y="2583"/>
                  <a:pt x="2175" y="2376"/>
                </a:cubicBezTo>
                <a:cubicBezTo>
                  <a:pt x="1741" y="2021"/>
                  <a:pt x="1550" y="1488"/>
                  <a:pt x="1813" y="962"/>
                </a:cubicBezTo>
                <a:cubicBezTo>
                  <a:pt x="2038" y="509"/>
                  <a:pt x="2553" y="248"/>
                  <a:pt x="3051" y="248"/>
                </a:cubicBezTo>
                <a:close/>
                <a:moveTo>
                  <a:pt x="3718" y="2818"/>
                </a:moveTo>
                <a:cubicBezTo>
                  <a:pt x="3824" y="2818"/>
                  <a:pt x="3931" y="2847"/>
                  <a:pt x="4026" y="2905"/>
                </a:cubicBezTo>
                <a:cubicBezTo>
                  <a:pt x="4235" y="3091"/>
                  <a:pt x="4281" y="3370"/>
                  <a:pt x="4068" y="3582"/>
                </a:cubicBezTo>
                <a:cubicBezTo>
                  <a:pt x="3966" y="3683"/>
                  <a:pt x="3824" y="3742"/>
                  <a:pt x="3682" y="3742"/>
                </a:cubicBezTo>
                <a:cubicBezTo>
                  <a:pt x="3608" y="3742"/>
                  <a:pt x="3534" y="3726"/>
                  <a:pt x="3466" y="3691"/>
                </a:cubicBezTo>
                <a:cubicBezTo>
                  <a:pt x="3208" y="3562"/>
                  <a:pt x="3126" y="3219"/>
                  <a:pt x="3318" y="2997"/>
                </a:cubicBezTo>
                <a:cubicBezTo>
                  <a:pt x="3425" y="2876"/>
                  <a:pt x="3570" y="2818"/>
                  <a:pt x="3718" y="2818"/>
                </a:cubicBezTo>
                <a:close/>
                <a:moveTo>
                  <a:pt x="5606" y="1603"/>
                </a:moveTo>
                <a:cubicBezTo>
                  <a:pt x="5840" y="1603"/>
                  <a:pt x="6074" y="1682"/>
                  <a:pt x="6284" y="1858"/>
                </a:cubicBezTo>
                <a:cubicBezTo>
                  <a:pt x="6690" y="2194"/>
                  <a:pt x="6828" y="2785"/>
                  <a:pt x="6693" y="3281"/>
                </a:cubicBezTo>
                <a:cubicBezTo>
                  <a:pt x="6546" y="3815"/>
                  <a:pt x="6096" y="3996"/>
                  <a:pt x="5610" y="3996"/>
                </a:cubicBezTo>
                <a:cubicBezTo>
                  <a:pt x="5535" y="3996"/>
                  <a:pt x="5460" y="3992"/>
                  <a:pt x="5385" y="3984"/>
                </a:cubicBezTo>
                <a:cubicBezTo>
                  <a:pt x="5036" y="3930"/>
                  <a:pt x="4701" y="3773"/>
                  <a:pt x="4392" y="3580"/>
                </a:cubicBezTo>
                <a:cubicBezTo>
                  <a:pt x="4415" y="3537"/>
                  <a:pt x="4435" y="3492"/>
                  <a:pt x="4449" y="3447"/>
                </a:cubicBezTo>
                <a:cubicBezTo>
                  <a:pt x="4478" y="3449"/>
                  <a:pt x="4507" y="3450"/>
                  <a:pt x="4537" y="3450"/>
                </a:cubicBezTo>
                <a:cubicBezTo>
                  <a:pt x="4788" y="3450"/>
                  <a:pt x="5057" y="3391"/>
                  <a:pt x="5287" y="3353"/>
                </a:cubicBezTo>
                <a:cubicBezTo>
                  <a:pt x="5558" y="3307"/>
                  <a:pt x="5981" y="3281"/>
                  <a:pt x="6181" y="3075"/>
                </a:cubicBezTo>
                <a:cubicBezTo>
                  <a:pt x="6190" y="3066"/>
                  <a:pt x="6190" y="3047"/>
                  <a:pt x="6177" y="3042"/>
                </a:cubicBezTo>
                <a:cubicBezTo>
                  <a:pt x="6090" y="3005"/>
                  <a:pt x="5990" y="2992"/>
                  <a:pt x="5886" y="2992"/>
                </a:cubicBezTo>
                <a:cubicBezTo>
                  <a:pt x="5686" y="2992"/>
                  <a:pt x="5468" y="3039"/>
                  <a:pt x="5291" y="3050"/>
                </a:cubicBezTo>
                <a:cubicBezTo>
                  <a:pt x="5213" y="3055"/>
                  <a:pt x="5131" y="3057"/>
                  <a:pt x="5047" y="3057"/>
                </a:cubicBezTo>
                <a:cubicBezTo>
                  <a:pt x="4982" y="3057"/>
                  <a:pt x="4916" y="3056"/>
                  <a:pt x="4851" y="3056"/>
                </a:cubicBezTo>
                <a:cubicBezTo>
                  <a:pt x="4720" y="3056"/>
                  <a:pt x="4589" y="3059"/>
                  <a:pt x="4465" y="3075"/>
                </a:cubicBezTo>
                <a:cubicBezTo>
                  <a:pt x="4453" y="3029"/>
                  <a:pt x="4436" y="2985"/>
                  <a:pt x="4414" y="2940"/>
                </a:cubicBezTo>
                <a:cubicBezTo>
                  <a:pt x="4484" y="2905"/>
                  <a:pt x="4553" y="2862"/>
                  <a:pt x="4624" y="2826"/>
                </a:cubicBezTo>
                <a:cubicBezTo>
                  <a:pt x="4799" y="2739"/>
                  <a:pt x="4979" y="2662"/>
                  <a:pt x="5160" y="2593"/>
                </a:cubicBezTo>
                <a:cubicBezTo>
                  <a:pt x="5331" y="2530"/>
                  <a:pt x="5504" y="2475"/>
                  <a:pt x="5678" y="2420"/>
                </a:cubicBezTo>
                <a:cubicBezTo>
                  <a:pt x="5819" y="2375"/>
                  <a:pt x="5967" y="2353"/>
                  <a:pt x="6068" y="2236"/>
                </a:cubicBezTo>
                <a:cubicBezTo>
                  <a:pt x="6074" y="2230"/>
                  <a:pt x="6073" y="2219"/>
                  <a:pt x="6066" y="2215"/>
                </a:cubicBezTo>
                <a:cubicBezTo>
                  <a:pt x="5987" y="2164"/>
                  <a:pt x="5886" y="2144"/>
                  <a:pt x="5775" y="2144"/>
                </a:cubicBezTo>
                <a:cubicBezTo>
                  <a:pt x="5523" y="2144"/>
                  <a:pt x="5223" y="2245"/>
                  <a:pt x="5037" y="2299"/>
                </a:cubicBezTo>
                <a:cubicBezTo>
                  <a:pt x="4861" y="2350"/>
                  <a:pt x="4690" y="2413"/>
                  <a:pt x="4522" y="2484"/>
                </a:cubicBezTo>
                <a:cubicBezTo>
                  <a:pt x="4400" y="2536"/>
                  <a:pt x="4265" y="2581"/>
                  <a:pt x="4160" y="2659"/>
                </a:cubicBezTo>
                <a:cubicBezTo>
                  <a:pt x="4147" y="2650"/>
                  <a:pt x="4133" y="2642"/>
                  <a:pt x="4119" y="2635"/>
                </a:cubicBezTo>
                <a:cubicBezTo>
                  <a:pt x="4305" y="2372"/>
                  <a:pt x="4538" y="2137"/>
                  <a:pt x="4778" y="1933"/>
                </a:cubicBezTo>
                <a:cubicBezTo>
                  <a:pt x="5024" y="1725"/>
                  <a:pt x="5315" y="1603"/>
                  <a:pt x="5606" y="1603"/>
                </a:cubicBezTo>
                <a:close/>
                <a:moveTo>
                  <a:pt x="1476" y="2687"/>
                </a:moveTo>
                <a:cubicBezTo>
                  <a:pt x="1645" y="2687"/>
                  <a:pt x="1821" y="2719"/>
                  <a:pt x="1996" y="2778"/>
                </a:cubicBezTo>
                <a:cubicBezTo>
                  <a:pt x="2312" y="2882"/>
                  <a:pt x="2624" y="3018"/>
                  <a:pt x="2903" y="3202"/>
                </a:cubicBezTo>
                <a:cubicBezTo>
                  <a:pt x="2853" y="3195"/>
                  <a:pt x="2802" y="3191"/>
                  <a:pt x="2748" y="3191"/>
                </a:cubicBezTo>
                <a:cubicBezTo>
                  <a:pt x="2487" y="3191"/>
                  <a:pt x="2187" y="3272"/>
                  <a:pt x="1965" y="3320"/>
                </a:cubicBezTo>
                <a:cubicBezTo>
                  <a:pt x="1636" y="3390"/>
                  <a:pt x="1227" y="3469"/>
                  <a:pt x="955" y="3677"/>
                </a:cubicBezTo>
                <a:cubicBezTo>
                  <a:pt x="937" y="3690"/>
                  <a:pt x="942" y="3721"/>
                  <a:pt x="966" y="3721"/>
                </a:cubicBezTo>
                <a:cubicBezTo>
                  <a:pt x="983" y="3721"/>
                  <a:pt x="1000" y="3721"/>
                  <a:pt x="1018" y="3721"/>
                </a:cubicBezTo>
                <a:cubicBezTo>
                  <a:pt x="1342" y="3721"/>
                  <a:pt x="1680" y="3615"/>
                  <a:pt x="2000" y="3582"/>
                </a:cubicBezTo>
                <a:cubicBezTo>
                  <a:pt x="2176" y="3563"/>
                  <a:pt x="2352" y="3549"/>
                  <a:pt x="2529" y="3542"/>
                </a:cubicBezTo>
                <a:cubicBezTo>
                  <a:pt x="2549" y="3542"/>
                  <a:pt x="2569" y="3541"/>
                  <a:pt x="2589" y="3541"/>
                </a:cubicBezTo>
                <a:cubicBezTo>
                  <a:pt x="2634" y="3541"/>
                  <a:pt x="2680" y="3543"/>
                  <a:pt x="2726" y="3543"/>
                </a:cubicBezTo>
                <a:cubicBezTo>
                  <a:pt x="2809" y="3543"/>
                  <a:pt x="2891" y="3538"/>
                  <a:pt x="2970" y="3515"/>
                </a:cubicBezTo>
                <a:cubicBezTo>
                  <a:pt x="2971" y="3521"/>
                  <a:pt x="2974" y="3526"/>
                  <a:pt x="2975" y="3530"/>
                </a:cubicBezTo>
                <a:cubicBezTo>
                  <a:pt x="2859" y="3562"/>
                  <a:pt x="2753" y="3641"/>
                  <a:pt x="2644" y="3698"/>
                </a:cubicBezTo>
                <a:cubicBezTo>
                  <a:pt x="2479" y="3785"/>
                  <a:pt x="2311" y="3863"/>
                  <a:pt x="2141" y="3940"/>
                </a:cubicBezTo>
                <a:cubicBezTo>
                  <a:pt x="1839" y="4078"/>
                  <a:pt x="1430" y="4173"/>
                  <a:pt x="1184" y="4402"/>
                </a:cubicBezTo>
                <a:cubicBezTo>
                  <a:pt x="1171" y="4415"/>
                  <a:pt x="1177" y="4439"/>
                  <a:pt x="1194" y="4443"/>
                </a:cubicBezTo>
                <a:cubicBezTo>
                  <a:pt x="1247" y="4454"/>
                  <a:pt x="1302" y="4459"/>
                  <a:pt x="1358" y="4459"/>
                </a:cubicBezTo>
                <a:cubicBezTo>
                  <a:pt x="1660" y="4459"/>
                  <a:pt x="1999" y="4317"/>
                  <a:pt x="2260" y="4221"/>
                </a:cubicBezTo>
                <a:cubicBezTo>
                  <a:pt x="2435" y="4157"/>
                  <a:pt x="2607" y="4085"/>
                  <a:pt x="2777" y="4011"/>
                </a:cubicBezTo>
                <a:cubicBezTo>
                  <a:pt x="2882" y="3964"/>
                  <a:pt x="2996" y="3928"/>
                  <a:pt x="3089" y="3863"/>
                </a:cubicBezTo>
                <a:lnTo>
                  <a:pt x="3089" y="3863"/>
                </a:lnTo>
                <a:cubicBezTo>
                  <a:pt x="2849" y="4259"/>
                  <a:pt x="2557" y="4640"/>
                  <a:pt x="2175" y="4876"/>
                </a:cubicBezTo>
                <a:cubicBezTo>
                  <a:pt x="1932" y="5012"/>
                  <a:pt x="1671" y="5098"/>
                  <a:pt x="1422" y="5098"/>
                </a:cubicBezTo>
                <a:cubicBezTo>
                  <a:pt x="1132" y="5098"/>
                  <a:pt x="860" y="4981"/>
                  <a:pt x="652" y="4689"/>
                </a:cubicBezTo>
                <a:cubicBezTo>
                  <a:pt x="344" y="4256"/>
                  <a:pt x="269" y="3632"/>
                  <a:pt x="567" y="3174"/>
                </a:cubicBezTo>
                <a:cubicBezTo>
                  <a:pt x="792" y="2830"/>
                  <a:pt x="1119" y="2687"/>
                  <a:pt x="1476" y="2687"/>
                </a:cubicBezTo>
                <a:close/>
                <a:moveTo>
                  <a:pt x="4333" y="3877"/>
                </a:moveTo>
                <a:cubicBezTo>
                  <a:pt x="4637" y="4017"/>
                  <a:pt x="4921" y="4192"/>
                  <a:pt x="5141" y="4427"/>
                </a:cubicBezTo>
                <a:cubicBezTo>
                  <a:pt x="5523" y="4877"/>
                  <a:pt x="5704" y="5453"/>
                  <a:pt x="5271" y="5934"/>
                </a:cubicBezTo>
                <a:cubicBezTo>
                  <a:pt x="5007" y="6228"/>
                  <a:pt x="4611" y="6416"/>
                  <a:pt x="4215" y="6416"/>
                </a:cubicBezTo>
                <a:cubicBezTo>
                  <a:pt x="4072" y="6416"/>
                  <a:pt x="3929" y="6392"/>
                  <a:pt x="3793" y="6339"/>
                </a:cubicBezTo>
                <a:cubicBezTo>
                  <a:pt x="3228" y="6120"/>
                  <a:pt x="3041" y="5591"/>
                  <a:pt x="3111" y="5023"/>
                </a:cubicBezTo>
                <a:cubicBezTo>
                  <a:pt x="3148" y="4713"/>
                  <a:pt x="3213" y="4401"/>
                  <a:pt x="3325" y="4110"/>
                </a:cubicBezTo>
                <a:cubicBezTo>
                  <a:pt x="3333" y="4188"/>
                  <a:pt x="3352" y="4265"/>
                  <a:pt x="3365" y="4339"/>
                </a:cubicBezTo>
                <a:cubicBezTo>
                  <a:pt x="3403" y="4557"/>
                  <a:pt x="3457" y="4772"/>
                  <a:pt x="3533" y="4979"/>
                </a:cubicBezTo>
                <a:cubicBezTo>
                  <a:pt x="3647" y="5297"/>
                  <a:pt x="3802" y="5732"/>
                  <a:pt x="4087" y="5934"/>
                </a:cubicBezTo>
                <a:cubicBezTo>
                  <a:pt x="4088" y="5934"/>
                  <a:pt x="4089" y="5935"/>
                  <a:pt x="4090" y="5935"/>
                </a:cubicBezTo>
                <a:cubicBezTo>
                  <a:pt x="4093" y="5935"/>
                  <a:pt x="4097" y="5929"/>
                  <a:pt x="4097" y="5925"/>
                </a:cubicBezTo>
                <a:cubicBezTo>
                  <a:pt x="4071" y="5741"/>
                  <a:pt x="3971" y="5566"/>
                  <a:pt x="3911" y="5389"/>
                </a:cubicBezTo>
                <a:cubicBezTo>
                  <a:pt x="3846" y="5205"/>
                  <a:pt x="3794" y="5021"/>
                  <a:pt x="3752" y="4831"/>
                </a:cubicBezTo>
                <a:cubicBezTo>
                  <a:pt x="3710" y="4628"/>
                  <a:pt x="3680" y="4422"/>
                  <a:pt x="3668" y="4214"/>
                </a:cubicBezTo>
                <a:cubicBezTo>
                  <a:pt x="3664" y="4145"/>
                  <a:pt x="3665" y="4084"/>
                  <a:pt x="3662" y="4027"/>
                </a:cubicBezTo>
                <a:lnTo>
                  <a:pt x="3662" y="4027"/>
                </a:lnTo>
                <a:cubicBezTo>
                  <a:pt x="3667" y="4027"/>
                  <a:pt x="3672" y="4027"/>
                  <a:pt x="3676" y="4027"/>
                </a:cubicBezTo>
                <a:cubicBezTo>
                  <a:pt x="3780" y="4027"/>
                  <a:pt x="3880" y="4006"/>
                  <a:pt x="3973" y="3966"/>
                </a:cubicBezTo>
                <a:cubicBezTo>
                  <a:pt x="3992" y="4002"/>
                  <a:pt x="4011" y="4040"/>
                  <a:pt x="4031" y="4078"/>
                </a:cubicBezTo>
                <a:cubicBezTo>
                  <a:pt x="4126" y="4278"/>
                  <a:pt x="4216" y="4482"/>
                  <a:pt x="4302" y="4686"/>
                </a:cubicBezTo>
                <a:cubicBezTo>
                  <a:pt x="4383" y="4878"/>
                  <a:pt x="4458" y="5072"/>
                  <a:pt x="4535" y="5265"/>
                </a:cubicBezTo>
                <a:cubicBezTo>
                  <a:pt x="4596" y="5415"/>
                  <a:pt x="4641" y="5575"/>
                  <a:pt x="4746" y="5695"/>
                </a:cubicBezTo>
                <a:cubicBezTo>
                  <a:pt x="4755" y="5706"/>
                  <a:pt x="4769" y="5711"/>
                  <a:pt x="4783" y="5711"/>
                </a:cubicBezTo>
                <a:cubicBezTo>
                  <a:pt x="4808" y="5711"/>
                  <a:pt x="4833" y="5696"/>
                  <a:pt x="4838" y="5670"/>
                </a:cubicBezTo>
                <a:cubicBezTo>
                  <a:pt x="4893" y="5316"/>
                  <a:pt x="4688" y="4853"/>
                  <a:pt x="4574" y="4519"/>
                </a:cubicBezTo>
                <a:cubicBezTo>
                  <a:pt x="4506" y="4324"/>
                  <a:pt x="4434" y="4131"/>
                  <a:pt x="4357" y="3939"/>
                </a:cubicBezTo>
                <a:lnTo>
                  <a:pt x="4333" y="3877"/>
                </a:lnTo>
                <a:close/>
                <a:moveTo>
                  <a:pt x="3042" y="1"/>
                </a:moveTo>
                <a:cubicBezTo>
                  <a:pt x="2507" y="1"/>
                  <a:pt x="1965" y="266"/>
                  <a:pt x="1670" y="714"/>
                </a:cubicBezTo>
                <a:cubicBezTo>
                  <a:pt x="1316" y="1250"/>
                  <a:pt x="1390" y="1952"/>
                  <a:pt x="1840" y="2406"/>
                </a:cubicBezTo>
                <a:cubicBezTo>
                  <a:pt x="1870" y="2436"/>
                  <a:pt x="1901" y="2465"/>
                  <a:pt x="1932" y="2495"/>
                </a:cubicBezTo>
                <a:cubicBezTo>
                  <a:pt x="1862" y="2478"/>
                  <a:pt x="1794" y="2463"/>
                  <a:pt x="1726" y="2451"/>
                </a:cubicBezTo>
                <a:cubicBezTo>
                  <a:pt x="1645" y="2437"/>
                  <a:pt x="1564" y="2430"/>
                  <a:pt x="1485" y="2430"/>
                </a:cubicBezTo>
                <a:cubicBezTo>
                  <a:pt x="959" y="2430"/>
                  <a:pt x="480" y="2734"/>
                  <a:pt x="256" y="3231"/>
                </a:cubicBezTo>
                <a:cubicBezTo>
                  <a:pt x="0" y="3805"/>
                  <a:pt x="151" y="4519"/>
                  <a:pt x="566" y="4979"/>
                </a:cubicBezTo>
                <a:cubicBezTo>
                  <a:pt x="806" y="5245"/>
                  <a:pt x="1101" y="5352"/>
                  <a:pt x="1408" y="5352"/>
                </a:cubicBezTo>
                <a:cubicBezTo>
                  <a:pt x="1708" y="5352"/>
                  <a:pt x="2019" y="5249"/>
                  <a:pt x="2300" y="5091"/>
                </a:cubicBezTo>
                <a:cubicBezTo>
                  <a:pt x="2538" y="4945"/>
                  <a:pt x="2743" y="4748"/>
                  <a:pt x="2924" y="4527"/>
                </a:cubicBezTo>
                <a:lnTo>
                  <a:pt x="2924" y="4527"/>
                </a:lnTo>
                <a:cubicBezTo>
                  <a:pt x="2852" y="4836"/>
                  <a:pt x="2824" y="5152"/>
                  <a:pt x="2847" y="5443"/>
                </a:cubicBezTo>
                <a:cubicBezTo>
                  <a:pt x="2895" y="6041"/>
                  <a:pt x="3349" y="6529"/>
                  <a:pt x="3939" y="6640"/>
                </a:cubicBezTo>
                <a:cubicBezTo>
                  <a:pt x="4029" y="6658"/>
                  <a:pt x="4121" y="6666"/>
                  <a:pt x="4213" y="6666"/>
                </a:cubicBezTo>
                <a:cubicBezTo>
                  <a:pt x="4732" y="6666"/>
                  <a:pt x="5249" y="6397"/>
                  <a:pt x="5554" y="5977"/>
                </a:cubicBezTo>
                <a:cubicBezTo>
                  <a:pt x="5973" y="5402"/>
                  <a:pt x="5737" y="4751"/>
                  <a:pt x="5313" y="4256"/>
                </a:cubicBezTo>
                <a:lnTo>
                  <a:pt x="5274" y="4218"/>
                </a:lnTo>
                <a:lnTo>
                  <a:pt x="5274" y="4218"/>
                </a:lnTo>
                <a:cubicBezTo>
                  <a:pt x="5294" y="4221"/>
                  <a:pt x="5315" y="4225"/>
                  <a:pt x="5333" y="4228"/>
                </a:cubicBezTo>
                <a:cubicBezTo>
                  <a:pt x="5336" y="4229"/>
                  <a:pt x="5338" y="4229"/>
                  <a:pt x="5341" y="4229"/>
                </a:cubicBezTo>
                <a:cubicBezTo>
                  <a:pt x="5344" y="4229"/>
                  <a:pt x="5346" y="4229"/>
                  <a:pt x="5349" y="4229"/>
                </a:cubicBezTo>
                <a:cubicBezTo>
                  <a:pt x="5354" y="4230"/>
                  <a:pt x="5361" y="4231"/>
                  <a:pt x="5366" y="4233"/>
                </a:cubicBezTo>
                <a:cubicBezTo>
                  <a:pt x="5448" y="4242"/>
                  <a:pt x="5530" y="4247"/>
                  <a:pt x="5611" y="4247"/>
                </a:cubicBezTo>
                <a:cubicBezTo>
                  <a:pt x="6165" y="4247"/>
                  <a:pt x="6689" y="4030"/>
                  <a:pt x="6896" y="3459"/>
                </a:cubicBezTo>
                <a:cubicBezTo>
                  <a:pt x="7107" y="2879"/>
                  <a:pt x="6965" y="2156"/>
                  <a:pt x="6513" y="1728"/>
                </a:cubicBezTo>
                <a:cubicBezTo>
                  <a:pt x="6253" y="1482"/>
                  <a:pt x="5916" y="1353"/>
                  <a:pt x="5577" y="1353"/>
                </a:cubicBezTo>
                <a:cubicBezTo>
                  <a:pt x="5339" y="1353"/>
                  <a:pt x="5100" y="1417"/>
                  <a:pt x="4885" y="1550"/>
                </a:cubicBezTo>
                <a:cubicBezTo>
                  <a:pt x="4668" y="1683"/>
                  <a:pt x="4460" y="1856"/>
                  <a:pt x="4270" y="2052"/>
                </a:cubicBezTo>
                <a:cubicBezTo>
                  <a:pt x="4322" y="1832"/>
                  <a:pt x="4349" y="1609"/>
                  <a:pt x="4338" y="1387"/>
                </a:cubicBezTo>
                <a:cubicBezTo>
                  <a:pt x="4281" y="753"/>
                  <a:pt x="3988" y="134"/>
                  <a:pt x="3299" y="22"/>
                </a:cubicBezTo>
                <a:cubicBezTo>
                  <a:pt x="3215" y="8"/>
                  <a:pt x="3129" y="1"/>
                  <a:pt x="30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8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57"/>
          <p:cNvSpPr/>
          <p:nvPr/>
        </p:nvSpPr>
        <p:spPr>
          <a:xfrm>
            <a:off x="428063" y="1264147"/>
            <a:ext cx="8287874" cy="2615206"/>
          </a:xfrm>
          <a:custGeom>
            <a:avLst/>
            <a:gdLst/>
            <a:ahLst/>
            <a:cxnLst/>
            <a:rect l="l" t="t" r="r" b="b"/>
            <a:pathLst>
              <a:path w="77943" h="23689" extrusionOk="0">
                <a:moveTo>
                  <a:pt x="43582" y="19056"/>
                </a:moveTo>
                <a:cubicBezTo>
                  <a:pt x="39417" y="19388"/>
                  <a:pt x="35283" y="19714"/>
                  <a:pt x="31139" y="19714"/>
                </a:cubicBezTo>
                <a:cubicBezTo>
                  <a:pt x="30575" y="19714"/>
                  <a:pt x="30011" y="19708"/>
                  <a:pt x="29446" y="19695"/>
                </a:cubicBezTo>
                <a:lnTo>
                  <a:pt x="29435" y="19444"/>
                </a:lnTo>
                <a:lnTo>
                  <a:pt x="43582" y="19056"/>
                </a:lnTo>
                <a:close/>
                <a:moveTo>
                  <a:pt x="62602" y="18726"/>
                </a:moveTo>
                <a:cubicBezTo>
                  <a:pt x="64168" y="18726"/>
                  <a:pt x="65737" y="18765"/>
                  <a:pt x="67309" y="18854"/>
                </a:cubicBezTo>
                <a:cubicBezTo>
                  <a:pt x="67199" y="19389"/>
                  <a:pt x="66795" y="19400"/>
                  <a:pt x="66359" y="19400"/>
                </a:cubicBezTo>
                <a:lnTo>
                  <a:pt x="59448" y="19400"/>
                </a:lnTo>
                <a:cubicBezTo>
                  <a:pt x="58291" y="19400"/>
                  <a:pt x="57133" y="19465"/>
                  <a:pt x="55987" y="19542"/>
                </a:cubicBezTo>
                <a:cubicBezTo>
                  <a:pt x="54851" y="19612"/>
                  <a:pt x="53702" y="19633"/>
                  <a:pt x="52572" y="19633"/>
                </a:cubicBezTo>
                <a:cubicBezTo>
                  <a:pt x="52290" y="19633"/>
                  <a:pt x="52008" y="19631"/>
                  <a:pt x="51729" y="19629"/>
                </a:cubicBezTo>
                <a:cubicBezTo>
                  <a:pt x="51707" y="19629"/>
                  <a:pt x="51686" y="19629"/>
                  <a:pt x="51664" y="19629"/>
                </a:cubicBezTo>
                <a:cubicBezTo>
                  <a:pt x="50910" y="19629"/>
                  <a:pt x="50151" y="19737"/>
                  <a:pt x="49394" y="19737"/>
                </a:cubicBezTo>
                <a:cubicBezTo>
                  <a:pt x="48869" y="19737"/>
                  <a:pt x="48344" y="19685"/>
                  <a:pt x="47820" y="19509"/>
                </a:cubicBezTo>
                <a:cubicBezTo>
                  <a:pt x="52744" y="19111"/>
                  <a:pt x="57662" y="18726"/>
                  <a:pt x="62602" y="18726"/>
                </a:cubicBezTo>
                <a:close/>
                <a:moveTo>
                  <a:pt x="15619" y="1"/>
                </a:moveTo>
                <a:cubicBezTo>
                  <a:pt x="15352" y="1"/>
                  <a:pt x="15084" y="6"/>
                  <a:pt x="14816" y="21"/>
                </a:cubicBezTo>
                <a:cubicBezTo>
                  <a:pt x="14654" y="30"/>
                  <a:pt x="14490" y="33"/>
                  <a:pt x="14326" y="33"/>
                </a:cubicBezTo>
                <a:cubicBezTo>
                  <a:pt x="13853" y="33"/>
                  <a:pt x="13376" y="5"/>
                  <a:pt x="12906" y="5"/>
                </a:cubicBezTo>
                <a:cubicBezTo>
                  <a:pt x="12555" y="5"/>
                  <a:pt x="12207" y="21"/>
                  <a:pt x="11868" y="76"/>
                </a:cubicBezTo>
                <a:cubicBezTo>
                  <a:pt x="11275" y="170"/>
                  <a:pt x="10676" y="217"/>
                  <a:pt x="10077" y="217"/>
                </a:cubicBezTo>
                <a:cubicBezTo>
                  <a:pt x="9573" y="217"/>
                  <a:pt x="9070" y="184"/>
                  <a:pt x="8571" y="119"/>
                </a:cubicBezTo>
                <a:cubicBezTo>
                  <a:pt x="8390" y="98"/>
                  <a:pt x="8220" y="86"/>
                  <a:pt x="8059" y="86"/>
                </a:cubicBezTo>
                <a:cubicBezTo>
                  <a:pt x="7541" y="86"/>
                  <a:pt x="7110" y="211"/>
                  <a:pt x="6661" y="578"/>
                </a:cubicBezTo>
                <a:cubicBezTo>
                  <a:pt x="6692" y="576"/>
                  <a:pt x="6723" y="575"/>
                  <a:pt x="6754" y="575"/>
                </a:cubicBezTo>
                <a:cubicBezTo>
                  <a:pt x="7355" y="575"/>
                  <a:pt x="7849" y="961"/>
                  <a:pt x="8451" y="982"/>
                </a:cubicBezTo>
                <a:cubicBezTo>
                  <a:pt x="11023" y="1058"/>
                  <a:pt x="13595" y="1151"/>
                  <a:pt x="16166" y="1151"/>
                </a:cubicBezTo>
                <a:cubicBezTo>
                  <a:pt x="16532" y="1151"/>
                  <a:pt x="16897" y="1150"/>
                  <a:pt x="17262" y="1145"/>
                </a:cubicBezTo>
                <a:cubicBezTo>
                  <a:pt x="17530" y="1140"/>
                  <a:pt x="17814" y="1129"/>
                  <a:pt x="18092" y="1129"/>
                </a:cubicBezTo>
                <a:cubicBezTo>
                  <a:pt x="18424" y="1129"/>
                  <a:pt x="18746" y="1146"/>
                  <a:pt x="19019" y="1211"/>
                </a:cubicBezTo>
                <a:cubicBezTo>
                  <a:pt x="19731" y="1370"/>
                  <a:pt x="20445" y="1415"/>
                  <a:pt x="21158" y="1415"/>
                </a:cubicBezTo>
                <a:cubicBezTo>
                  <a:pt x="22070" y="1415"/>
                  <a:pt x="22980" y="1342"/>
                  <a:pt x="23881" y="1342"/>
                </a:cubicBezTo>
                <a:cubicBezTo>
                  <a:pt x="23916" y="1342"/>
                  <a:pt x="23952" y="1342"/>
                  <a:pt x="23987" y="1342"/>
                </a:cubicBezTo>
                <a:cubicBezTo>
                  <a:pt x="24462" y="1347"/>
                  <a:pt x="24937" y="1349"/>
                  <a:pt x="25413" y="1349"/>
                </a:cubicBezTo>
                <a:cubicBezTo>
                  <a:pt x="26914" y="1349"/>
                  <a:pt x="28414" y="1328"/>
                  <a:pt x="29915" y="1320"/>
                </a:cubicBezTo>
                <a:cubicBezTo>
                  <a:pt x="30043" y="1319"/>
                  <a:pt x="30170" y="1319"/>
                  <a:pt x="30297" y="1319"/>
                </a:cubicBezTo>
                <a:cubicBezTo>
                  <a:pt x="32866" y="1319"/>
                  <a:pt x="35436" y="1521"/>
                  <a:pt x="38005" y="1604"/>
                </a:cubicBezTo>
                <a:cubicBezTo>
                  <a:pt x="40418" y="1680"/>
                  <a:pt x="42831" y="1713"/>
                  <a:pt x="45244" y="1768"/>
                </a:cubicBezTo>
                <a:cubicBezTo>
                  <a:pt x="45256" y="1768"/>
                  <a:pt x="45268" y="1769"/>
                  <a:pt x="45280" y="1769"/>
                </a:cubicBezTo>
                <a:cubicBezTo>
                  <a:pt x="45386" y="1769"/>
                  <a:pt x="45498" y="1750"/>
                  <a:pt x="45614" y="1750"/>
                </a:cubicBezTo>
                <a:cubicBezTo>
                  <a:pt x="45750" y="1750"/>
                  <a:pt x="45890" y="1776"/>
                  <a:pt x="46030" y="1888"/>
                </a:cubicBezTo>
                <a:cubicBezTo>
                  <a:pt x="45932" y="1910"/>
                  <a:pt x="45844" y="1921"/>
                  <a:pt x="45757" y="1921"/>
                </a:cubicBezTo>
                <a:cubicBezTo>
                  <a:pt x="43584" y="1915"/>
                  <a:pt x="41414" y="1912"/>
                  <a:pt x="39246" y="1912"/>
                </a:cubicBezTo>
                <a:cubicBezTo>
                  <a:pt x="37077" y="1912"/>
                  <a:pt x="34910" y="1915"/>
                  <a:pt x="32743" y="1921"/>
                </a:cubicBezTo>
                <a:cubicBezTo>
                  <a:pt x="31479" y="1930"/>
                  <a:pt x="30223" y="2100"/>
                  <a:pt x="28954" y="2100"/>
                </a:cubicBezTo>
                <a:cubicBezTo>
                  <a:pt x="28744" y="2100"/>
                  <a:pt x="28533" y="2095"/>
                  <a:pt x="28321" y="2084"/>
                </a:cubicBezTo>
                <a:cubicBezTo>
                  <a:pt x="27903" y="2066"/>
                  <a:pt x="27479" y="2039"/>
                  <a:pt x="27058" y="2039"/>
                </a:cubicBezTo>
                <a:cubicBezTo>
                  <a:pt x="26710" y="2039"/>
                  <a:pt x="26365" y="2058"/>
                  <a:pt x="26029" y="2117"/>
                </a:cubicBezTo>
                <a:cubicBezTo>
                  <a:pt x="24948" y="2299"/>
                  <a:pt x="23855" y="2342"/>
                  <a:pt x="22770" y="2342"/>
                </a:cubicBezTo>
                <a:cubicBezTo>
                  <a:pt x="22035" y="2342"/>
                  <a:pt x="21303" y="2322"/>
                  <a:pt x="20581" y="2314"/>
                </a:cubicBezTo>
                <a:cubicBezTo>
                  <a:pt x="18484" y="2292"/>
                  <a:pt x="16366" y="2270"/>
                  <a:pt x="14270" y="2204"/>
                </a:cubicBezTo>
                <a:cubicBezTo>
                  <a:pt x="12218" y="2128"/>
                  <a:pt x="10154" y="2128"/>
                  <a:pt x="8113" y="1932"/>
                </a:cubicBezTo>
                <a:cubicBezTo>
                  <a:pt x="8090" y="1929"/>
                  <a:pt x="8066" y="1928"/>
                  <a:pt x="8042" y="1928"/>
                </a:cubicBezTo>
                <a:cubicBezTo>
                  <a:pt x="7842" y="1928"/>
                  <a:pt x="7631" y="2006"/>
                  <a:pt x="7621" y="2084"/>
                </a:cubicBezTo>
                <a:cubicBezTo>
                  <a:pt x="7575" y="2491"/>
                  <a:pt x="7391" y="2576"/>
                  <a:pt x="7174" y="2576"/>
                </a:cubicBezTo>
                <a:cubicBezTo>
                  <a:pt x="7019" y="2576"/>
                  <a:pt x="6846" y="2532"/>
                  <a:pt x="6696" y="2532"/>
                </a:cubicBezTo>
                <a:cubicBezTo>
                  <a:pt x="6657" y="2532"/>
                  <a:pt x="6619" y="2535"/>
                  <a:pt x="6584" y="2543"/>
                </a:cubicBezTo>
                <a:cubicBezTo>
                  <a:pt x="6267" y="2608"/>
                  <a:pt x="5918" y="2477"/>
                  <a:pt x="5601" y="2750"/>
                </a:cubicBezTo>
                <a:cubicBezTo>
                  <a:pt x="6811" y="2899"/>
                  <a:pt x="7927" y="3429"/>
                  <a:pt x="9161" y="3429"/>
                </a:cubicBezTo>
                <a:cubicBezTo>
                  <a:pt x="9197" y="3429"/>
                  <a:pt x="9233" y="3428"/>
                  <a:pt x="9270" y="3427"/>
                </a:cubicBezTo>
                <a:lnTo>
                  <a:pt x="9270" y="3427"/>
                </a:lnTo>
                <a:cubicBezTo>
                  <a:pt x="9046" y="3635"/>
                  <a:pt x="8795" y="3665"/>
                  <a:pt x="8540" y="3665"/>
                </a:cubicBezTo>
                <a:cubicBezTo>
                  <a:pt x="8436" y="3665"/>
                  <a:pt x="8331" y="3660"/>
                  <a:pt x="8227" y="3660"/>
                </a:cubicBezTo>
                <a:cubicBezTo>
                  <a:pt x="8076" y="3660"/>
                  <a:pt x="7927" y="3670"/>
                  <a:pt x="7785" y="3722"/>
                </a:cubicBezTo>
                <a:cubicBezTo>
                  <a:pt x="6508" y="4213"/>
                  <a:pt x="5154" y="4268"/>
                  <a:pt x="3800" y="4290"/>
                </a:cubicBezTo>
                <a:cubicBezTo>
                  <a:pt x="2599" y="4312"/>
                  <a:pt x="1649" y="5109"/>
                  <a:pt x="503" y="5305"/>
                </a:cubicBezTo>
                <a:cubicBezTo>
                  <a:pt x="437" y="5327"/>
                  <a:pt x="383" y="5403"/>
                  <a:pt x="328" y="5458"/>
                </a:cubicBezTo>
                <a:cubicBezTo>
                  <a:pt x="88" y="5709"/>
                  <a:pt x="1" y="5906"/>
                  <a:pt x="416" y="6113"/>
                </a:cubicBezTo>
                <a:cubicBezTo>
                  <a:pt x="526" y="6172"/>
                  <a:pt x="650" y="6202"/>
                  <a:pt x="780" y="6202"/>
                </a:cubicBezTo>
                <a:cubicBezTo>
                  <a:pt x="1176" y="6202"/>
                  <a:pt x="1637" y="5929"/>
                  <a:pt x="1999" y="5403"/>
                </a:cubicBezTo>
                <a:cubicBezTo>
                  <a:pt x="2610" y="5785"/>
                  <a:pt x="3374" y="5807"/>
                  <a:pt x="4040" y="6091"/>
                </a:cubicBezTo>
                <a:cubicBezTo>
                  <a:pt x="2490" y="6342"/>
                  <a:pt x="2490" y="6342"/>
                  <a:pt x="2654" y="7216"/>
                </a:cubicBezTo>
                <a:cubicBezTo>
                  <a:pt x="2151" y="7456"/>
                  <a:pt x="1627" y="7685"/>
                  <a:pt x="1191" y="8384"/>
                </a:cubicBezTo>
                <a:cubicBezTo>
                  <a:pt x="2037" y="8111"/>
                  <a:pt x="2848" y="7915"/>
                  <a:pt x="3627" y="7915"/>
                </a:cubicBezTo>
                <a:cubicBezTo>
                  <a:pt x="4497" y="7915"/>
                  <a:pt x="5326" y="8159"/>
                  <a:pt x="6115" y="8810"/>
                </a:cubicBezTo>
                <a:cubicBezTo>
                  <a:pt x="4684" y="9072"/>
                  <a:pt x="2992" y="8646"/>
                  <a:pt x="1889" y="10098"/>
                </a:cubicBezTo>
                <a:cubicBezTo>
                  <a:pt x="2076" y="10165"/>
                  <a:pt x="2262" y="10188"/>
                  <a:pt x="2448" y="10188"/>
                </a:cubicBezTo>
                <a:cubicBezTo>
                  <a:pt x="2840" y="10188"/>
                  <a:pt x="3235" y="10087"/>
                  <a:pt x="3636" y="10087"/>
                </a:cubicBezTo>
                <a:cubicBezTo>
                  <a:pt x="3941" y="10087"/>
                  <a:pt x="4249" y="10145"/>
                  <a:pt x="4564" y="10349"/>
                </a:cubicBezTo>
                <a:cubicBezTo>
                  <a:pt x="4468" y="10338"/>
                  <a:pt x="4375" y="10333"/>
                  <a:pt x="4285" y="10333"/>
                </a:cubicBezTo>
                <a:cubicBezTo>
                  <a:pt x="3462" y="10333"/>
                  <a:pt x="2917" y="10767"/>
                  <a:pt x="2424" y="11299"/>
                </a:cubicBezTo>
                <a:cubicBezTo>
                  <a:pt x="2031" y="11736"/>
                  <a:pt x="2130" y="11921"/>
                  <a:pt x="2697" y="12107"/>
                </a:cubicBezTo>
                <a:cubicBezTo>
                  <a:pt x="3254" y="12292"/>
                  <a:pt x="3855" y="12150"/>
                  <a:pt x="4630" y="12391"/>
                </a:cubicBezTo>
                <a:cubicBezTo>
                  <a:pt x="3647" y="12729"/>
                  <a:pt x="2708" y="12434"/>
                  <a:pt x="2075" y="13242"/>
                </a:cubicBezTo>
                <a:cubicBezTo>
                  <a:pt x="3681" y="13523"/>
                  <a:pt x="5287" y="13798"/>
                  <a:pt x="6923" y="13798"/>
                </a:cubicBezTo>
                <a:cubicBezTo>
                  <a:pt x="7511" y="13798"/>
                  <a:pt x="8104" y="13763"/>
                  <a:pt x="8702" y="13679"/>
                </a:cubicBezTo>
                <a:lnTo>
                  <a:pt x="8702" y="13679"/>
                </a:lnTo>
                <a:cubicBezTo>
                  <a:pt x="8549" y="14279"/>
                  <a:pt x="8549" y="14279"/>
                  <a:pt x="8134" y="14312"/>
                </a:cubicBezTo>
                <a:cubicBezTo>
                  <a:pt x="6691" y="14413"/>
                  <a:pt x="5248" y="14645"/>
                  <a:pt x="3788" y="14645"/>
                </a:cubicBezTo>
                <a:cubicBezTo>
                  <a:pt x="3669" y="14645"/>
                  <a:pt x="3549" y="14643"/>
                  <a:pt x="3429" y="14640"/>
                </a:cubicBezTo>
                <a:cubicBezTo>
                  <a:pt x="3058" y="14640"/>
                  <a:pt x="2697" y="14803"/>
                  <a:pt x="2315" y="14913"/>
                </a:cubicBezTo>
                <a:cubicBezTo>
                  <a:pt x="1922" y="15033"/>
                  <a:pt x="1944" y="15360"/>
                  <a:pt x="2217" y="15480"/>
                </a:cubicBezTo>
                <a:cubicBezTo>
                  <a:pt x="2741" y="15721"/>
                  <a:pt x="3123" y="16190"/>
                  <a:pt x="3767" y="16266"/>
                </a:cubicBezTo>
                <a:cubicBezTo>
                  <a:pt x="4051" y="16299"/>
                  <a:pt x="4488" y="16234"/>
                  <a:pt x="4739" y="16528"/>
                </a:cubicBezTo>
                <a:cubicBezTo>
                  <a:pt x="3745" y="17184"/>
                  <a:pt x="2304" y="16649"/>
                  <a:pt x="1529" y="17839"/>
                </a:cubicBezTo>
                <a:cubicBezTo>
                  <a:pt x="1911" y="18232"/>
                  <a:pt x="2348" y="18275"/>
                  <a:pt x="2796" y="18286"/>
                </a:cubicBezTo>
                <a:cubicBezTo>
                  <a:pt x="3765" y="18303"/>
                  <a:pt x="4734" y="18340"/>
                  <a:pt x="5709" y="18340"/>
                </a:cubicBezTo>
                <a:cubicBezTo>
                  <a:pt x="5986" y="18340"/>
                  <a:pt x="6263" y="18337"/>
                  <a:pt x="6540" y="18330"/>
                </a:cubicBezTo>
                <a:cubicBezTo>
                  <a:pt x="7928" y="18299"/>
                  <a:pt x="9311" y="18203"/>
                  <a:pt x="10700" y="18203"/>
                </a:cubicBezTo>
                <a:cubicBezTo>
                  <a:pt x="11277" y="18203"/>
                  <a:pt x="11856" y="18219"/>
                  <a:pt x="12436" y="18264"/>
                </a:cubicBezTo>
                <a:cubicBezTo>
                  <a:pt x="12758" y="18288"/>
                  <a:pt x="13080" y="18299"/>
                  <a:pt x="13403" y="18299"/>
                </a:cubicBezTo>
                <a:cubicBezTo>
                  <a:pt x="14699" y="18299"/>
                  <a:pt x="16000" y="18129"/>
                  <a:pt x="17294" y="17981"/>
                </a:cubicBezTo>
                <a:cubicBezTo>
                  <a:pt x="17425" y="17963"/>
                  <a:pt x="17563" y="17944"/>
                  <a:pt x="17706" y="17944"/>
                </a:cubicBezTo>
                <a:cubicBezTo>
                  <a:pt x="17919" y="17944"/>
                  <a:pt x="18142" y="17987"/>
                  <a:pt x="18364" y="18144"/>
                </a:cubicBezTo>
                <a:cubicBezTo>
                  <a:pt x="17709" y="18155"/>
                  <a:pt x="17829" y="18898"/>
                  <a:pt x="17283" y="19018"/>
                </a:cubicBezTo>
                <a:cubicBezTo>
                  <a:pt x="17699" y="19409"/>
                  <a:pt x="18132" y="19514"/>
                  <a:pt x="18566" y="19514"/>
                </a:cubicBezTo>
                <a:cubicBezTo>
                  <a:pt x="19068" y="19514"/>
                  <a:pt x="19572" y="19374"/>
                  <a:pt x="20055" y="19374"/>
                </a:cubicBezTo>
                <a:cubicBezTo>
                  <a:pt x="20100" y="19374"/>
                  <a:pt x="20144" y="19375"/>
                  <a:pt x="20188" y="19378"/>
                </a:cubicBezTo>
                <a:cubicBezTo>
                  <a:pt x="20499" y="19402"/>
                  <a:pt x="20812" y="19414"/>
                  <a:pt x="21125" y="19414"/>
                </a:cubicBezTo>
                <a:cubicBezTo>
                  <a:pt x="21809" y="19414"/>
                  <a:pt x="22494" y="19356"/>
                  <a:pt x="23168" y="19236"/>
                </a:cubicBezTo>
                <a:cubicBezTo>
                  <a:pt x="23862" y="19107"/>
                  <a:pt x="24398" y="19047"/>
                  <a:pt x="24819" y="19047"/>
                </a:cubicBezTo>
                <a:cubicBezTo>
                  <a:pt x="25358" y="19047"/>
                  <a:pt x="25707" y="19146"/>
                  <a:pt x="25952" y="19323"/>
                </a:cubicBezTo>
                <a:lnTo>
                  <a:pt x="24686" y="19651"/>
                </a:lnTo>
                <a:cubicBezTo>
                  <a:pt x="25352" y="20230"/>
                  <a:pt x="26083" y="20197"/>
                  <a:pt x="26793" y="20208"/>
                </a:cubicBezTo>
                <a:cubicBezTo>
                  <a:pt x="26811" y="20207"/>
                  <a:pt x="26829" y="20207"/>
                  <a:pt x="26848" y="20207"/>
                </a:cubicBezTo>
                <a:cubicBezTo>
                  <a:pt x="27286" y="20207"/>
                  <a:pt x="27697" y="20338"/>
                  <a:pt x="27644" y="20841"/>
                </a:cubicBezTo>
                <a:cubicBezTo>
                  <a:pt x="27612" y="21212"/>
                  <a:pt x="27131" y="21169"/>
                  <a:pt x="26804" y="21223"/>
                </a:cubicBezTo>
                <a:cubicBezTo>
                  <a:pt x="26707" y="21239"/>
                  <a:pt x="26610" y="21246"/>
                  <a:pt x="26513" y="21246"/>
                </a:cubicBezTo>
                <a:cubicBezTo>
                  <a:pt x="26123" y="21246"/>
                  <a:pt x="25728" y="21141"/>
                  <a:pt x="25295" y="21141"/>
                </a:cubicBezTo>
                <a:cubicBezTo>
                  <a:pt x="25035" y="21141"/>
                  <a:pt x="24762" y="21179"/>
                  <a:pt x="24467" y="21300"/>
                </a:cubicBezTo>
                <a:cubicBezTo>
                  <a:pt x="25275" y="21627"/>
                  <a:pt x="26029" y="21813"/>
                  <a:pt x="26476" y="22315"/>
                </a:cubicBezTo>
                <a:cubicBezTo>
                  <a:pt x="26228" y="22714"/>
                  <a:pt x="25882" y="22793"/>
                  <a:pt x="25502" y="22793"/>
                </a:cubicBezTo>
                <a:cubicBezTo>
                  <a:pt x="25256" y="22793"/>
                  <a:pt x="24996" y="22760"/>
                  <a:pt x="24738" y="22760"/>
                </a:cubicBezTo>
                <a:cubicBezTo>
                  <a:pt x="24414" y="22760"/>
                  <a:pt x="24094" y="22812"/>
                  <a:pt x="23812" y="23046"/>
                </a:cubicBezTo>
                <a:cubicBezTo>
                  <a:pt x="24486" y="23575"/>
                  <a:pt x="25228" y="23680"/>
                  <a:pt x="25947" y="23680"/>
                </a:cubicBezTo>
                <a:cubicBezTo>
                  <a:pt x="25985" y="23680"/>
                  <a:pt x="26023" y="23680"/>
                  <a:pt x="26061" y="23680"/>
                </a:cubicBezTo>
                <a:cubicBezTo>
                  <a:pt x="26373" y="23675"/>
                  <a:pt x="26685" y="23674"/>
                  <a:pt x="26997" y="23674"/>
                </a:cubicBezTo>
                <a:cubicBezTo>
                  <a:pt x="27922" y="23674"/>
                  <a:pt x="28846" y="23688"/>
                  <a:pt x="29771" y="23688"/>
                </a:cubicBezTo>
                <a:cubicBezTo>
                  <a:pt x="30855" y="23688"/>
                  <a:pt x="31940" y="23668"/>
                  <a:pt x="33027" y="23581"/>
                </a:cubicBezTo>
                <a:cubicBezTo>
                  <a:pt x="34981" y="23418"/>
                  <a:pt x="36957" y="23319"/>
                  <a:pt x="38912" y="23254"/>
                </a:cubicBezTo>
                <a:cubicBezTo>
                  <a:pt x="41987" y="23173"/>
                  <a:pt x="45044" y="22733"/>
                  <a:pt x="48126" y="22733"/>
                </a:cubicBezTo>
                <a:cubicBezTo>
                  <a:pt x="48358" y="22733"/>
                  <a:pt x="48592" y="22735"/>
                  <a:pt x="48825" y="22741"/>
                </a:cubicBezTo>
                <a:cubicBezTo>
                  <a:pt x="49330" y="22750"/>
                  <a:pt x="49834" y="22755"/>
                  <a:pt x="50338" y="22755"/>
                </a:cubicBezTo>
                <a:cubicBezTo>
                  <a:pt x="51609" y="22755"/>
                  <a:pt x="52878" y="22724"/>
                  <a:pt x="54153" y="22653"/>
                </a:cubicBezTo>
                <a:cubicBezTo>
                  <a:pt x="56172" y="22544"/>
                  <a:pt x="58203" y="22500"/>
                  <a:pt x="60223" y="22435"/>
                </a:cubicBezTo>
                <a:cubicBezTo>
                  <a:pt x="60411" y="22429"/>
                  <a:pt x="60599" y="22427"/>
                  <a:pt x="60787" y="22427"/>
                </a:cubicBezTo>
                <a:cubicBezTo>
                  <a:pt x="61503" y="22427"/>
                  <a:pt x="62219" y="22461"/>
                  <a:pt x="62934" y="22461"/>
                </a:cubicBezTo>
                <a:cubicBezTo>
                  <a:pt x="63068" y="22461"/>
                  <a:pt x="63201" y="22460"/>
                  <a:pt x="63334" y="22457"/>
                </a:cubicBezTo>
                <a:cubicBezTo>
                  <a:pt x="63579" y="22453"/>
                  <a:pt x="63823" y="22452"/>
                  <a:pt x="64067" y="22452"/>
                </a:cubicBezTo>
                <a:cubicBezTo>
                  <a:pt x="66050" y="22452"/>
                  <a:pt x="68033" y="22559"/>
                  <a:pt x="70016" y="22588"/>
                </a:cubicBezTo>
                <a:cubicBezTo>
                  <a:pt x="70617" y="22591"/>
                  <a:pt x="71217" y="22593"/>
                  <a:pt x="71818" y="22593"/>
                </a:cubicBezTo>
                <a:cubicBezTo>
                  <a:pt x="73019" y="22593"/>
                  <a:pt x="74219" y="22588"/>
                  <a:pt x="75420" y="22588"/>
                </a:cubicBezTo>
                <a:cubicBezTo>
                  <a:pt x="75433" y="22588"/>
                  <a:pt x="75445" y="22588"/>
                  <a:pt x="75458" y="22588"/>
                </a:cubicBezTo>
                <a:cubicBezTo>
                  <a:pt x="75794" y="22588"/>
                  <a:pt x="76116" y="22447"/>
                  <a:pt x="76338" y="22184"/>
                </a:cubicBezTo>
                <a:cubicBezTo>
                  <a:pt x="75901" y="21638"/>
                  <a:pt x="75191" y="21933"/>
                  <a:pt x="74765" y="21518"/>
                </a:cubicBezTo>
                <a:cubicBezTo>
                  <a:pt x="74849" y="21476"/>
                  <a:pt x="74945" y="21464"/>
                  <a:pt x="75044" y="21464"/>
                </a:cubicBezTo>
                <a:cubicBezTo>
                  <a:pt x="75171" y="21464"/>
                  <a:pt x="75305" y="21484"/>
                  <a:pt x="75427" y="21484"/>
                </a:cubicBezTo>
                <a:cubicBezTo>
                  <a:pt x="75606" y="21484"/>
                  <a:pt x="75761" y="21442"/>
                  <a:pt x="75835" y="21234"/>
                </a:cubicBezTo>
                <a:cubicBezTo>
                  <a:pt x="76010" y="20743"/>
                  <a:pt x="75300" y="20961"/>
                  <a:pt x="75158" y="20612"/>
                </a:cubicBezTo>
                <a:cubicBezTo>
                  <a:pt x="75464" y="20470"/>
                  <a:pt x="75399" y="20273"/>
                  <a:pt x="75257" y="20033"/>
                </a:cubicBezTo>
                <a:cubicBezTo>
                  <a:pt x="75070" y="19689"/>
                  <a:pt x="74724" y="19593"/>
                  <a:pt x="74426" y="19593"/>
                </a:cubicBezTo>
                <a:cubicBezTo>
                  <a:pt x="74393" y="19593"/>
                  <a:pt x="74360" y="19594"/>
                  <a:pt x="74329" y="19596"/>
                </a:cubicBezTo>
                <a:cubicBezTo>
                  <a:pt x="74134" y="19607"/>
                  <a:pt x="73939" y="19612"/>
                  <a:pt x="73745" y="19612"/>
                </a:cubicBezTo>
                <a:cubicBezTo>
                  <a:pt x="72408" y="19612"/>
                  <a:pt x="71083" y="19388"/>
                  <a:pt x="69716" y="19388"/>
                </a:cubicBezTo>
                <a:cubicBezTo>
                  <a:pt x="69479" y="19388"/>
                  <a:pt x="69241" y="19395"/>
                  <a:pt x="69001" y="19411"/>
                </a:cubicBezTo>
                <a:cubicBezTo>
                  <a:pt x="69293" y="19045"/>
                  <a:pt x="69574" y="18849"/>
                  <a:pt x="69923" y="18849"/>
                </a:cubicBezTo>
                <a:cubicBezTo>
                  <a:pt x="70043" y="18849"/>
                  <a:pt x="70171" y="18872"/>
                  <a:pt x="70311" y="18919"/>
                </a:cubicBezTo>
                <a:cubicBezTo>
                  <a:pt x="70528" y="18981"/>
                  <a:pt x="70755" y="19010"/>
                  <a:pt x="70986" y="19010"/>
                </a:cubicBezTo>
                <a:cubicBezTo>
                  <a:pt x="71081" y="19010"/>
                  <a:pt x="71176" y="19005"/>
                  <a:pt x="71272" y="18996"/>
                </a:cubicBezTo>
                <a:cubicBezTo>
                  <a:pt x="71772" y="18959"/>
                  <a:pt x="72269" y="18933"/>
                  <a:pt x="72766" y="18933"/>
                </a:cubicBezTo>
                <a:cubicBezTo>
                  <a:pt x="73312" y="18933"/>
                  <a:pt x="73857" y="18965"/>
                  <a:pt x="74405" y="19050"/>
                </a:cubicBezTo>
                <a:cubicBezTo>
                  <a:pt x="74645" y="19091"/>
                  <a:pt x="74917" y="19163"/>
                  <a:pt x="75180" y="19163"/>
                </a:cubicBezTo>
                <a:cubicBezTo>
                  <a:pt x="75479" y="19163"/>
                  <a:pt x="75768" y="19071"/>
                  <a:pt x="75988" y="18734"/>
                </a:cubicBezTo>
                <a:cubicBezTo>
                  <a:pt x="75715" y="18330"/>
                  <a:pt x="75180" y="18330"/>
                  <a:pt x="74700" y="17904"/>
                </a:cubicBezTo>
                <a:cubicBezTo>
                  <a:pt x="75639" y="17860"/>
                  <a:pt x="76359" y="17544"/>
                  <a:pt x="77080" y="17216"/>
                </a:cubicBezTo>
                <a:cubicBezTo>
                  <a:pt x="77484" y="17031"/>
                  <a:pt x="77746" y="16823"/>
                  <a:pt x="77484" y="16343"/>
                </a:cubicBezTo>
                <a:cubicBezTo>
                  <a:pt x="77069" y="15568"/>
                  <a:pt x="77189" y="14913"/>
                  <a:pt x="77921" y="14389"/>
                </a:cubicBezTo>
                <a:cubicBezTo>
                  <a:pt x="77942" y="14378"/>
                  <a:pt x="77921" y="14301"/>
                  <a:pt x="77921" y="14247"/>
                </a:cubicBezTo>
                <a:cubicBezTo>
                  <a:pt x="77775" y="14166"/>
                  <a:pt x="77629" y="14138"/>
                  <a:pt x="77481" y="14138"/>
                </a:cubicBezTo>
                <a:cubicBezTo>
                  <a:pt x="77131" y="14138"/>
                  <a:pt x="76768" y="14296"/>
                  <a:pt x="76371" y="14296"/>
                </a:cubicBezTo>
                <a:cubicBezTo>
                  <a:pt x="76254" y="14296"/>
                  <a:pt x="76134" y="14282"/>
                  <a:pt x="76010" y="14247"/>
                </a:cubicBezTo>
                <a:lnTo>
                  <a:pt x="76763" y="13766"/>
                </a:lnTo>
                <a:cubicBezTo>
                  <a:pt x="76610" y="13504"/>
                  <a:pt x="76851" y="13057"/>
                  <a:pt x="76294" y="12958"/>
                </a:cubicBezTo>
                <a:cubicBezTo>
                  <a:pt x="76643" y="12838"/>
                  <a:pt x="76916" y="12969"/>
                  <a:pt x="77189" y="12773"/>
                </a:cubicBezTo>
                <a:cubicBezTo>
                  <a:pt x="76818" y="12150"/>
                  <a:pt x="76097" y="12249"/>
                  <a:pt x="75595" y="11998"/>
                </a:cubicBezTo>
                <a:cubicBezTo>
                  <a:pt x="75715" y="10447"/>
                  <a:pt x="75988" y="8930"/>
                  <a:pt x="75792" y="7379"/>
                </a:cubicBezTo>
                <a:cubicBezTo>
                  <a:pt x="76176" y="7234"/>
                  <a:pt x="76264" y="6456"/>
                  <a:pt x="76883" y="6456"/>
                </a:cubicBezTo>
                <a:cubicBezTo>
                  <a:pt x="76914" y="6456"/>
                  <a:pt x="76947" y="6458"/>
                  <a:pt x="76982" y="6462"/>
                </a:cubicBezTo>
                <a:cubicBezTo>
                  <a:pt x="77058" y="5807"/>
                  <a:pt x="76327" y="5840"/>
                  <a:pt x="76207" y="5392"/>
                </a:cubicBezTo>
                <a:cubicBezTo>
                  <a:pt x="76523" y="5174"/>
                  <a:pt x="76829" y="4988"/>
                  <a:pt x="77014" y="4617"/>
                </a:cubicBezTo>
                <a:cubicBezTo>
                  <a:pt x="76872" y="4432"/>
                  <a:pt x="76567" y="4202"/>
                  <a:pt x="76610" y="4071"/>
                </a:cubicBezTo>
                <a:cubicBezTo>
                  <a:pt x="76894" y="3176"/>
                  <a:pt x="76141" y="3176"/>
                  <a:pt x="75693" y="3067"/>
                </a:cubicBezTo>
                <a:cubicBezTo>
                  <a:pt x="74530" y="2779"/>
                  <a:pt x="73348" y="2581"/>
                  <a:pt x="72149" y="2581"/>
                </a:cubicBezTo>
                <a:cubicBezTo>
                  <a:pt x="72031" y="2581"/>
                  <a:pt x="71914" y="2583"/>
                  <a:pt x="71796" y="2587"/>
                </a:cubicBezTo>
                <a:cubicBezTo>
                  <a:pt x="71666" y="2591"/>
                  <a:pt x="71535" y="2593"/>
                  <a:pt x="71405" y="2593"/>
                </a:cubicBezTo>
                <a:cubicBezTo>
                  <a:pt x="69725" y="2593"/>
                  <a:pt x="68058" y="2253"/>
                  <a:pt x="66378" y="2253"/>
                </a:cubicBezTo>
                <a:cubicBezTo>
                  <a:pt x="66248" y="2253"/>
                  <a:pt x="66118" y="2255"/>
                  <a:pt x="65988" y="2259"/>
                </a:cubicBezTo>
                <a:cubicBezTo>
                  <a:pt x="65709" y="2259"/>
                  <a:pt x="65430" y="2363"/>
                  <a:pt x="65164" y="2363"/>
                </a:cubicBezTo>
                <a:cubicBezTo>
                  <a:pt x="65106" y="2363"/>
                  <a:pt x="65050" y="2358"/>
                  <a:pt x="64994" y="2346"/>
                </a:cubicBezTo>
                <a:cubicBezTo>
                  <a:pt x="63848" y="2125"/>
                  <a:pt x="62689" y="2088"/>
                  <a:pt x="61527" y="2088"/>
                </a:cubicBezTo>
                <a:cubicBezTo>
                  <a:pt x="61140" y="2088"/>
                  <a:pt x="60752" y="2093"/>
                  <a:pt x="60365" y="2095"/>
                </a:cubicBezTo>
                <a:cubicBezTo>
                  <a:pt x="59775" y="2095"/>
                  <a:pt x="59229" y="2084"/>
                  <a:pt x="59000" y="1375"/>
                </a:cubicBezTo>
                <a:cubicBezTo>
                  <a:pt x="58908" y="1090"/>
                  <a:pt x="58562" y="1006"/>
                  <a:pt x="58317" y="1006"/>
                </a:cubicBezTo>
                <a:cubicBezTo>
                  <a:pt x="58271" y="1006"/>
                  <a:pt x="58229" y="1009"/>
                  <a:pt x="58192" y="1014"/>
                </a:cubicBezTo>
                <a:cubicBezTo>
                  <a:pt x="57692" y="1098"/>
                  <a:pt x="57194" y="1127"/>
                  <a:pt x="56697" y="1127"/>
                </a:cubicBezTo>
                <a:cubicBezTo>
                  <a:pt x="55894" y="1127"/>
                  <a:pt x="55093" y="1051"/>
                  <a:pt x="54284" y="1004"/>
                </a:cubicBezTo>
                <a:cubicBezTo>
                  <a:pt x="51947" y="862"/>
                  <a:pt x="49611" y="741"/>
                  <a:pt x="47275" y="698"/>
                </a:cubicBezTo>
                <a:cubicBezTo>
                  <a:pt x="45183" y="653"/>
                  <a:pt x="43092" y="484"/>
                  <a:pt x="40995" y="484"/>
                </a:cubicBezTo>
                <a:cubicBezTo>
                  <a:pt x="40530" y="484"/>
                  <a:pt x="40065" y="492"/>
                  <a:pt x="39599" y="512"/>
                </a:cubicBezTo>
                <a:cubicBezTo>
                  <a:pt x="39321" y="524"/>
                  <a:pt x="39043" y="529"/>
                  <a:pt x="38765" y="529"/>
                </a:cubicBezTo>
                <a:cubicBezTo>
                  <a:pt x="37201" y="529"/>
                  <a:pt x="35642" y="368"/>
                  <a:pt x="34075" y="294"/>
                </a:cubicBezTo>
                <a:cubicBezTo>
                  <a:pt x="34002" y="291"/>
                  <a:pt x="33929" y="289"/>
                  <a:pt x="33856" y="289"/>
                </a:cubicBezTo>
                <a:cubicBezTo>
                  <a:pt x="33315" y="289"/>
                  <a:pt x="32783" y="363"/>
                  <a:pt x="32254" y="363"/>
                </a:cubicBezTo>
                <a:cubicBezTo>
                  <a:pt x="32089" y="363"/>
                  <a:pt x="31925" y="356"/>
                  <a:pt x="31760" y="338"/>
                </a:cubicBezTo>
                <a:cubicBezTo>
                  <a:pt x="31201" y="277"/>
                  <a:pt x="30641" y="261"/>
                  <a:pt x="30081" y="261"/>
                </a:cubicBezTo>
                <a:cubicBezTo>
                  <a:pt x="29436" y="261"/>
                  <a:pt x="28791" y="283"/>
                  <a:pt x="28147" y="283"/>
                </a:cubicBezTo>
                <a:cubicBezTo>
                  <a:pt x="27526" y="283"/>
                  <a:pt x="26907" y="263"/>
                  <a:pt x="26291" y="185"/>
                </a:cubicBezTo>
                <a:cubicBezTo>
                  <a:pt x="26127" y="185"/>
                  <a:pt x="25974" y="185"/>
                  <a:pt x="25821" y="207"/>
                </a:cubicBezTo>
                <a:cubicBezTo>
                  <a:pt x="25160" y="254"/>
                  <a:pt x="24491" y="309"/>
                  <a:pt x="23842" y="309"/>
                </a:cubicBezTo>
                <a:cubicBezTo>
                  <a:pt x="23741" y="309"/>
                  <a:pt x="23640" y="308"/>
                  <a:pt x="23539" y="305"/>
                </a:cubicBezTo>
                <a:cubicBezTo>
                  <a:pt x="22033" y="283"/>
                  <a:pt x="20548" y="97"/>
                  <a:pt x="19030" y="97"/>
                </a:cubicBezTo>
                <a:cubicBezTo>
                  <a:pt x="18985" y="98"/>
                  <a:pt x="18939" y="98"/>
                  <a:pt x="18893" y="98"/>
                </a:cubicBezTo>
                <a:cubicBezTo>
                  <a:pt x="17799" y="98"/>
                  <a:pt x="16711" y="1"/>
                  <a:pt x="15619" y="1"/>
                </a:cubicBezTo>
                <a:close/>
              </a:path>
            </a:pathLst>
          </a:custGeom>
          <a:solidFill>
            <a:srgbClr val="93C3E2">
              <a:alpha val="11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trick Hand"/>
              <a:buNone/>
              <a:defRPr sz="35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61" r:id="rId4"/>
    <p:sldLayoutId id="2147483699" r:id="rId5"/>
    <p:sldLayoutId id="2147483700" r:id="rId6"/>
    <p:sldLayoutId id="2147483701" r:id="rId7"/>
    <p:sldLayoutId id="2147483702" r:id="rId8"/>
    <p:sldLayoutId id="2147483703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68;p64"/>
          <p:cNvSpPr txBox="1">
            <a:spLocks/>
          </p:cNvSpPr>
          <p:nvPr/>
        </p:nvSpPr>
        <p:spPr>
          <a:xfrm>
            <a:off x="1396550" y="1398961"/>
            <a:ext cx="63510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45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pPr algn="ctr"/>
            <a:r>
              <a:rPr lang="ru-RU" sz="4800" dirty="0">
                <a:latin typeface="+mj-lt"/>
              </a:rPr>
              <a:t>Пирамидка из</a:t>
            </a:r>
            <a:r>
              <a:rPr lang="en-US" sz="4800" dirty="0">
                <a:latin typeface="+mj-lt"/>
              </a:rPr>
              <a:t> </a:t>
            </a:r>
            <a:r>
              <a:rPr lang="ru-RU" sz="4800" dirty="0">
                <a:latin typeface="+mj-lt"/>
              </a:rPr>
              <a:t>хаоса</a:t>
            </a:r>
            <a:br>
              <a:rPr lang="ru-RU" sz="5400" dirty="0">
                <a:latin typeface="+mj-lt"/>
              </a:rPr>
            </a:br>
            <a:r>
              <a:rPr lang="ru-RU" sz="2400" dirty="0">
                <a:latin typeface="+mj-lt"/>
              </a:rPr>
              <a:t>Команда: HTTP 418</a:t>
            </a:r>
          </a:p>
        </p:txBody>
      </p:sp>
      <p:grpSp>
        <p:nvGrpSpPr>
          <p:cNvPr id="7" name="Google Shape;970;p64"/>
          <p:cNvGrpSpPr/>
          <p:nvPr/>
        </p:nvGrpSpPr>
        <p:grpSpPr>
          <a:xfrm rot="-451418">
            <a:off x="658375" y="720601"/>
            <a:ext cx="1459864" cy="966493"/>
            <a:chOff x="3930675" y="743750"/>
            <a:chExt cx="630850" cy="417650"/>
          </a:xfrm>
        </p:grpSpPr>
        <p:sp>
          <p:nvSpPr>
            <p:cNvPr id="8" name="Google Shape;971;p64"/>
            <p:cNvSpPr/>
            <p:nvPr/>
          </p:nvSpPr>
          <p:spPr>
            <a:xfrm>
              <a:off x="3930675" y="743750"/>
              <a:ext cx="630850" cy="417650"/>
            </a:xfrm>
            <a:custGeom>
              <a:avLst/>
              <a:gdLst/>
              <a:ahLst/>
              <a:cxnLst/>
              <a:rect l="l" t="t" r="r" b="b"/>
              <a:pathLst>
                <a:path w="25234" h="16706" extrusionOk="0">
                  <a:moveTo>
                    <a:pt x="13883" y="1638"/>
                  </a:moveTo>
                  <a:cubicBezTo>
                    <a:pt x="15749" y="1638"/>
                    <a:pt x="17666" y="2348"/>
                    <a:pt x="18162" y="4215"/>
                  </a:cubicBezTo>
                  <a:cubicBezTo>
                    <a:pt x="17956" y="4133"/>
                    <a:pt x="17732" y="4089"/>
                    <a:pt x="17504" y="4089"/>
                  </a:cubicBezTo>
                  <a:cubicBezTo>
                    <a:pt x="17334" y="4089"/>
                    <a:pt x="17162" y="4113"/>
                    <a:pt x="16994" y="4164"/>
                  </a:cubicBezTo>
                  <a:cubicBezTo>
                    <a:pt x="16281" y="2998"/>
                    <a:pt x="14923" y="2499"/>
                    <a:pt x="13568" y="2499"/>
                  </a:cubicBezTo>
                  <a:cubicBezTo>
                    <a:pt x="12826" y="2499"/>
                    <a:pt x="12084" y="2649"/>
                    <a:pt x="11450" y="2920"/>
                  </a:cubicBezTo>
                  <a:cubicBezTo>
                    <a:pt x="9436" y="3782"/>
                    <a:pt x="8147" y="5984"/>
                    <a:pt x="8461" y="8165"/>
                  </a:cubicBezTo>
                  <a:cubicBezTo>
                    <a:pt x="8465" y="8192"/>
                    <a:pt x="8482" y="8210"/>
                    <a:pt x="8504" y="8216"/>
                  </a:cubicBezTo>
                  <a:cubicBezTo>
                    <a:pt x="8511" y="8218"/>
                    <a:pt x="8519" y="8219"/>
                    <a:pt x="8527" y="8219"/>
                  </a:cubicBezTo>
                  <a:cubicBezTo>
                    <a:pt x="8568" y="8219"/>
                    <a:pt x="8612" y="8191"/>
                    <a:pt x="8611" y="8143"/>
                  </a:cubicBezTo>
                  <a:cubicBezTo>
                    <a:pt x="8554" y="6156"/>
                    <a:pt x="9419" y="4222"/>
                    <a:pt x="11248" y="3284"/>
                  </a:cubicBezTo>
                  <a:cubicBezTo>
                    <a:pt x="11922" y="2937"/>
                    <a:pt x="12753" y="2742"/>
                    <a:pt x="13579" y="2742"/>
                  </a:cubicBezTo>
                  <a:cubicBezTo>
                    <a:pt x="14837" y="2742"/>
                    <a:pt x="16084" y="3194"/>
                    <a:pt x="16755" y="4255"/>
                  </a:cubicBezTo>
                  <a:cubicBezTo>
                    <a:pt x="16438" y="4405"/>
                    <a:pt x="16133" y="4667"/>
                    <a:pt x="15915" y="4979"/>
                  </a:cubicBezTo>
                  <a:cubicBezTo>
                    <a:pt x="15407" y="4091"/>
                    <a:pt x="14401" y="3724"/>
                    <a:pt x="13382" y="3724"/>
                  </a:cubicBezTo>
                  <a:cubicBezTo>
                    <a:pt x="12686" y="3724"/>
                    <a:pt x="11985" y="3895"/>
                    <a:pt x="11431" y="4188"/>
                  </a:cubicBezTo>
                  <a:cubicBezTo>
                    <a:pt x="9890" y="5003"/>
                    <a:pt x="9035" y="6851"/>
                    <a:pt x="9302" y="8555"/>
                  </a:cubicBezTo>
                  <a:cubicBezTo>
                    <a:pt x="9048" y="8416"/>
                    <a:pt x="8778" y="8308"/>
                    <a:pt x="8498" y="8236"/>
                  </a:cubicBezTo>
                  <a:cubicBezTo>
                    <a:pt x="8212" y="8160"/>
                    <a:pt x="7918" y="8121"/>
                    <a:pt x="7632" y="8121"/>
                  </a:cubicBezTo>
                  <a:cubicBezTo>
                    <a:pt x="7564" y="8121"/>
                    <a:pt x="7496" y="8123"/>
                    <a:pt x="7428" y="8128"/>
                  </a:cubicBezTo>
                  <a:cubicBezTo>
                    <a:pt x="7325" y="5375"/>
                    <a:pt x="9017" y="2869"/>
                    <a:pt x="11649" y="1987"/>
                  </a:cubicBezTo>
                  <a:cubicBezTo>
                    <a:pt x="12309" y="1765"/>
                    <a:pt x="13091" y="1638"/>
                    <a:pt x="13883" y="1638"/>
                  </a:cubicBezTo>
                  <a:close/>
                  <a:moveTo>
                    <a:pt x="13392" y="3956"/>
                  </a:moveTo>
                  <a:cubicBezTo>
                    <a:pt x="14357" y="3956"/>
                    <a:pt x="15292" y="4315"/>
                    <a:pt x="15763" y="5189"/>
                  </a:cubicBezTo>
                  <a:cubicBezTo>
                    <a:pt x="15767" y="5196"/>
                    <a:pt x="15771" y="5199"/>
                    <a:pt x="15776" y="5205"/>
                  </a:cubicBezTo>
                  <a:cubicBezTo>
                    <a:pt x="15565" y="5606"/>
                    <a:pt x="15506" y="6057"/>
                    <a:pt x="15736" y="6450"/>
                  </a:cubicBezTo>
                  <a:cubicBezTo>
                    <a:pt x="15676" y="6432"/>
                    <a:pt x="15615" y="6416"/>
                    <a:pt x="15552" y="6402"/>
                  </a:cubicBezTo>
                  <a:cubicBezTo>
                    <a:pt x="15584" y="6382"/>
                    <a:pt x="15606" y="6350"/>
                    <a:pt x="15601" y="6307"/>
                  </a:cubicBezTo>
                  <a:cubicBezTo>
                    <a:pt x="15456" y="5083"/>
                    <a:pt x="14451" y="4429"/>
                    <a:pt x="13382" y="4429"/>
                  </a:cubicBezTo>
                  <a:cubicBezTo>
                    <a:pt x="12911" y="4429"/>
                    <a:pt x="12428" y="4556"/>
                    <a:pt x="12000" y="4818"/>
                  </a:cubicBezTo>
                  <a:cubicBezTo>
                    <a:pt x="10479" y="5745"/>
                    <a:pt x="10003" y="7811"/>
                    <a:pt x="10337" y="9525"/>
                  </a:cubicBezTo>
                  <a:cubicBezTo>
                    <a:pt x="10124" y="9168"/>
                    <a:pt x="9813" y="8873"/>
                    <a:pt x="9450" y="8646"/>
                  </a:cubicBezTo>
                  <a:cubicBezTo>
                    <a:pt x="9399" y="7080"/>
                    <a:pt x="9860" y="5464"/>
                    <a:pt x="11247" y="4565"/>
                  </a:cubicBezTo>
                  <a:cubicBezTo>
                    <a:pt x="11832" y="4185"/>
                    <a:pt x="12622" y="3956"/>
                    <a:pt x="13392" y="3956"/>
                  </a:cubicBezTo>
                  <a:close/>
                  <a:moveTo>
                    <a:pt x="21245" y="4010"/>
                  </a:moveTo>
                  <a:cubicBezTo>
                    <a:pt x="21489" y="4010"/>
                    <a:pt x="21735" y="4054"/>
                    <a:pt x="21973" y="4145"/>
                  </a:cubicBezTo>
                  <a:cubicBezTo>
                    <a:pt x="23079" y="4572"/>
                    <a:pt x="23437" y="5983"/>
                    <a:pt x="22463" y="6751"/>
                  </a:cubicBezTo>
                  <a:cubicBezTo>
                    <a:pt x="22343" y="6845"/>
                    <a:pt x="22453" y="6996"/>
                    <a:pt x="22576" y="6996"/>
                  </a:cubicBezTo>
                  <a:cubicBezTo>
                    <a:pt x="22609" y="6996"/>
                    <a:pt x="22642" y="6985"/>
                    <a:pt x="22673" y="6961"/>
                  </a:cubicBezTo>
                  <a:cubicBezTo>
                    <a:pt x="22678" y="6956"/>
                    <a:pt x="22685" y="6952"/>
                    <a:pt x="22691" y="6947"/>
                  </a:cubicBezTo>
                  <a:cubicBezTo>
                    <a:pt x="22704" y="6946"/>
                    <a:pt x="22716" y="6946"/>
                    <a:pt x="22729" y="6946"/>
                  </a:cubicBezTo>
                  <a:cubicBezTo>
                    <a:pt x="23853" y="6946"/>
                    <a:pt x="24847" y="7904"/>
                    <a:pt x="24490" y="9079"/>
                  </a:cubicBezTo>
                  <a:cubicBezTo>
                    <a:pt x="24242" y="9899"/>
                    <a:pt x="23573" y="10247"/>
                    <a:pt x="22859" y="10247"/>
                  </a:cubicBezTo>
                  <a:cubicBezTo>
                    <a:pt x="22317" y="10247"/>
                    <a:pt x="21749" y="10047"/>
                    <a:pt x="21319" y="9699"/>
                  </a:cubicBezTo>
                  <a:cubicBezTo>
                    <a:pt x="21290" y="9675"/>
                    <a:pt x="21258" y="9664"/>
                    <a:pt x="21227" y="9664"/>
                  </a:cubicBezTo>
                  <a:cubicBezTo>
                    <a:pt x="21112" y="9664"/>
                    <a:pt x="21012" y="9801"/>
                    <a:pt x="21121" y="9899"/>
                  </a:cubicBezTo>
                  <a:cubicBezTo>
                    <a:pt x="21173" y="9950"/>
                    <a:pt x="21235" y="9996"/>
                    <a:pt x="21293" y="10043"/>
                  </a:cubicBezTo>
                  <a:cubicBezTo>
                    <a:pt x="21652" y="10671"/>
                    <a:pt x="20754" y="10990"/>
                    <a:pt x="20188" y="10990"/>
                  </a:cubicBezTo>
                  <a:cubicBezTo>
                    <a:pt x="20107" y="10990"/>
                    <a:pt x="20033" y="10983"/>
                    <a:pt x="19970" y="10970"/>
                  </a:cubicBezTo>
                  <a:cubicBezTo>
                    <a:pt x="19499" y="10872"/>
                    <a:pt x="19111" y="10594"/>
                    <a:pt x="18843" y="10196"/>
                  </a:cubicBezTo>
                  <a:cubicBezTo>
                    <a:pt x="18814" y="10153"/>
                    <a:pt x="18773" y="10135"/>
                    <a:pt x="18732" y="10135"/>
                  </a:cubicBezTo>
                  <a:cubicBezTo>
                    <a:pt x="18702" y="10135"/>
                    <a:pt x="18671" y="10145"/>
                    <a:pt x="18646" y="10163"/>
                  </a:cubicBezTo>
                  <a:cubicBezTo>
                    <a:pt x="18614" y="10167"/>
                    <a:pt x="18583" y="10186"/>
                    <a:pt x="18558" y="10221"/>
                  </a:cubicBezTo>
                  <a:cubicBezTo>
                    <a:pt x="18183" y="10759"/>
                    <a:pt x="17484" y="11063"/>
                    <a:pt x="16802" y="11063"/>
                  </a:cubicBezTo>
                  <a:cubicBezTo>
                    <a:pt x="16472" y="11063"/>
                    <a:pt x="16146" y="10992"/>
                    <a:pt x="15862" y="10842"/>
                  </a:cubicBezTo>
                  <a:cubicBezTo>
                    <a:pt x="15011" y="10392"/>
                    <a:pt x="15004" y="9388"/>
                    <a:pt x="15689" y="8811"/>
                  </a:cubicBezTo>
                  <a:cubicBezTo>
                    <a:pt x="15742" y="8767"/>
                    <a:pt x="15694" y="8691"/>
                    <a:pt x="15637" y="8691"/>
                  </a:cubicBezTo>
                  <a:cubicBezTo>
                    <a:pt x="15632" y="8691"/>
                    <a:pt x="15627" y="8691"/>
                    <a:pt x="15622" y="8693"/>
                  </a:cubicBezTo>
                  <a:cubicBezTo>
                    <a:pt x="15592" y="8701"/>
                    <a:pt x="15569" y="8711"/>
                    <a:pt x="15543" y="8718"/>
                  </a:cubicBezTo>
                  <a:cubicBezTo>
                    <a:pt x="15548" y="8657"/>
                    <a:pt x="15491" y="8588"/>
                    <a:pt x="15419" y="8588"/>
                  </a:cubicBezTo>
                  <a:cubicBezTo>
                    <a:pt x="15413" y="8588"/>
                    <a:pt x="15407" y="8589"/>
                    <a:pt x="15400" y="8590"/>
                  </a:cubicBezTo>
                  <a:cubicBezTo>
                    <a:pt x="15327" y="8603"/>
                    <a:pt x="15255" y="8609"/>
                    <a:pt x="15184" y="8609"/>
                  </a:cubicBezTo>
                  <a:cubicBezTo>
                    <a:pt x="14561" y="8609"/>
                    <a:pt x="14034" y="8138"/>
                    <a:pt x="14188" y="7439"/>
                  </a:cubicBezTo>
                  <a:cubicBezTo>
                    <a:pt x="14316" y="6862"/>
                    <a:pt x="14824" y="6569"/>
                    <a:pt x="15355" y="6569"/>
                  </a:cubicBezTo>
                  <a:cubicBezTo>
                    <a:pt x="15545" y="6569"/>
                    <a:pt x="15738" y="6607"/>
                    <a:pt x="15917" y="6682"/>
                  </a:cubicBezTo>
                  <a:lnTo>
                    <a:pt x="15927" y="6692"/>
                  </a:lnTo>
                  <a:cubicBezTo>
                    <a:pt x="15944" y="6709"/>
                    <a:pt x="15965" y="6717"/>
                    <a:pt x="15985" y="6717"/>
                  </a:cubicBezTo>
                  <a:cubicBezTo>
                    <a:pt x="16047" y="6717"/>
                    <a:pt x="16108" y="6650"/>
                    <a:pt x="16065" y="6585"/>
                  </a:cubicBezTo>
                  <a:cubicBezTo>
                    <a:pt x="15331" y="5467"/>
                    <a:pt x="16547" y="4410"/>
                    <a:pt x="17611" y="4410"/>
                  </a:cubicBezTo>
                  <a:cubicBezTo>
                    <a:pt x="18204" y="4410"/>
                    <a:pt x="18751" y="4739"/>
                    <a:pt x="18884" y="5572"/>
                  </a:cubicBezTo>
                  <a:cubicBezTo>
                    <a:pt x="18895" y="5637"/>
                    <a:pt x="18949" y="5667"/>
                    <a:pt x="19005" y="5667"/>
                  </a:cubicBezTo>
                  <a:cubicBezTo>
                    <a:pt x="19050" y="5667"/>
                    <a:pt x="19096" y="5648"/>
                    <a:pt x="19123" y="5613"/>
                  </a:cubicBezTo>
                  <a:cubicBezTo>
                    <a:pt x="19158" y="5601"/>
                    <a:pt x="19180" y="5558"/>
                    <a:pt x="19160" y="5516"/>
                  </a:cubicBezTo>
                  <a:cubicBezTo>
                    <a:pt x="18960" y="5088"/>
                    <a:pt x="19926" y="4435"/>
                    <a:pt x="20193" y="4288"/>
                  </a:cubicBezTo>
                  <a:cubicBezTo>
                    <a:pt x="20524" y="4106"/>
                    <a:pt x="20883" y="4010"/>
                    <a:pt x="21245" y="4010"/>
                  </a:cubicBezTo>
                  <a:close/>
                  <a:moveTo>
                    <a:pt x="7715" y="8402"/>
                  </a:moveTo>
                  <a:cubicBezTo>
                    <a:pt x="8998" y="8402"/>
                    <a:pt x="10414" y="9306"/>
                    <a:pt x="10355" y="10748"/>
                  </a:cubicBezTo>
                  <a:cubicBezTo>
                    <a:pt x="10351" y="10841"/>
                    <a:pt x="10420" y="10887"/>
                    <a:pt x="10491" y="10887"/>
                  </a:cubicBezTo>
                  <a:cubicBezTo>
                    <a:pt x="10547" y="10887"/>
                    <a:pt x="10605" y="10859"/>
                    <a:pt x="10630" y="10802"/>
                  </a:cubicBezTo>
                  <a:cubicBezTo>
                    <a:pt x="10799" y="10729"/>
                    <a:pt x="10965" y="10696"/>
                    <a:pt x="11124" y="10696"/>
                  </a:cubicBezTo>
                  <a:cubicBezTo>
                    <a:pt x="12082" y="10696"/>
                    <a:pt x="12804" y="11892"/>
                    <a:pt x="12446" y="12841"/>
                  </a:cubicBezTo>
                  <a:cubicBezTo>
                    <a:pt x="12162" y="13602"/>
                    <a:pt x="11253" y="14074"/>
                    <a:pt x="10411" y="14074"/>
                  </a:cubicBezTo>
                  <a:cubicBezTo>
                    <a:pt x="10130" y="14074"/>
                    <a:pt x="9855" y="14021"/>
                    <a:pt x="9615" y="13908"/>
                  </a:cubicBezTo>
                  <a:cubicBezTo>
                    <a:pt x="9592" y="13897"/>
                    <a:pt x="9569" y="13892"/>
                    <a:pt x="9547" y="13892"/>
                  </a:cubicBezTo>
                  <a:cubicBezTo>
                    <a:pt x="9410" y="13892"/>
                    <a:pt x="9317" y="14090"/>
                    <a:pt x="9464" y="14164"/>
                  </a:cubicBezTo>
                  <a:cubicBezTo>
                    <a:pt x="9470" y="14167"/>
                    <a:pt x="9477" y="14171"/>
                    <a:pt x="9483" y="14173"/>
                  </a:cubicBezTo>
                  <a:cubicBezTo>
                    <a:pt x="9418" y="15140"/>
                    <a:pt x="8903" y="16076"/>
                    <a:pt x="7911" y="16350"/>
                  </a:cubicBezTo>
                  <a:cubicBezTo>
                    <a:pt x="7728" y="16401"/>
                    <a:pt x="7550" y="16425"/>
                    <a:pt x="7377" y="16425"/>
                  </a:cubicBezTo>
                  <a:cubicBezTo>
                    <a:pt x="6643" y="16425"/>
                    <a:pt x="6011" y="15999"/>
                    <a:pt x="5510" y="15438"/>
                  </a:cubicBezTo>
                  <a:cubicBezTo>
                    <a:pt x="5487" y="15411"/>
                    <a:pt x="5460" y="15400"/>
                    <a:pt x="5433" y="15400"/>
                  </a:cubicBezTo>
                  <a:cubicBezTo>
                    <a:pt x="5404" y="15400"/>
                    <a:pt x="5375" y="15412"/>
                    <a:pt x="5353" y="15432"/>
                  </a:cubicBezTo>
                  <a:cubicBezTo>
                    <a:pt x="5311" y="15435"/>
                    <a:pt x="5269" y="15473"/>
                    <a:pt x="5287" y="15524"/>
                  </a:cubicBezTo>
                  <a:cubicBezTo>
                    <a:pt x="5448" y="15965"/>
                    <a:pt x="4744" y="16094"/>
                    <a:pt x="4241" y="16094"/>
                  </a:cubicBezTo>
                  <a:cubicBezTo>
                    <a:pt x="4050" y="16094"/>
                    <a:pt x="3888" y="16075"/>
                    <a:pt x="3814" y="16048"/>
                  </a:cubicBezTo>
                  <a:cubicBezTo>
                    <a:pt x="3303" y="15863"/>
                    <a:pt x="3118" y="15410"/>
                    <a:pt x="3182" y="14907"/>
                  </a:cubicBezTo>
                  <a:cubicBezTo>
                    <a:pt x="3184" y="14883"/>
                    <a:pt x="3180" y="14866"/>
                    <a:pt x="3173" y="14850"/>
                  </a:cubicBezTo>
                  <a:cubicBezTo>
                    <a:pt x="3270" y="14785"/>
                    <a:pt x="3206" y="14622"/>
                    <a:pt x="3097" y="14622"/>
                  </a:cubicBezTo>
                  <a:cubicBezTo>
                    <a:pt x="3085" y="14622"/>
                    <a:pt x="3073" y="14624"/>
                    <a:pt x="3061" y="14627"/>
                  </a:cubicBezTo>
                  <a:cubicBezTo>
                    <a:pt x="2801" y="14707"/>
                    <a:pt x="2528" y="14749"/>
                    <a:pt x="2262" y="14749"/>
                  </a:cubicBezTo>
                  <a:cubicBezTo>
                    <a:pt x="1463" y="14749"/>
                    <a:pt x="715" y="14370"/>
                    <a:pt x="484" y="13475"/>
                  </a:cubicBezTo>
                  <a:cubicBezTo>
                    <a:pt x="218" y="12450"/>
                    <a:pt x="997" y="11528"/>
                    <a:pt x="1971" y="11528"/>
                  </a:cubicBezTo>
                  <a:cubicBezTo>
                    <a:pt x="2121" y="11528"/>
                    <a:pt x="2275" y="11550"/>
                    <a:pt x="2430" y="11597"/>
                  </a:cubicBezTo>
                  <a:cubicBezTo>
                    <a:pt x="2440" y="11599"/>
                    <a:pt x="2449" y="11601"/>
                    <a:pt x="2457" y="11601"/>
                  </a:cubicBezTo>
                  <a:cubicBezTo>
                    <a:pt x="2544" y="11601"/>
                    <a:pt x="2568" y="11467"/>
                    <a:pt x="2476" y="11432"/>
                  </a:cubicBezTo>
                  <a:cubicBezTo>
                    <a:pt x="2436" y="11416"/>
                    <a:pt x="2396" y="11405"/>
                    <a:pt x="2357" y="11392"/>
                  </a:cubicBezTo>
                  <a:cubicBezTo>
                    <a:pt x="1897" y="10498"/>
                    <a:pt x="2093" y="9261"/>
                    <a:pt x="3074" y="8796"/>
                  </a:cubicBezTo>
                  <a:cubicBezTo>
                    <a:pt x="3295" y="8692"/>
                    <a:pt x="3525" y="8644"/>
                    <a:pt x="3753" y="8644"/>
                  </a:cubicBezTo>
                  <a:cubicBezTo>
                    <a:pt x="4510" y="8644"/>
                    <a:pt x="5239" y="9171"/>
                    <a:pt x="5494" y="9905"/>
                  </a:cubicBezTo>
                  <a:cubicBezTo>
                    <a:pt x="5507" y="9944"/>
                    <a:pt x="5532" y="9968"/>
                    <a:pt x="5561" y="9984"/>
                  </a:cubicBezTo>
                  <a:cubicBezTo>
                    <a:pt x="5566" y="10036"/>
                    <a:pt x="5616" y="10067"/>
                    <a:pt x="5662" y="10067"/>
                  </a:cubicBezTo>
                  <a:cubicBezTo>
                    <a:pt x="5699" y="10067"/>
                    <a:pt x="5733" y="10047"/>
                    <a:pt x="5740" y="10002"/>
                  </a:cubicBezTo>
                  <a:cubicBezTo>
                    <a:pt x="5743" y="9980"/>
                    <a:pt x="5750" y="9962"/>
                    <a:pt x="5752" y="9940"/>
                  </a:cubicBezTo>
                  <a:cubicBezTo>
                    <a:pt x="5768" y="9918"/>
                    <a:pt x="5772" y="9890"/>
                    <a:pt x="5769" y="9858"/>
                  </a:cubicBezTo>
                  <a:cubicBezTo>
                    <a:pt x="5984" y="8846"/>
                    <a:pt x="6817" y="8402"/>
                    <a:pt x="7715" y="8402"/>
                  </a:cubicBezTo>
                  <a:close/>
                  <a:moveTo>
                    <a:pt x="13539" y="1"/>
                  </a:moveTo>
                  <a:cubicBezTo>
                    <a:pt x="12671" y="1"/>
                    <a:pt x="11840" y="120"/>
                    <a:pt x="11155" y="346"/>
                  </a:cubicBezTo>
                  <a:cubicBezTo>
                    <a:pt x="7706" y="1480"/>
                    <a:pt x="5409" y="5031"/>
                    <a:pt x="5914" y="8647"/>
                  </a:cubicBezTo>
                  <a:cubicBezTo>
                    <a:pt x="5919" y="8686"/>
                    <a:pt x="5951" y="8703"/>
                    <a:pt x="5984" y="8703"/>
                  </a:cubicBezTo>
                  <a:cubicBezTo>
                    <a:pt x="6005" y="8703"/>
                    <a:pt x="6025" y="8697"/>
                    <a:pt x="6041" y="8684"/>
                  </a:cubicBezTo>
                  <a:cubicBezTo>
                    <a:pt x="6058" y="8672"/>
                    <a:pt x="6068" y="8651"/>
                    <a:pt x="6067" y="8626"/>
                  </a:cubicBezTo>
                  <a:cubicBezTo>
                    <a:pt x="5873" y="5259"/>
                    <a:pt x="7659" y="1960"/>
                    <a:pt x="10892" y="732"/>
                  </a:cubicBezTo>
                  <a:cubicBezTo>
                    <a:pt x="11776" y="397"/>
                    <a:pt x="12722" y="224"/>
                    <a:pt x="13666" y="224"/>
                  </a:cubicBezTo>
                  <a:cubicBezTo>
                    <a:pt x="14359" y="224"/>
                    <a:pt x="15051" y="317"/>
                    <a:pt x="15719" y="506"/>
                  </a:cubicBezTo>
                  <a:cubicBezTo>
                    <a:pt x="17609" y="1042"/>
                    <a:pt x="19469" y="2487"/>
                    <a:pt x="19216" y="4656"/>
                  </a:cubicBezTo>
                  <a:cubicBezTo>
                    <a:pt x="19212" y="4683"/>
                    <a:pt x="19217" y="4705"/>
                    <a:pt x="19226" y="4723"/>
                  </a:cubicBezTo>
                  <a:cubicBezTo>
                    <a:pt x="19145" y="4814"/>
                    <a:pt x="19070" y="4915"/>
                    <a:pt x="19014" y="5014"/>
                  </a:cubicBezTo>
                  <a:cubicBezTo>
                    <a:pt x="18890" y="4736"/>
                    <a:pt x="18688" y="4513"/>
                    <a:pt x="18439" y="4355"/>
                  </a:cubicBezTo>
                  <a:cubicBezTo>
                    <a:pt x="18231" y="2173"/>
                    <a:pt x="15882" y="1389"/>
                    <a:pt x="13807" y="1389"/>
                  </a:cubicBezTo>
                  <a:cubicBezTo>
                    <a:pt x="13124" y="1389"/>
                    <a:pt x="12470" y="1474"/>
                    <a:pt x="11932" y="1622"/>
                  </a:cubicBezTo>
                  <a:cubicBezTo>
                    <a:pt x="9058" y="2414"/>
                    <a:pt x="6963" y="5132"/>
                    <a:pt x="7244" y="8142"/>
                  </a:cubicBezTo>
                  <a:cubicBezTo>
                    <a:pt x="6777" y="8205"/>
                    <a:pt x="6353" y="8381"/>
                    <a:pt x="6047" y="8689"/>
                  </a:cubicBezTo>
                  <a:cubicBezTo>
                    <a:pt x="5844" y="8894"/>
                    <a:pt x="5692" y="9155"/>
                    <a:pt x="5617" y="9477"/>
                  </a:cubicBezTo>
                  <a:cubicBezTo>
                    <a:pt x="5252" y="8798"/>
                    <a:pt x="4502" y="8343"/>
                    <a:pt x="3737" y="8343"/>
                  </a:cubicBezTo>
                  <a:cubicBezTo>
                    <a:pt x="3473" y="8343"/>
                    <a:pt x="3207" y="8397"/>
                    <a:pt x="2955" y="8515"/>
                  </a:cubicBezTo>
                  <a:cubicBezTo>
                    <a:pt x="1941" y="8990"/>
                    <a:pt x="1517" y="10377"/>
                    <a:pt x="2084" y="11330"/>
                  </a:cubicBezTo>
                  <a:cubicBezTo>
                    <a:pt x="2009" y="11320"/>
                    <a:pt x="1934" y="11315"/>
                    <a:pt x="1860" y="11315"/>
                  </a:cubicBezTo>
                  <a:cubicBezTo>
                    <a:pt x="843" y="11315"/>
                    <a:pt x="1" y="12252"/>
                    <a:pt x="173" y="13351"/>
                  </a:cubicBezTo>
                  <a:cubicBezTo>
                    <a:pt x="336" y="14401"/>
                    <a:pt x="1272" y="15053"/>
                    <a:pt x="2251" y="15053"/>
                  </a:cubicBezTo>
                  <a:cubicBezTo>
                    <a:pt x="2474" y="15053"/>
                    <a:pt x="2699" y="15019"/>
                    <a:pt x="2918" y="14948"/>
                  </a:cubicBezTo>
                  <a:lnTo>
                    <a:pt x="2918" y="14948"/>
                  </a:lnTo>
                  <a:cubicBezTo>
                    <a:pt x="2701" y="15648"/>
                    <a:pt x="3386" y="16296"/>
                    <a:pt x="4041" y="16375"/>
                  </a:cubicBezTo>
                  <a:cubicBezTo>
                    <a:pt x="4075" y="16379"/>
                    <a:pt x="4114" y="16381"/>
                    <a:pt x="4158" y="16381"/>
                  </a:cubicBezTo>
                  <a:cubicBezTo>
                    <a:pt x="4559" y="16381"/>
                    <a:pt x="5342" y="16209"/>
                    <a:pt x="5478" y="15825"/>
                  </a:cubicBezTo>
                  <a:cubicBezTo>
                    <a:pt x="5910" y="16437"/>
                    <a:pt x="6557" y="16705"/>
                    <a:pt x="7216" y="16705"/>
                  </a:cubicBezTo>
                  <a:cubicBezTo>
                    <a:pt x="8483" y="16705"/>
                    <a:pt x="9791" y="15712"/>
                    <a:pt x="9688" y="14256"/>
                  </a:cubicBezTo>
                  <a:lnTo>
                    <a:pt x="9688" y="14256"/>
                  </a:lnTo>
                  <a:cubicBezTo>
                    <a:pt x="9920" y="14338"/>
                    <a:pt x="10167" y="14377"/>
                    <a:pt x="10419" y="14377"/>
                  </a:cubicBezTo>
                  <a:cubicBezTo>
                    <a:pt x="11519" y="14377"/>
                    <a:pt x="12686" y="13633"/>
                    <a:pt x="12835" y="12522"/>
                  </a:cubicBezTo>
                  <a:cubicBezTo>
                    <a:pt x="12953" y="11631"/>
                    <a:pt x="12094" y="10402"/>
                    <a:pt x="11192" y="10402"/>
                  </a:cubicBezTo>
                  <a:cubicBezTo>
                    <a:pt x="11008" y="10402"/>
                    <a:pt x="10822" y="10454"/>
                    <a:pt x="10642" y="10570"/>
                  </a:cubicBezTo>
                  <a:cubicBezTo>
                    <a:pt x="10641" y="10527"/>
                    <a:pt x="10636" y="10485"/>
                    <a:pt x="10633" y="10442"/>
                  </a:cubicBezTo>
                  <a:lnTo>
                    <a:pt x="10633" y="10442"/>
                  </a:lnTo>
                  <a:cubicBezTo>
                    <a:pt x="10644" y="10449"/>
                    <a:pt x="10656" y="10451"/>
                    <a:pt x="10669" y="10451"/>
                  </a:cubicBezTo>
                  <a:cubicBezTo>
                    <a:pt x="10710" y="10451"/>
                    <a:pt x="10751" y="10417"/>
                    <a:pt x="10738" y="10360"/>
                  </a:cubicBezTo>
                  <a:cubicBezTo>
                    <a:pt x="10415" y="8750"/>
                    <a:pt x="10310" y="6864"/>
                    <a:pt x="11512" y="5555"/>
                  </a:cubicBezTo>
                  <a:cubicBezTo>
                    <a:pt x="12018" y="5003"/>
                    <a:pt x="12764" y="4701"/>
                    <a:pt x="13466" y="4701"/>
                  </a:cubicBezTo>
                  <a:cubicBezTo>
                    <a:pt x="14376" y="4701"/>
                    <a:pt x="15213" y="5207"/>
                    <a:pt x="15368" y="6335"/>
                  </a:cubicBezTo>
                  <a:cubicBezTo>
                    <a:pt x="15371" y="6351"/>
                    <a:pt x="15376" y="6363"/>
                    <a:pt x="15384" y="6374"/>
                  </a:cubicBezTo>
                  <a:cubicBezTo>
                    <a:pt x="15336" y="6369"/>
                    <a:pt x="15289" y="6367"/>
                    <a:pt x="15242" y="6367"/>
                  </a:cubicBezTo>
                  <a:cubicBezTo>
                    <a:pt x="14592" y="6367"/>
                    <a:pt x="13983" y="6785"/>
                    <a:pt x="13898" y="7533"/>
                  </a:cubicBezTo>
                  <a:cubicBezTo>
                    <a:pt x="13820" y="8225"/>
                    <a:pt x="14397" y="8881"/>
                    <a:pt x="15061" y="8881"/>
                  </a:cubicBezTo>
                  <a:cubicBezTo>
                    <a:pt x="15132" y="8881"/>
                    <a:pt x="15203" y="8874"/>
                    <a:pt x="15275" y="8858"/>
                  </a:cubicBezTo>
                  <a:lnTo>
                    <a:pt x="15275" y="8858"/>
                  </a:lnTo>
                  <a:cubicBezTo>
                    <a:pt x="14699" y="9315"/>
                    <a:pt x="14893" y="10427"/>
                    <a:pt x="15425" y="10877"/>
                  </a:cubicBezTo>
                  <a:cubicBezTo>
                    <a:pt x="15793" y="11187"/>
                    <a:pt x="16313" y="11340"/>
                    <a:pt x="16842" y="11340"/>
                  </a:cubicBezTo>
                  <a:cubicBezTo>
                    <a:pt x="17579" y="11340"/>
                    <a:pt x="18332" y="11043"/>
                    <a:pt x="18713" y="10465"/>
                  </a:cubicBezTo>
                  <a:cubicBezTo>
                    <a:pt x="19094" y="10949"/>
                    <a:pt x="19677" y="11270"/>
                    <a:pt x="20292" y="11270"/>
                  </a:cubicBezTo>
                  <a:cubicBezTo>
                    <a:pt x="20435" y="11270"/>
                    <a:pt x="20579" y="11253"/>
                    <a:pt x="20723" y="11216"/>
                  </a:cubicBezTo>
                  <a:cubicBezTo>
                    <a:pt x="21210" y="11094"/>
                    <a:pt x="21620" y="10647"/>
                    <a:pt x="21535" y="10200"/>
                  </a:cubicBezTo>
                  <a:lnTo>
                    <a:pt x="21535" y="10200"/>
                  </a:lnTo>
                  <a:cubicBezTo>
                    <a:pt x="21930" y="10435"/>
                    <a:pt x="22382" y="10557"/>
                    <a:pt x="22824" y="10557"/>
                  </a:cubicBezTo>
                  <a:cubicBezTo>
                    <a:pt x="23611" y="10557"/>
                    <a:pt x="24365" y="10169"/>
                    <a:pt x="24709" y="9334"/>
                  </a:cubicBezTo>
                  <a:cubicBezTo>
                    <a:pt x="25233" y="8066"/>
                    <a:pt x="24239" y="6720"/>
                    <a:pt x="22932" y="6720"/>
                  </a:cubicBezTo>
                  <a:cubicBezTo>
                    <a:pt x="22931" y="6720"/>
                    <a:pt x="22930" y="6720"/>
                    <a:pt x="22929" y="6720"/>
                  </a:cubicBezTo>
                  <a:cubicBezTo>
                    <a:pt x="23810" y="5718"/>
                    <a:pt x="23169" y="4150"/>
                    <a:pt x="21874" y="3783"/>
                  </a:cubicBezTo>
                  <a:cubicBezTo>
                    <a:pt x="21680" y="3729"/>
                    <a:pt x="21485" y="3704"/>
                    <a:pt x="21290" y="3704"/>
                  </a:cubicBezTo>
                  <a:cubicBezTo>
                    <a:pt x="20705" y="3704"/>
                    <a:pt x="20131" y="3935"/>
                    <a:pt x="19669" y="4306"/>
                  </a:cubicBezTo>
                  <a:cubicBezTo>
                    <a:pt x="19626" y="4341"/>
                    <a:pt x="19573" y="4384"/>
                    <a:pt x="19516" y="4435"/>
                  </a:cubicBezTo>
                  <a:cubicBezTo>
                    <a:pt x="19725" y="1317"/>
                    <a:pt x="16423" y="1"/>
                    <a:pt x="13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2;p64"/>
            <p:cNvSpPr/>
            <p:nvPr/>
          </p:nvSpPr>
          <p:spPr>
            <a:xfrm>
              <a:off x="4281475" y="843875"/>
              <a:ext cx="270325" cy="176375"/>
            </a:xfrm>
            <a:custGeom>
              <a:avLst/>
              <a:gdLst/>
              <a:ahLst/>
              <a:cxnLst/>
              <a:rect l="l" t="t" r="r" b="b"/>
              <a:pathLst>
                <a:path w="10813" h="7055" extrusionOk="0">
                  <a:moveTo>
                    <a:pt x="7369" y="3141"/>
                  </a:moveTo>
                  <a:cubicBezTo>
                    <a:pt x="7730" y="3141"/>
                    <a:pt x="7870" y="3587"/>
                    <a:pt x="7675" y="3855"/>
                  </a:cubicBezTo>
                  <a:cubicBezTo>
                    <a:pt x="7587" y="3976"/>
                    <a:pt x="7454" y="4033"/>
                    <a:pt x="7322" y="4033"/>
                  </a:cubicBezTo>
                  <a:cubicBezTo>
                    <a:pt x="7134" y="4033"/>
                    <a:pt x="6947" y="3918"/>
                    <a:pt x="6893" y="3708"/>
                  </a:cubicBezTo>
                  <a:cubicBezTo>
                    <a:pt x="6841" y="3516"/>
                    <a:pt x="6965" y="3318"/>
                    <a:pt x="7136" y="3240"/>
                  </a:cubicBezTo>
                  <a:cubicBezTo>
                    <a:pt x="7183" y="3188"/>
                    <a:pt x="7248" y="3150"/>
                    <a:pt x="7335" y="3143"/>
                  </a:cubicBezTo>
                  <a:cubicBezTo>
                    <a:pt x="7347" y="3142"/>
                    <a:pt x="7358" y="3141"/>
                    <a:pt x="7369" y="3141"/>
                  </a:cubicBezTo>
                  <a:close/>
                  <a:moveTo>
                    <a:pt x="2954" y="3735"/>
                  </a:moveTo>
                  <a:cubicBezTo>
                    <a:pt x="2976" y="3735"/>
                    <a:pt x="2992" y="3745"/>
                    <a:pt x="3002" y="3759"/>
                  </a:cubicBezTo>
                  <a:cubicBezTo>
                    <a:pt x="3025" y="3754"/>
                    <a:pt x="3050" y="3751"/>
                    <a:pt x="3074" y="3751"/>
                  </a:cubicBezTo>
                  <a:cubicBezTo>
                    <a:pt x="3123" y="3751"/>
                    <a:pt x="3175" y="3762"/>
                    <a:pt x="3225" y="3789"/>
                  </a:cubicBezTo>
                  <a:cubicBezTo>
                    <a:pt x="3556" y="3967"/>
                    <a:pt x="3479" y="4414"/>
                    <a:pt x="3183" y="4582"/>
                  </a:cubicBezTo>
                  <a:cubicBezTo>
                    <a:pt x="3103" y="4627"/>
                    <a:pt x="3015" y="4649"/>
                    <a:pt x="2928" y="4649"/>
                  </a:cubicBezTo>
                  <a:cubicBezTo>
                    <a:pt x="2728" y="4649"/>
                    <a:pt x="2542" y="4530"/>
                    <a:pt x="2507" y="4301"/>
                  </a:cubicBezTo>
                  <a:cubicBezTo>
                    <a:pt x="2465" y="4029"/>
                    <a:pt x="2668" y="3746"/>
                    <a:pt x="2950" y="3735"/>
                  </a:cubicBezTo>
                  <a:cubicBezTo>
                    <a:pt x="2951" y="3735"/>
                    <a:pt x="2953" y="3735"/>
                    <a:pt x="2954" y="3735"/>
                  </a:cubicBezTo>
                  <a:close/>
                  <a:moveTo>
                    <a:pt x="6250" y="4339"/>
                  </a:moveTo>
                  <a:cubicBezTo>
                    <a:pt x="6308" y="4339"/>
                    <a:pt x="6367" y="4390"/>
                    <a:pt x="6348" y="4459"/>
                  </a:cubicBezTo>
                  <a:cubicBezTo>
                    <a:pt x="6199" y="4968"/>
                    <a:pt x="5760" y="5211"/>
                    <a:pt x="5312" y="5211"/>
                  </a:cubicBezTo>
                  <a:cubicBezTo>
                    <a:pt x="4848" y="5211"/>
                    <a:pt x="4374" y="4950"/>
                    <a:pt x="4205" y="4455"/>
                  </a:cubicBezTo>
                  <a:cubicBezTo>
                    <a:pt x="4189" y="4408"/>
                    <a:pt x="4231" y="4373"/>
                    <a:pt x="4272" y="4373"/>
                  </a:cubicBezTo>
                  <a:cubicBezTo>
                    <a:pt x="4293" y="4373"/>
                    <a:pt x="4314" y="4383"/>
                    <a:pt x="4325" y="4406"/>
                  </a:cubicBezTo>
                  <a:cubicBezTo>
                    <a:pt x="4513" y="4756"/>
                    <a:pt x="4834" y="5029"/>
                    <a:pt x="5249" y="5029"/>
                  </a:cubicBezTo>
                  <a:cubicBezTo>
                    <a:pt x="5254" y="5029"/>
                    <a:pt x="5258" y="5028"/>
                    <a:pt x="5263" y="5028"/>
                  </a:cubicBezTo>
                  <a:cubicBezTo>
                    <a:pt x="5697" y="5023"/>
                    <a:pt x="5971" y="4733"/>
                    <a:pt x="6173" y="4385"/>
                  </a:cubicBezTo>
                  <a:cubicBezTo>
                    <a:pt x="6191" y="4353"/>
                    <a:pt x="6221" y="4339"/>
                    <a:pt x="6250" y="4339"/>
                  </a:cubicBezTo>
                  <a:close/>
                  <a:moveTo>
                    <a:pt x="7211" y="1"/>
                  </a:moveTo>
                  <a:cubicBezTo>
                    <a:pt x="6850" y="1"/>
                    <a:pt x="6492" y="97"/>
                    <a:pt x="6161" y="279"/>
                  </a:cubicBezTo>
                  <a:cubicBezTo>
                    <a:pt x="5894" y="426"/>
                    <a:pt x="4928" y="1079"/>
                    <a:pt x="5128" y="1507"/>
                  </a:cubicBezTo>
                  <a:cubicBezTo>
                    <a:pt x="5148" y="1549"/>
                    <a:pt x="5125" y="1591"/>
                    <a:pt x="5091" y="1604"/>
                  </a:cubicBezTo>
                  <a:cubicBezTo>
                    <a:pt x="5063" y="1639"/>
                    <a:pt x="5017" y="1658"/>
                    <a:pt x="4972" y="1658"/>
                  </a:cubicBezTo>
                  <a:cubicBezTo>
                    <a:pt x="4915" y="1658"/>
                    <a:pt x="4861" y="1628"/>
                    <a:pt x="4852" y="1563"/>
                  </a:cubicBezTo>
                  <a:cubicBezTo>
                    <a:pt x="4719" y="730"/>
                    <a:pt x="4172" y="401"/>
                    <a:pt x="3579" y="401"/>
                  </a:cubicBezTo>
                  <a:cubicBezTo>
                    <a:pt x="2515" y="401"/>
                    <a:pt x="1299" y="1458"/>
                    <a:pt x="2033" y="2576"/>
                  </a:cubicBezTo>
                  <a:cubicBezTo>
                    <a:pt x="2076" y="2640"/>
                    <a:pt x="2016" y="2708"/>
                    <a:pt x="1954" y="2708"/>
                  </a:cubicBezTo>
                  <a:cubicBezTo>
                    <a:pt x="1933" y="2708"/>
                    <a:pt x="1912" y="2701"/>
                    <a:pt x="1895" y="2683"/>
                  </a:cubicBezTo>
                  <a:lnTo>
                    <a:pt x="1885" y="2673"/>
                  </a:lnTo>
                  <a:cubicBezTo>
                    <a:pt x="1706" y="2598"/>
                    <a:pt x="1513" y="2560"/>
                    <a:pt x="1323" y="2560"/>
                  </a:cubicBezTo>
                  <a:cubicBezTo>
                    <a:pt x="793" y="2560"/>
                    <a:pt x="285" y="2853"/>
                    <a:pt x="156" y="3430"/>
                  </a:cubicBezTo>
                  <a:cubicBezTo>
                    <a:pt x="1" y="4130"/>
                    <a:pt x="530" y="4600"/>
                    <a:pt x="1153" y="4600"/>
                  </a:cubicBezTo>
                  <a:cubicBezTo>
                    <a:pt x="1224" y="4600"/>
                    <a:pt x="1296" y="4594"/>
                    <a:pt x="1368" y="4582"/>
                  </a:cubicBezTo>
                  <a:cubicBezTo>
                    <a:pt x="1375" y="4581"/>
                    <a:pt x="1382" y="4580"/>
                    <a:pt x="1388" y="4580"/>
                  </a:cubicBezTo>
                  <a:cubicBezTo>
                    <a:pt x="1460" y="4580"/>
                    <a:pt x="1517" y="4649"/>
                    <a:pt x="1511" y="4709"/>
                  </a:cubicBezTo>
                  <a:cubicBezTo>
                    <a:pt x="1538" y="4702"/>
                    <a:pt x="1561" y="4692"/>
                    <a:pt x="1590" y="4683"/>
                  </a:cubicBezTo>
                  <a:cubicBezTo>
                    <a:pt x="1594" y="4682"/>
                    <a:pt x="1599" y="4682"/>
                    <a:pt x="1603" y="4682"/>
                  </a:cubicBezTo>
                  <a:cubicBezTo>
                    <a:pt x="1661" y="4682"/>
                    <a:pt x="1710" y="4757"/>
                    <a:pt x="1657" y="4801"/>
                  </a:cubicBezTo>
                  <a:cubicBezTo>
                    <a:pt x="972" y="5379"/>
                    <a:pt x="978" y="6383"/>
                    <a:pt x="1830" y="6833"/>
                  </a:cubicBezTo>
                  <a:cubicBezTo>
                    <a:pt x="2114" y="6983"/>
                    <a:pt x="2440" y="7054"/>
                    <a:pt x="2770" y="7054"/>
                  </a:cubicBezTo>
                  <a:cubicBezTo>
                    <a:pt x="3452" y="7054"/>
                    <a:pt x="4151" y="6750"/>
                    <a:pt x="4526" y="6212"/>
                  </a:cubicBezTo>
                  <a:cubicBezTo>
                    <a:pt x="4551" y="6177"/>
                    <a:pt x="4582" y="6159"/>
                    <a:pt x="4614" y="6154"/>
                  </a:cubicBezTo>
                  <a:cubicBezTo>
                    <a:pt x="4639" y="6136"/>
                    <a:pt x="4669" y="6126"/>
                    <a:pt x="4700" y="6126"/>
                  </a:cubicBezTo>
                  <a:cubicBezTo>
                    <a:pt x="4741" y="6126"/>
                    <a:pt x="4782" y="6144"/>
                    <a:pt x="4811" y="6188"/>
                  </a:cubicBezTo>
                  <a:cubicBezTo>
                    <a:pt x="5080" y="6586"/>
                    <a:pt x="5468" y="6863"/>
                    <a:pt x="5938" y="6961"/>
                  </a:cubicBezTo>
                  <a:cubicBezTo>
                    <a:pt x="6001" y="6974"/>
                    <a:pt x="6075" y="6980"/>
                    <a:pt x="6156" y="6980"/>
                  </a:cubicBezTo>
                  <a:cubicBezTo>
                    <a:pt x="6722" y="6980"/>
                    <a:pt x="7620" y="6661"/>
                    <a:pt x="7261" y="6033"/>
                  </a:cubicBezTo>
                  <a:cubicBezTo>
                    <a:pt x="7203" y="5987"/>
                    <a:pt x="7142" y="5940"/>
                    <a:pt x="7089" y="5889"/>
                  </a:cubicBezTo>
                  <a:cubicBezTo>
                    <a:pt x="6980" y="5791"/>
                    <a:pt x="7080" y="5655"/>
                    <a:pt x="7194" y="5655"/>
                  </a:cubicBezTo>
                  <a:cubicBezTo>
                    <a:pt x="7226" y="5655"/>
                    <a:pt x="7258" y="5665"/>
                    <a:pt x="7287" y="5689"/>
                  </a:cubicBezTo>
                  <a:cubicBezTo>
                    <a:pt x="7719" y="6040"/>
                    <a:pt x="8288" y="6242"/>
                    <a:pt x="8830" y="6242"/>
                  </a:cubicBezTo>
                  <a:cubicBezTo>
                    <a:pt x="9544" y="6242"/>
                    <a:pt x="10211" y="5893"/>
                    <a:pt x="10458" y="5074"/>
                  </a:cubicBezTo>
                  <a:cubicBezTo>
                    <a:pt x="10812" y="3899"/>
                    <a:pt x="9821" y="2941"/>
                    <a:pt x="8697" y="2941"/>
                  </a:cubicBezTo>
                  <a:cubicBezTo>
                    <a:pt x="8684" y="2941"/>
                    <a:pt x="8672" y="2941"/>
                    <a:pt x="8659" y="2942"/>
                  </a:cubicBezTo>
                  <a:cubicBezTo>
                    <a:pt x="8653" y="2947"/>
                    <a:pt x="8646" y="2951"/>
                    <a:pt x="8641" y="2952"/>
                  </a:cubicBezTo>
                  <a:cubicBezTo>
                    <a:pt x="8610" y="2977"/>
                    <a:pt x="8577" y="2987"/>
                    <a:pt x="8544" y="2987"/>
                  </a:cubicBezTo>
                  <a:cubicBezTo>
                    <a:pt x="8420" y="2987"/>
                    <a:pt x="8312" y="2836"/>
                    <a:pt x="8431" y="2743"/>
                  </a:cubicBezTo>
                  <a:cubicBezTo>
                    <a:pt x="9404" y="1974"/>
                    <a:pt x="9047" y="563"/>
                    <a:pt x="7941" y="137"/>
                  </a:cubicBezTo>
                  <a:cubicBezTo>
                    <a:pt x="7702" y="45"/>
                    <a:pt x="7456" y="1"/>
                    <a:pt x="7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3;p64"/>
            <p:cNvSpPr/>
            <p:nvPr/>
          </p:nvSpPr>
          <p:spPr>
            <a:xfrm>
              <a:off x="4452500" y="922400"/>
              <a:ext cx="25750" cy="22300"/>
            </a:xfrm>
            <a:custGeom>
              <a:avLst/>
              <a:gdLst/>
              <a:ahLst/>
              <a:cxnLst/>
              <a:rect l="l" t="t" r="r" b="b"/>
              <a:pathLst>
                <a:path w="1030" h="892" extrusionOk="0">
                  <a:moveTo>
                    <a:pt x="526" y="1"/>
                  </a:moveTo>
                  <a:cubicBezTo>
                    <a:pt x="516" y="1"/>
                    <a:pt x="505" y="1"/>
                    <a:pt x="494" y="2"/>
                  </a:cubicBezTo>
                  <a:cubicBezTo>
                    <a:pt x="407" y="9"/>
                    <a:pt x="342" y="47"/>
                    <a:pt x="295" y="99"/>
                  </a:cubicBezTo>
                  <a:cubicBezTo>
                    <a:pt x="124" y="175"/>
                    <a:pt x="1" y="375"/>
                    <a:pt x="52" y="567"/>
                  </a:cubicBezTo>
                  <a:cubicBezTo>
                    <a:pt x="107" y="777"/>
                    <a:pt x="294" y="892"/>
                    <a:pt x="481" y="892"/>
                  </a:cubicBezTo>
                  <a:cubicBezTo>
                    <a:pt x="614" y="892"/>
                    <a:pt x="746" y="835"/>
                    <a:pt x="834" y="714"/>
                  </a:cubicBezTo>
                  <a:cubicBezTo>
                    <a:pt x="1029" y="446"/>
                    <a:pt x="888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4;p64"/>
            <p:cNvSpPr/>
            <p:nvPr/>
          </p:nvSpPr>
          <p:spPr>
            <a:xfrm>
              <a:off x="4386250" y="952375"/>
              <a:ext cx="54425" cy="21775"/>
            </a:xfrm>
            <a:custGeom>
              <a:avLst/>
              <a:gdLst/>
              <a:ahLst/>
              <a:cxnLst/>
              <a:rect l="l" t="t" r="r" b="b"/>
              <a:pathLst>
                <a:path w="2177" h="871" extrusionOk="0">
                  <a:moveTo>
                    <a:pt x="2061" y="0"/>
                  </a:moveTo>
                  <a:cubicBezTo>
                    <a:pt x="2031" y="0"/>
                    <a:pt x="2001" y="14"/>
                    <a:pt x="1983" y="45"/>
                  </a:cubicBezTo>
                  <a:cubicBezTo>
                    <a:pt x="1781" y="393"/>
                    <a:pt x="1507" y="683"/>
                    <a:pt x="1075" y="688"/>
                  </a:cubicBezTo>
                  <a:cubicBezTo>
                    <a:pt x="1070" y="688"/>
                    <a:pt x="1066" y="689"/>
                    <a:pt x="1061" y="689"/>
                  </a:cubicBezTo>
                  <a:cubicBezTo>
                    <a:pt x="645" y="689"/>
                    <a:pt x="326" y="416"/>
                    <a:pt x="137" y="66"/>
                  </a:cubicBezTo>
                  <a:cubicBezTo>
                    <a:pt x="126" y="42"/>
                    <a:pt x="105" y="33"/>
                    <a:pt x="83" y="33"/>
                  </a:cubicBezTo>
                  <a:cubicBezTo>
                    <a:pt x="43" y="33"/>
                    <a:pt x="1" y="68"/>
                    <a:pt x="17" y="115"/>
                  </a:cubicBezTo>
                  <a:cubicBezTo>
                    <a:pt x="185" y="610"/>
                    <a:pt x="658" y="871"/>
                    <a:pt x="1123" y="871"/>
                  </a:cubicBezTo>
                  <a:cubicBezTo>
                    <a:pt x="1570" y="871"/>
                    <a:pt x="2010" y="628"/>
                    <a:pt x="2158" y="119"/>
                  </a:cubicBezTo>
                  <a:cubicBezTo>
                    <a:pt x="2176" y="50"/>
                    <a:pt x="2118" y="0"/>
                    <a:pt x="20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5;p64"/>
            <p:cNvSpPr/>
            <p:nvPr/>
          </p:nvSpPr>
          <p:spPr>
            <a:xfrm>
              <a:off x="4077550" y="749375"/>
              <a:ext cx="339925" cy="211675"/>
            </a:xfrm>
            <a:custGeom>
              <a:avLst/>
              <a:gdLst/>
              <a:ahLst/>
              <a:cxnLst/>
              <a:rect l="l" t="t" r="r" b="b"/>
              <a:pathLst>
                <a:path w="13597" h="8467" extrusionOk="0">
                  <a:moveTo>
                    <a:pt x="7793" y="1"/>
                  </a:moveTo>
                  <a:cubicBezTo>
                    <a:pt x="6848" y="1"/>
                    <a:pt x="5902" y="173"/>
                    <a:pt x="5019" y="507"/>
                  </a:cubicBezTo>
                  <a:cubicBezTo>
                    <a:pt x="1785" y="1735"/>
                    <a:pt x="0" y="5034"/>
                    <a:pt x="193" y="8401"/>
                  </a:cubicBezTo>
                  <a:cubicBezTo>
                    <a:pt x="194" y="8426"/>
                    <a:pt x="184" y="8446"/>
                    <a:pt x="167" y="8459"/>
                  </a:cubicBezTo>
                  <a:lnTo>
                    <a:pt x="173" y="8466"/>
                  </a:lnTo>
                  <a:cubicBezTo>
                    <a:pt x="478" y="8156"/>
                    <a:pt x="903" y="7981"/>
                    <a:pt x="1370" y="7918"/>
                  </a:cubicBezTo>
                  <a:cubicBezTo>
                    <a:pt x="1089" y="4909"/>
                    <a:pt x="3185" y="2190"/>
                    <a:pt x="6058" y="1398"/>
                  </a:cubicBezTo>
                  <a:cubicBezTo>
                    <a:pt x="6596" y="1250"/>
                    <a:pt x="7250" y="1166"/>
                    <a:pt x="7933" y="1166"/>
                  </a:cubicBezTo>
                  <a:cubicBezTo>
                    <a:pt x="10008" y="1166"/>
                    <a:pt x="12357" y="1949"/>
                    <a:pt x="12565" y="4131"/>
                  </a:cubicBezTo>
                  <a:cubicBezTo>
                    <a:pt x="12813" y="4289"/>
                    <a:pt x="13016" y="4514"/>
                    <a:pt x="13140" y="4790"/>
                  </a:cubicBezTo>
                  <a:cubicBezTo>
                    <a:pt x="13196" y="4691"/>
                    <a:pt x="13272" y="4591"/>
                    <a:pt x="13352" y="4499"/>
                  </a:cubicBezTo>
                  <a:cubicBezTo>
                    <a:pt x="13344" y="4481"/>
                    <a:pt x="13340" y="4459"/>
                    <a:pt x="13342" y="4432"/>
                  </a:cubicBezTo>
                  <a:cubicBezTo>
                    <a:pt x="13596" y="2265"/>
                    <a:pt x="11735" y="820"/>
                    <a:pt x="9845" y="282"/>
                  </a:cubicBezTo>
                  <a:cubicBezTo>
                    <a:pt x="9178" y="93"/>
                    <a:pt x="8485" y="1"/>
                    <a:pt x="77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6;p64"/>
            <p:cNvSpPr/>
            <p:nvPr/>
          </p:nvSpPr>
          <p:spPr>
            <a:xfrm>
              <a:off x="4113700" y="784700"/>
              <a:ext cx="271000" cy="164975"/>
            </a:xfrm>
            <a:custGeom>
              <a:avLst/>
              <a:gdLst/>
              <a:ahLst/>
              <a:cxnLst/>
              <a:rect l="l" t="t" r="r" b="b"/>
              <a:pathLst>
                <a:path w="10840" h="6599" extrusionOk="0">
                  <a:moveTo>
                    <a:pt x="6561" y="0"/>
                  </a:moveTo>
                  <a:cubicBezTo>
                    <a:pt x="5769" y="0"/>
                    <a:pt x="4987" y="128"/>
                    <a:pt x="4325" y="350"/>
                  </a:cubicBezTo>
                  <a:cubicBezTo>
                    <a:pt x="1694" y="1232"/>
                    <a:pt x="1" y="3738"/>
                    <a:pt x="104" y="6491"/>
                  </a:cubicBezTo>
                  <a:cubicBezTo>
                    <a:pt x="172" y="6486"/>
                    <a:pt x="240" y="6484"/>
                    <a:pt x="308" y="6484"/>
                  </a:cubicBezTo>
                  <a:cubicBezTo>
                    <a:pt x="594" y="6484"/>
                    <a:pt x="888" y="6523"/>
                    <a:pt x="1174" y="6599"/>
                  </a:cubicBezTo>
                  <a:lnTo>
                    <a:pt x="1181" y="6579"/>
                  </a:lnTo>
                  <a:cubicBezTo>
                    <a:pt x="1160" y="6574"/>
                    <a:pt x="1140" y="6556"/>
                    <a:pt x="1137" y="6528"/>
                  </a:cubicBezTo>
                  <a:cubicBezTo>
                    <a:pt x="823" y="4347"/>
                    <a:pt x="2111" y="2145"/>
                    <a:pt x="4125" y="1283"/>
                  </a:cubicBezTo>
                  <a:cubicBezTo>
                    <a:pt x="4761" y="1012"/>
                    <a:pt x="5504" y="862"/>
                    <a:pt x="6247" y="862"/>
                  </a:cubicBezTo>
                  <a:cubicBezTo>
                    <a:pt x="7602" y="862"/>
                    <a:pt x="8959" y="1360"/>
                    <a:pt x="9672" y="2527"/>
                  </a:cubicBezTo>
                  <a:cubicBezTo>
                    <a:pt x="9841" y="2476"/>
                    <a:pt x="10013" y="2451"/>
                    <a:pt x="10183" y="2451"/>
                  </a:cubicBezTo>
                  <a:cubicBezTo>
                    <a:pt x="10411" y="2451"/>
                    <a:pt x="10635" y="2495"/>
                    <a:pt x="10839" y="2578"/>
                  </a:cubicBezTo>
                  <a:cubicBezTo>
                    <a:pt x="10344" y="711"/>
                    <a:pt x="8427" y="0"/>
                    <a:pt x="6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7;p64"/>
            <p:cNvSpPr/>
            <p:nvPr/>
          </p:nvSpPr>
          <p:spPr>
            <a:xfrm>
              <a:off x="4343100" y="937250"/>
              <a:ext cx="27300" cy="22875"/>
            </a:xfrm>
            <a:custGeom>
              <a:avLst/>
              <a:gdLst/>
              <a:ahLst/>
              <a:cxnLst/>
              <a:rect l="l" t="t" r="r" b="b"/>
              <a:pathLst>
                <a:path w="1092" h="915" extrusionOk="0">
                  <a:moveTo>
                    <a:pt x="279" y="283"/>
                  </a:moveTo>
                  <a:lnTo>
                    <a:pt x="279" y="283"/>
                  </a:lnTo>
                  <a:cubicBezTo>
                    <a:pt x="268" y="337"/>
                    <a:pt x="273" y="393"/>
                    <a:pt x="299" y="443"/>
                  </a:cubicBezTo>
                  <a:cubicBezTo>
                    <a:pt x="283" y="451"/>
                    <a:pt x="274" y="471"/>
                    <a:pt x="273" y="489"/>
                  </a:cubicBezTo>
                  <a:lnTo>
                    <a:pt x="273" y="496"/>
                  </a:lnTo>
                  <a:lnTo>
                    <a:pt x="273" y="503"/>
                  </a:lnTo>
                  <a:cubicBezTo>
                    <a:pt x="276" y="530"/>
                    <a:pt x="292" y="554"/>
                    <a:pt x="320" y="556"/>
                  </a:cubicBezTo>
                  <a:cubicBezTo>
                    <a:pt x="335" y="562"/>
                    <a:pt x="351" y="568"/>
                    <a:pt x="367" y="574"/>
                  </a:cubicBezTo>
                  <a:cubicBezTo>
                    <a:pt x="377" y="578"/>
                    <a:pt x="386" y="580"/>
                    <a:pt x="395" y="580"/>
                  </a:cubicBezTo>
                  <a:cubicBezTo>
                    <a:pt x="409" y="580"/>
                    <a:pt x="422" y="575"/>
                    <a:pt x="431" y="567"/>
                  </a:cubicBezTo>
                  <a:cubicBezTo>
                    <a:pt x="470" y="587"/>
                    <a:pt x="512" y="597"/>
                    <a:pt x="553" y="597"/>
                  </a:cubicBezTo>
                  <a:cubicBezTo>
                    <a:pt x="617" y="597"/>
                    <a:pt x="680" y="573"/>
                    <a:pt x="725" y="532"/>
                  </a:cubicBezTo>
                  <a:lnTo>
                    <a:pt x="725" y="532"/>
                  </a:lnTo>
                  <a:cubicBezTo>
                    <a:pt x="679" y="617"/>
                    <a:pt x="583" y="681"/>
                    <a:pt x="494" y="695"/>
                  </a:cubicBezTo>
                  <a:cubicBezTo>
                    <a:pt x="475" y="698"/>
                    <a:pt x="457" y="700"/>
                    <a:pt x="440" y="700"/>
                  </a:cubicBezTo>
                  <a:cubicBezTo>
                    <a:pt x="232" y="700"/>
                    <a:pt x="190" y="448"/>
                    <a:pt x="279" y="283"/>
                  </a:cubicBezTo>
                  <a:close/>
                  <a:moveTo>
                    <a:pt x="489" y="0"/>
                  </a:moveTo>
                  <a:cubicBezTo>
                    <a:pt x="488" y="0"/>
                    <a:pt x="486" y="0"/>
                    <a:pt x="485" y="0"/>
                  </a:cubicBezTo>
                  <a:cubicBezTo>
                    <a:pt x="203" y="11"/>
                    <a:pt x="0" y="294"/>
                    <a:pt x="42" y="567"/>
                  </a:cubicBezTo>
                  <a:cubicBezTo>
                    <a:pt x="77" y="796"/>
                    <a:pt x="263" y="914"/>
                    <a:pt x="463" y="914"/>
                  </a:cubicBezTo>
                  <a:cubicBezTo>
                    <a:pt x="549" y="914"/>
                    <a:pt x="638" y="892"/>
                    <a:pt x="718" y="847"/>
                  </a:cubicBezTo>
                  <a:cubicBezTo>
                    <a:pt x="1013" y="681"/>
                    <a:pt x="1091" y="232"/>
                    <a:pt x="760" y="54"/>
                  </a:cubicBezTo>
                  <a:cubicBezTo>
                    <a:pt x="710" y="27"/>
                    <a:pt x="658" y="16"/>
                    <a:pt x="609" y="16"/>
                  </a:cubicBezTo>
                  <a:cubicBezTo>
                    <a:pt x="585" y="16"/>
                    <a:pt x="560" y="19"/>
                    <a:pt x="537" y="24"/>
                  </a:cubicBezTo>
                  <a:cubicBezTo>
                    <a:pt x="527" y="10"/>
                    <a:pt x="511" y="0"/>
                    <a:pt x="4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8;p64"/>
            <p:cNvSpPr/>
            <p:nvPr/>
          </p:nvSpPr>
          <p:spPr>
            <a:xfrm>
              <a:off x="4143050" y="812325"/>
              <a:ext cx="206475" cy="145350"/>
            </a:xfrm>
            <a:custGeom>
              <a:avLst/>
              <a:gdLst/>
              <a:ahLst/>
              <a:cxnLst/>
              <a:rect l="l" t="t" r="r" b="b"/>
              <a:pathLst>
                <a:path w="8259" h="5814" extrusionOk="0">
                  <a:moveTo>
                    <a:pt x="5081" y="1"/>
                  </a:moveTo>
                  <a:cubicBezTo>
                    <a:pt x="4255" y="1"/>
                    <a:pt x="3424" y="196"/>
                    <a:pt x="2749" y="542"/>
                  </a:cubicBezTo>
                  <a:cubicBezTo>
                    <a:pt x="921" y="1480"/>
                    <a:pt x="56" y="3415"/>
                    <a:pt x="113" y="5401"/>
                  </a:cubicBezTo>
                  <a:cubicBezTo>
                    <a:pt x="114" y="5449"/>
                    <a:pt x="72" y="5477"/>
                    <a:pt x="31" y="5477"/>
                  </a:cubicBezTo>
                  <a:cubicBezTo>
                    <a:pt x="22" y="5477"/>
                    <a:pt x="15" y="5476"/>
                    <a:pt x="7" y="5474"/>
                  </a:cubicBezTo>
                  <a:lnTo>
                    <a:pt x="1" y="5494"/>
                  </a:lnTo>
                  <a:cubicBezTo>
                    <a:pt x="280" y="5566"/>
                    <a:pt x="552" y="5675"/>
                    <a:pt x="805" y="5814"/>
                  </a:cubicBezTo>
                  <a:cubicBezTo>
                    <a:pt x="537" y="4109"/>
                    <a:pt x="1392" y="2261"/>
                    <a:pt x="2934" y="1447"/>
                  </a:cubicBezTo>
                  <a:cubicBezTo>
                    <a:pt x="3488" y="1153"/>
                    <a:pt x="4190" y="982"/>
                    <a:pt x="4885" y="982"/>
                  </a:cubicBezTo>
                  <a:cubicBezTo>
                    <a:pt x="5904" y="982"/>
                    <a:pt x="6909" y="1350"/>
                    <a:pt x="7417" y="2238"/>
                  </a:cubicBezTo>
                  <a:cubicBezTo>
                    <a:pt x="7635" y="1925"/>
                    <a:pt x="7940" y="1664"/>
                    <a:pt x="8258" y="1514"/>
                  </a:cubicBezTo>
                  <a:cubicBezTo>
                    <a:pt x="7587" y="453"/>
                    <a:pt x="6339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9;p64"/>
            <p:cNvSpPr/>
            <p:nvPr/>
          </p:nvSpPr>
          <p:spPr>
            <a:xfrm>
              <a:off x="4165675" y="842650"/>
              <a:ext cx="159425" cy="139150"/>
            </a:xfrm>
            <a:custGeom>
              <a:avLst/>
              <a:gdLst/>
              <a:ahLst/>
              <a:cxnLst/>
              <a:rect l="l" t="t" r="r" b="b"/>
              <a:pathLst>
                <a:path w="6377" h="5566" extrusionOk="0">
                  <a:moveTo>
                    <a:pt x="3990" y="0"/>
                  </a:moveTo>
                  <a:cubicBezTo>
                    <a:pt x="3220" y="0"/>
                    <a:pt x="2432" y="228"/>
                    <a:pt x="1848" y="607"/>
                  </a:cubicBezTo>
                  <a:cubicBezTo>
                    <a:pt x="461" y="1506"/>
                    <a:pt x="0" y="3121"/>
                    <a:pt x="51" y="4687"/>
                  </a:cubicBezTo>
                  <a:cubicBezTo>
                    <a:pt x="414" y="4914"/>
                    <a:pt x="725" y="5209"/>
                    <a:pt x="938" y="5565"/>
                  </a:cubicBezTo>
                  <a:cubicBezTo>
                    <a:pt x="603" y="3852"/>
                    <a:pt x="1079" y="1786"/>
                    <a:pt x="2601" y="858"/>
                  </a:cubicBezTo>
                  <a:cubicBezTo>
                    <a:pt x="3028" y="598"/>
                    <a:pt x="3511" y="472"/>
                    <a:pt x="3982" y="472"/>
                  </a:cubicBezTo>
                  <a:cubicBezTo>
                    <a:pt x="5051" y="472"/>
                    <a:pt x="6057" y="1125"/>
                    <a:pt x="6203" y="2348"/>
                  </a:cubicBezTo>
                  <a:cubicBezTo>
                    <a:pt x="6207" y="2392"/>
                    <a:pt x="6185" y="2425"/>
                    <a:pt x="6153" y="2443"/>
                  </a:cubicBezTo>
                  <a:cubicBezTo>
                    <a:pt x="6216" y="2457"/>
                    <a:pt x="6278" y="2473"/>
                    <a:pt x="6337" y="2492"/>
                  </a:cubicBezTo>
                  <a:cubicBezTo>
                    <a:pt x="6107" y="2101"/>
                    <a:pt x="6165" y="1650"/>
                    <a:pt x="6376" y="1249"/>
                  </a:cubicBezTo>
                  <a:cubicBezTo>
                    <a:pt x="6371" y="1243"/>
                    <a:pt x="6366" y="1240"/>
                    <a:pt x="6363" y="1233"/>
                  </a:cubicBezTo>
                  <a:cubicBezTo>
                    <a:pt x="5892" y="359"/>
                    <a:pt x="4955" y="0"/>
                    <a:pt x="3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0;p64"/>
            <p:cNvSpPr/>
            <p:nvPr/>
          </p:nvSpPr>
          <p:spPr>
            <a:xfrm>
              <a:off x="3936050" y="953775"/>
              <a:ext cx="314750" cy="200575"/>
            </a:xfrm>
            <a:custGeom>
              <a:avLst/>
              <a:gdLst/>
              <a:ahLst/>
              <a:cxnLst/>
              <a:rect l="l" t="t" r="r" b="b"/>
              <a:pathLst>
                <a:path w="12590" h="8023" extrusionOk="0">
                  <a:moveTo>
                    <a:pt x="8586" y="3352"/>
                  </a:moveTo>
                  <a:cubicBezTo>
                    <a:pt x="8587" y="3352"/>
                    <a:pt x="8588" y="3352"/>
                    <a:pt x="8588" y="3352"/>
                  </a:cubicBezTo>
                  <a:cubicBezTo>
                    <a:pt x="8954" y="3356"/>
                    <a:pt x="9403" y="3695"/>
                    <a:pt x="9354" y="4093"/>
                  </a:cubicBezTo>
                  <a:cubicBezTo>
                    <a:pt x="9348" y="4136"/>
                    <a:pt x="9304" y="4174"/>
                    <a:pt x="9264" y="4174"/>
                  </a:cubicBezTo>
                  <a:cubicBezTo>
                    <a:pt x="9241" y="4174"/>
                    <a:pt x="9219" y="4162"/>
                    <a:pt x="9205" y="4133"/>
                  </a:cubicBezTo>
                  <a:cubicBezTo>
                    <a:pt x="9085" y="3870"/>
                    <a:pt x="8968" y="3617"/>
                    <a:pt x="8645" y="3577"/>
                  </a:cubicBezTo>
                  <a:cubicBezTo>
                    <a:pt x="8621" y="3574"/>
                    <a:pt x="8597" y="3572"/>
                    <a:pt x="8574" y="3572"/>
                  </a:cubicBezTo>
                  <a:cubicBezTo>
                    <a:pt x="8275" y="3572"/>
                    <a:pt x="8032" y="3815"/>
                    <a:pt x="7956" y="4097"/>
                  </a:cubicBezTo>
                  <a:cubicBezTo>
                    <a:pt x="7948" y="4131"/>
                    <a:pt x="7918" y="4147"/>
                    <a:pt x="7888" y="4147"/>
                  </a:cubicBezTo>
                  <a:cubicBezTo>
                    <a:pt x="7852" y="4147"/>
                    <a:pt x="7816" y="4123"/>
                    <a:pt x="7820" y="4078"/>
                  </a:cubicBezTo>
                  <a:cubicBezTo>
                    <a:pt x="7853" y="3684"/>
                    <a:pt x="8176" y="3352"/>
                    <a:pt x="8586" y="3352"/>
                  </a:cubicBezTo>
                  <a:close/>
                  <a:moveTo>
                    <a:pt x="3291" y="3886"/>
                  </a:moveTo>
                  <a:cubicBezTo>
                    <a:pt x="3723" y="3886"/>
                    <a:pt x="4084" y="4276"/>
                    <a:pt x="4280" y="4628"/>
                  </a:cubicBezTo>
                  <a:cubicBezTo>
                    <a:pt x="4320" y="4700"/>
                    <a:pt x="4262" y="4761"/>
                    <a:pt x="4199" y="4761"/>
                  </a:cubicBezTo>
                  <a:cubicBezTo>
                    <a:pt x="4171" y="4761"/>
                    <a:pt x="4143" y="4749"/>
                    <a:pt x="4122" y="4720"/>
                  </a:cubicBezTo>
                  <a:cubicBezTo>
                    <a:pt x="3944" y="4470"/>
                    <a:pt x="3729" y="4198"/>
                    <a:pt x="3417" y="4115"/>
                  </a:cubicBezTo>
                  <a:cubicBezTo>
                    <a:pt x="3376" y="4104"/>
                    <a:pt x="3334" y="4099"/>
                    <a:pt x="3291" y="4099"/>
                  </a:cubicBezTo>
                  <a:cubicBezTo>
                    <a:pt x="2975" y="4099"/>
                    <a:pt x="2631" y="4370"/>
                    <a:pt x="2746" y="4710"/>
                  </a:cubicBezTo>
                  <a:cubicBezTo>
                    <a:pt x="2756" y="4741"/>
                    <a:pt x="2728" y="4765"/>
                    <a:pt x="2701" y="4765"/>
                  </a:cubicBezTo>
                  <a:cubicBezTo>
                    <a:pt x="2687" y="4765"/>
                    <a:pt x="2674" y="4758"/>
                    <a:pt x="2666" y="4743"/>
                  </a:cubicBezTo>
                  <a:cubicBezTo>
                    <a:pt x="2496" y="4380"/>
                    <a:pt x="2757" y="3986"/>
                    <a:pt x="3134" y="3903"/>
                  </a:cubicBezTo>
                  <a:cubicBezTo>
                    <a:pt x="3187" y="3892"/>
                    <a:pt x="3240" y="3886"/>
                    <a:pt x="3291" y="3886"/>
                  </a:cubicBezTo>
                  <a:close/>
                  <a:moveTo>
                    <a:pt x="7500" y="0"/>
                  </a:moveTo>
                  <a:cubicBezTo>
                    <a:pt x="6601" y="0"/>
                    <a:pt x="5768" y="443"/>
                    <a:pt x="5553" y="1456"/>
                  </a:cubicBezTo>
                  <a:cubicBezTo>
                    <a:pt x="5555" y="1488"/>
                    <a:pt x="5552" y="1515"/>
                    <a:pt x="5536" y="1538"/>
                  </a:cubicBezTo>
                  <a:cubicBezTo>
                    <a:pt x="5532" y="1560"/>
                    <a:pt x="5526" y="1577"/>
                    <a:pt x="5523" y="1600"/>
                  </a:cubicBezTo>
                  <a:cubicBezTo>
                    <a:pt x="5516" y="1645"/>
                    <a:pt x="5481" y="1665"/>
                    <a:pt x="5444" y="1665"/>
                  </a:cubicBezTo>
                  <a:cubicBezTo>
                    <a:pt x="5398" y="1665"/>
                    <a:pt x="5349" y="1634"/>
                    <a:pt x="5345" y="1581"/>
                  </a:cubicBezTo>
                  <a:cubicBezTo>
                    <a:pt x="5316" y="1566"/>
                    <a:pt x="5291" y="1541"/>
                    <a:pt x="5278" y="1503"/>
                  </a:cubicBezTo>
                  <a:cubicBezTo>
                    <a:pt x="5023" y="769"/>
                    <a:pt x="4294" y="242"/>
                    <a:pt x="3537" y="242"/>
                  </a:cubicBezTo>
                  <a:cubicBezTo>
                    <a:pt x="3309" y="242"/>
                    <a:pt x="3079" y="290"/>
                    <a:pt x="2858" y="394"/>
                  </a:cubicBezTo>
                  <a:cubicBezTo>
                    <a:pt x="1876" y="859"/>
                    <a:pt x="1680" y="2095"/>
                    <a:pt x="2140" y="2990"/>
                  </a:cubicBezTo>
                  <a:cubicBezTo>
                    <a:pt x="2180" y="3002"/>
                    <a:pt x="2218" y="3014"/>
                    <a:pt x="2259" y="3030"/>
                  </a:cubicBezTo>
                  <a:cubicBezTo>
                    <a:pt x="2351" y="3064"/>
                    <a:pt x="2326" y="3198"/>
                    <a:pt x="2240" y="3198"/>
                  </a:cubicBezTo>
                  <a:cubicBezTo>
                    <a:pt x="2232" y="3198"/>
                    <a:pt x="2223" y="3196"/>
                    <a:pt x="2213" y="3194"/>
                  </a:cubicBezTo>
                  <a:cubicBezTo>
                    <a:pt x="2058" y="3147"/>
                    <a:pt x="1905" y="3126"/>
                    <a:pt x="1756" y="3126"/>
                  </a:cubicBezTo>
                  <a:cubicBezTo>
                    <a:pt x="783" y="3126"/>
                    <a:pt x="1" y="4049"/>
                    <a:pt x="267" y="5073"/>
                  </a:cubicBezTo>
                  <a:cubicBezTo>
                    <a:pt x="498" y="5967"/>
                    <a:pt x="1246" y="6346"/>
                    <a:pt x="2044" y="6346"/>
                  </a:cubicBezTo>
                  <a:cubicBezTo>
                    <a:pt x="2311" y="6346"/>
                    <a:pt x="2583" y="6304"/>
                    <a:pt x="2844" y="6224"/>
                  </a:cubicBezTo>
                  <a:cubicBezTo>
                    <a:pt x="2856" y="6221"/>
                    <a:pt x="2867" y="6219"/>
                    <a:pt x="2878" y="6219"/>
                  </a:cubicBezTo>
                  <a:cubicBezTo>
                    <a:pt x="2988" y="6219"/>
                    <a:pt x="3054" y="6383"/>
                    <a:pt x="2957" y="6447"/>
                  </a:cubicBezTo>
                  <a:cubicBezTo>
                    <a:pt x="2963" y="6463"/>
                    <a:pt x="2968" y="6481"/>
                    <a:pt x="2965" y="6504"/>
                  </a:cubicBezTo>
                  <a:cubicBezTo>
                    <a:pt x="2901" y="7006"/>
                    <a:pt x="3087" y="7460"/>
                    <a:pt x="3598" y="7646"/>
                  </a:cubicBezTo>
                  <a:cubicBezTo>
                    <a:pt x="3672" y="7673"/>
                    <a:pt x="3834" y="7691"/>
                    <a:pt x="4025" y="7691"/>
                  </a:cubicBezTo>
                  <a:cubicBezTo>
                    <a:pt x="4528" y="7691"/>
                    <a:pt x="5232" y="7563"/>
                    <a:pt x="5071" y="7120"/>
                  </a:cubicBezTo>
                  <a:cubicBezTo>
                    <a:pt x="5051" y="7071"/>
                    <a:pt x="5095" y="7032"/>
                    <a:pt x="5137" y="7030"/>
                  </a:cubicBezTo>
                  <a:cubicBezTo>
                    <a:pt x="5159" y="7011"/>
                    <a:pt x="5188" y="6998"/>
                    <a:pt x="5217" y="6998"/>
                  </a:cubicBezTo>
                  <a:cubicBezTo>
                    <a:pt x="5244" y="6998"/>
                    <a:pt x="5271" y="7009"/>
                    <a:pt x="5294" y="7035"/>
                  </a:cubicBezTo>
                  <a:cubicBezTo>
                    <a:pt x="5794" y="7597"/>
                    <a:pt x="6428" y="8023"/>
                    <a:pt x="7161" y="8023"/>
                  </a:cubicBezTo>
                  <a:cubicBezTo>
                    <a:pt x="7334" y="8023"/>
                    <a:pt x="7512" y="7999"/>
                    <a:pt x="7695" y="7948"/>
                  </a:cubicBezTo>
                  <a:cubicBezTo>
                    <a:pt x="8687" y="7674"/>
                    <a:pt x="9201" y="6737"/>
                    <a:pt x="9267" y="5771"/>
                  </a:cubicBezTo>
                  <a:cubicBezTo>
                    <a:pt x="9262" y="5768"/>
                    <a:pt x="9254" y="5765"/>
                    <a:pt x="9247" y="5762"/>
                  </a:cubicBezTo>
                  <a:cubicBezTo>
                    <a:pt x="9100" y="5687"/>
                    <a:pt x="9192" y="5490"/>
                    <a:pt x="9330" y="5490"/>
                  </a:cubicBezTo>
                  <a:cubicBezTo>
                    <a:pt x="9352" y="5490"/>
                    <a:pt x="9374" y="5495"/>
                    <a:pt x="9398" y="5506"/>
                  </a:cubicBezTo>
                  <a:cubicBezTo>
                    <a:pt x="9639" y="5620"/>
                    <a:pt x="9914" y="5673"/>
                    <a:pt x="10196" y="5673"/>
                  </a:cubicBezTo>
                  <a:cubicBezTo>
                    <a:pt x="11038" y="5673"/>
                    <a:pt x="11947" y="5201"/>
                    <a:pt x="12231" y="4440"/>
                  </a:cubicBezTo>
                  <a:cubicBezTo>
                    <a:pt x="12589" y="3490"/>
                    <a:pt x="11867" y="2295"/>
                    <a:pt x="10910" y="2295"/>
                  </a:cubicBezTo>
                  <a:cubicBezTo>
                    <a:pt x="10750" y="2295"/>
                    <a:pt x="10584" y="2328"/>
                    <a:pt x="10415" y="2401"/>
                  </a:cubicBezTo>
                  <a:cubicBezTo>
                    <a:pt x="10390" y="2457"/>
                    <a:pt x="10333" y="2486"/>
                    <a:pt x="10277" y="2486"/>
                  </a:cubicBezTo>
                  <a:cubicBezTo>
                    <a:pt x="10205" y="2486"/>
                    <a:pt x="10135" y="2439"/>
                    <a:pt x="10138" y="2345"/>
                  </a:cubicBezTo>
                  <a:cubicBezTo>
                    <a:pt x="10198" y="904"/>
                    <a:pt x="8782" y="0"/>
                    <a:pt x="7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1;p64"/>
            <p:cNvSpPr/>
            <p:nvPr/>
          </p:nvSpPr>
          <p:spPr>
            <a:xfrm>
              <a:off x="4131500" y="1037575"/>
              <a:ext cx="39675" cy="20550"/>
            </a:xfrm>
            <a:custGeom>
              <a:avLst/>
              <a:gdLst/>
              <a:ahLst/>
              <a:cxnLst/>
              <a:rect l="l" t="t" r="r" b="b"/>
              <a:pathLst>
                <a:path w="1587" h="822" extrusionOk="0">
                  <a:moveTo>
                    <a:pt x="770" y="0"/>
                  </a:moveTo>
                  <a:cubicBezTo>
                    <a:pt x="359" y="0"/>
                    <a:pt x="35" y="332"/>
                    <a:pt x="4" y="726"/>
                  </a:cubicBezTo>
                  <a:cubicBezTo>
                    <a:pt x="0" y="770"/>
                    <a:pt x="36" y="794"/>
                    <a:pt x="73" y="794"/>
                  </a:cubicBezTo>
                  <a:cubicBezTo>
                    <a:pt x="102" y="794"/>
                    <a:pt x="132" y="778"/>
                    <a:pt x="140" y="744"/>
                  </a:cubicBezTo>
                  <a:cubicBezTo>
                    <a:pt x="216" y="463"/>
                    <a:pt x="460" y="221"/>
                    <a:pt x="760" y="221"/>
                  </a:cubicBezTo>
                  <a:cubicBezTo>
                    <a:pt x="783" y="221"/>
                    <a:pt x="807" y="222"/>
                    <a:pt x="830" y="225"/>
                  </a:cubicBezTo>
                  <a:cubicBezTo>
                    <a:pt x="1153" y="265"/>
                    <a:pt x="1269" y="518"/>
                    <a:pt x="1390" y="780"/>
                  </a:cubicBezTo>
                  <a:cubicBezTo>
                    <a:pt x="1403" y="810"/>
                    <a:pt x="1425" y="822"/>
                    <a:pt x="1447" y="822"/>
                  </a:cubicBezTo>
                  <a:cubicBezTo>
                    <a:pt x="1487" y="822"/>
                    <a:pt x="1531" y="784"/>
                    <a:pt x="1537" y="741"/>
                  </a:cubicBezTo>
                  <a:cubicBezTo>
                    <a:pt x="1587" y="342"/>
                    <a:pt x="1137" y="2"/>
                    <a:pt x="771" y="0"/>
                  </a:cubicBezTo>
                  <a:cubicBezTo>
                    <a:pt x="771" y="0"/>
                    <a:pt x="770" y="0"/>
                    <a:pt x="7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2;p64"/>
            <p:cNvSpPr/>
            <p:nvPr/>
          </p:nvSpPr>
          <p:spPr>
            <a:xfrm>
              <a:off x="3998450" y="1050925"/>
              <a:ext cx="45600" cy="21975"/>
            </a:xfrm>
            <a:custGeom>
              <a:avLst/>
              <a:gdLst/>
              <a:ahLst/>
              <a:cxnLst/>
              <a:rect l="l" t="t" r="r" b="b"/>
              <a:pathLst>
                <a:path w="1824" h="879" extrusionOk="0">
                  <a:moveTo>
                    <a:pt x="796" y="0"/>
                  </a:moveTo>
                  <a:cubicBezTo>
                    <a:pt x="744" y="0"/>
                    <a:pt x="692" y="6"/>
                    <a:pt x="638" y="17"/>
                  </a:cubicBezTo>
                  <a:cubicBezTo>
                    <a:pt x="262" y="100"/>
                    <a:pt x="0" y="494"/>
                    <a:pt x="170" y="857"/>
                  </a:cubicBezTo>
                  <a:cubicBezTo>
                    <a:pt x="178" y="872"/>
                    <a:pt x="191" y="879"/>
                    <a:pt x="205" y="879"/>
                  </a:cubicBezTo>
                  <a:cubicBezTo>
                    <a:pt x="232" y="879"/>
                    <a:pt x="260" y="855"/>
                    <a:pt x="250" y="824"/>
                  </a:cubicBezTo>
                  <a:cubicBezTo>
                    <a:pt x="135" y="484"/>
                    <a:pt x="479" y="213"/>
                    <a:pt x="795" y="213"/>
                  </a:cubicBezTo>
                  <a:cubicBezTo>
                    <a:pt x="838" y="213"/>
                    <a:pt x="880" y="218"/>
                    <a:pt x="921" y="229"/>
                  </a:cubicBezTo>
                  <a:cubicBezTo>
                    <a:pt x="1233" y="311"/>
                    <a:pt x="1448" y="583"/>
                    <a:pt x="1626" y="834"/>
                  </a:cubicBezTo>
                  <a:cubicBezTo>
                    <a:pt x="1647" y="863"/>
                    <a:pt x="1676" y="875"/>
                    <a:pt x="1703" y="875"/>
                  </a:cubicBezTo>
                  <a:cubicBezTo>
                    <a:pt x="1766" y="875"/>
                    <a:pt x="1824" y="814"/>
                    <a:pt x="1784" y="742"/>
                  </a:cubicBezTo>
                  <a:cubicBezTo>
                    <a:pt x="1587" y="390"/>
                    <a:pt x="1227" y="0"/>
                    <a:pt x="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983;p64"/>
          <p:cNvGrpSpPr/>
          <p:nvPr/>
        </p:nvGrpSpPr>
        <p:grpSpPr>
          <a:xfrm rot="-1583194">
            <a:off x="2660278" y="942042"/>
            <a:ext cx="422890" cy="426404"/>
            <a:chOff x="5030375" y="427250"/>
            <a:chExt cx="192525" cy="194125"/>
          </a:xfrm>
        </p:grpSpPr>
        <p:sp>
          <p:nvSpPr>
            <p:cNvPr id="21" name="Google Shape;984;p64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5;p64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;p64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7;p64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988;p64"/>
          <p:cNvGrpSpPr/>
          <p:nvPr/>
        </p:nvGrpSpPr>
        <p:grpSpPr>
          <a:xfrm>
            <a:off x="7747556" y="2081359"/>
            <a:ext cx="462821" cy="384153"/>
            <a:chOff x="4336700" y="486125"/>
            <a:chExt cx="214150" cy="177750"/>
          </a:xfrm>
        </p:grpSpPr>
        <p:grpSp>
          <p:nvGrpSpPr>
            <p:cNvPr id="26" name="Google Shape;989;p64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28" name="Google Shape;990;p64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91;p64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92;p64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93;p64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" name="Google Shape;994;p64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1002;p64"/>
          <p:cNvSpPr/>
          <p:nvPr/>
        </p:nvSpPr>
        <p:spPr>
          <a:xfrm rot="-1055745">
            <a:off x="5998650" y="1002297"/>
            <a:ext cx="309819" cy="305873"/>
          </a:xfrm>
          <a:custGeom>
            <a:avLst/>
            <a:gdLst/>
            <a:ahLst/>
            <a:cxnLst/>
            <a:rect l="l" t="t" r="r" b="b"/>
            <a:pathLst>
              <a:path w="4541" h="4483" extrusionOk="0">
                <a:moveTo>
                  <a:pt x="2301" y="353"/>
                </a:moveTo>
                <a:cubicBezTo>
                  <a:pt x="2430" y="586"/>
                  <a:pt x="2553" y="825"/>
                  <a:pt x="2674" y="1063"/>
                </a:cubicBezTo>
                <a:cubicBezTo>
                  <a:pt x="2738" y="1187"/>
                  <a:pt x="2796" y="1316"/>
                  <a:pt x="2866" y="1436"/>
                </a:cubicBezTo>
                <a:cubicBezTo>
                  <a:pt x="2919" y="1529"/>
                  <a:pt x="2973" y="1533"/>
                  <a:pt x="3072" y="1554"/>
                </a:cubicBezTo>
                <a:cubicBezTo>
                  <a:pt x="3451" y="1637"/>
                  <a:pt x="3826" y="1761"/>
                  <a:pt x="4195" y="1884"/>
                </a:cubicBezTo>
                <a:cubicBezTo>
                  <a:pt x="3923" y="2156"/>
                  <a:pt x="3668" y="2442"/>
                  <a:pt x="3386" y="2696"/>
                </a:cubicBezTo>
                <a:cubicBezTo>
                  <a:pt x="3357" y="2722"/>
                  <a:pt x="3342" y="2773"/>
                  <a:pt x="3356" y="2809"/>
                </a:cubicBezTo>
                <a:cubicBezTo>
                  <a:pt x="3509" y="3248"/>
                  <a:pt x="3627" y="3720"/>
                  <a:pt x="3679" y="4186"/>
                </a:cubicBezTo>
                <a:cubicBezTo>
                  <a:pt x="3431" y="4079"/>
                  <a:pt x="3197" y="3934"/>
                  <a:pt x="2968" y="3799"/>
                </a:cubicBezTo>
                <a:cubicBezTo>
                  <a:pt x="2836" y="3722"/>
                  <a:pt x="2707" y="3643"/>
                  <a:pt x="2574" y="3567"/>
                </a:cubicBezTo>
                <a:cubicBezTo>
                  <a:pt x="2506" y="3529"/>
                  <a:pt x="2424" y="3468"/>
                  <a:pt x="2344" y="3452"/>
                </a:cubicBezTo>
                <a:cubicBezTo>
                  <a:pt x="2333" y="3450"/>
                  <a:pt x="2322" y="3449"/>
                  <a:pt x="2310" y="3449"/>
                </a:cubicBezTo>
                <a:cubicBezTo>
                  <a:pt x="2150" y="3449"/>
                  <a:pt x="1947" y="3644"/>
                  <a:pt x="1829" y="3720"/>
                </a:cubicBezTo>
                <a:cubicBezTo>
                  <a:pt x="1586" y="3876"/>
                  <a:pt x="1339" y="4039"/>
                  <a:pt x="1078" y="4168"/>
                </a:cubicBezTo>
                <a:cubicBezTo>
                  <a:pt x="1145" y="3712"/>
                  <a:pt x="1215" y="3255"/>
                  <a:pt x="1326" y="2809"/>
                </a:cubicBezTo>
                <a:cubicBezTo>
                  <a:pt x="1339" y="2756"/>
                  <a:pt x="1316" y="2707"/>
                  <a:pt x="1273" y="2678"/>
                </a:cubicBezTo>
                <a:cubicBezTo>
                  <a:pt x="958" y="2461"/>
                  <a:pt x="643" y="2224"/>
                  <a:pt x="362" y="1960"/>
                </a:cubicBezTo>
                <a:cubicBezTo>
                  <a:pt x="604" y="1875"/>
                  <a:pt x="845" y="1799"/>
                  <a:pt x="1089" y="1722"/>
                </a:cubicBezTo>
                <a:cubicBezTo>
                  <a:pt x="1222" y="1680"/>
                  <a:pt x="1356" y="1639"/>
                  <a:pt x="1487" y="1597"/>
                </a:cubicBezTo>
                <a:cubicBezTo>
                  <a:pt x="1581" y="1565"/>
                  <a:pt x="1686" y="1549"/>
                  <a:pt x="1743" y="1466"/>
                </a:cubicBezTo>
                <a:cubicBezTo>
                  <a:pt x="1809" y="1370"/>
                  <a:pt x="1849" y="1238"/>
                  <a:pt x="1901" y="1132"/>
                </a:cubicBezTo>
                <a:cubicBezTo>
                  <a:pt x="1964" y="1003"/>
                  <a:pt x="2030" y="873"/>
                  <a:pt x="2097" y="746"/>
                </a:cubicBezTo>
                <a:cubicBezTo>
                  <a:pt x="2164" y="614"/>
                  <a:pt x="2231" y="484"/>
                  <a:pt x="2301" y="353"/>
                </a:cubicBezTo>
                <a:close/>
                <a:moveTo>
                  <a:pt x="2297" y="0"/>
                </a:moveTo>
                <a:cubicBezTo>
                  <a:pt x="2258" y="0"/>
                  <a:pt x="2219" y="19"/>
                  <a:pt x="2197" y="57"/>
                </a:cubicBezTo>
                <a:cubicBezTo>
                  <a:pt x="2104" y="223"/>
                  <a:pt x="2016" y="392"/>
                  <a:pt x="1930" y="562"/>
                </a:cubicBezTo>
                <a:cubicBezTo>
                  <a:pt x="1813" y="785"/>
                  <a:pt x="1642" y="1036"/>
                  <a:pt x="1573" y="1280"/>
                </a:cubicBezTo>
                <a:cubicBezTo>
                  <a:pt x="1572" y="1282"/>
                  <a:pt x="1558" y="1312"/>
                  <a:pt x="1554" y="1326"/>
                </a:cubicBezTo>
                <a:cubicBezTo>
                  <a:pt x="1548" y="1329"/>
                  <a:pt x="1539" y="1333"/>
                  <a:pt x="1533" y="1337"/>
                </a:cubicBezTo>
                <a:cubicBezTo>
                  <a:pt x="1484" y="1352"/>
                  <a:pt x="1435" y="1369"/>
                  <a:pt x="1386" y="1385"/>
                </a:cubicBezTo>
                <a:cubicBezTo>
                  <a:pt x="1257" y="1427"/>
                  <a:pt x="1129" y="1467"/>
                  <a:pt x="999" y="1507"/>
                </a:cubicBezTo>
                <a:cubicBezTo>
                  <a:pt x="703" y="1601"/>
                  <a:pt x="408" y="1694"/>
                  <a:pt x="118" y="1804"/>
                </a:cubicBezTo>
                <a:cubicBezTo>
                  <a:pt x="37" y="1834"/>
                  <a:pt x="1" y="1930"/>
                  <a:pt x="66" y="1998"/>
                </a:cubicBezTo>
                <a:cubicBezTo>
                  <a:pt x="371" y="2307"/>
                  <a:pt x="725" y="2581"/>
                  <a:pt x="1082" y="2830"/>
                </a:cubicBezTo>
                <a:cubicBezTo>
                  <a:pt x="964" y="3324"/>
                  <a:pt x="895" y="3829"/>
                  <a:pt x="822" y="4332"/>
                </a:cubicBezTo>
                <a:cubicBezTo>
                  <a:pt x="813" y="4395"/>
                  <a:pt x="856" y="4482"/>
                  <a:pt x="926" y="4482"/>
                </a:cubicBezTo>
                <a:cubicBezTo>
                  <a:pt x="938" y="4482"/>
                  <a:pt x="951" y="4480"/>
                  <a:pt x="964" y="4474"/>
                </a:cubicBezTo>
                <a:cubicBezTo>
                  <a:pt x="1269" y="4348"/>
                  <a:pt x="1550" y="4173"/>
                  <a:pt x="1827" y="3997"/>
                </a:cubicBezTo>
                <a:cubicBezTo>
                  <a:pt x="1951" y="3920"/>
                  <a:pt x="2072" y="3839"/>
                  <a:pt x="2195" y="3761"/>
                </a:cubicBezTo>
                <a:cubicBezTo>
                  <a:pt x="2226" y="3740"/>
                  <a:pt x="2274" y="3720"/>
                  <a:pt x="2303" y="3694"/>
                </a:cubicBezTo>
                <a:cubicBezTo>
                  <a:pt x="2346" y="3738"/>
                  <a:pt x="2507" y="3798"/>
                  <a:pt x="2551" y="3824"/>
                </a:cubicBezTo>
                <a:cubicBezTo>
                  <a:pt x="2685" y="3903"/>
                  <a:pt x="2819" y="3984"/>
                  <a:pt x="2954" y="4061"/>
                </a:cubicBezTo>
                <a:cubicBezTo>
                  <a:pt x="3218" y="4215"/>
                  <a:pt x="3489" y="4374"/>
                  <a:pt x="3780" y="4473"/>
                </a:cubicBezTo>
                <a:cubicBezTo>
                  <a:pt x="3790" y="4476"/>
                  <a:pt x="3801" y="4478"/>
                  <a:pt x="3811" y="4478"/>
                </a:cubicBezTo>
                <a:cubicBezTo>
                  <a:pt x="3871" y="4478"/>
                  <a:pt x="3932" y="4424"/>
                  <a:pt x="3926" y="4362"/>
                </a:cubicBezTo>
                <a:cubicBezTo>
                  <a:pt x="3888" y="3841"/>
                  <a:pt x="3769" y="3308"/>
                  <a:pt x="3600" y="2813"/>
                </a:cubicBezTo>
                <a:cubicBezTo>
                  <a:pt x="3905" y="2531"/>
                  <a:pt x="4178" y="2217"/>
                  <a:pt x="4479" y="1930"/>
                </a:cubicBezTo>
                <a:cubicBezTo>
                  <a:pt x="4482" y="1927"/>
                  <a:pt x="4486" y="1924"/>
                  <a:pt x="4490" y="1920"/>
                </a:cubicBezTo>
                <a:lnTo>
                  <a:pt x="4492" y="1918"/>
                </a:lnTo>
                <a:cubicBezTo>
                  <a:pt x="4541" y="1872"/>
                  <a:pt x="4536" y="1815"/>
                  <a:pt x="4506" y="1774"/>
                </a:cubicBezTo>
                <a:cubicBezTo>
                  <a:pt x="4492" y="1752"/>
                  <a:pt x="4471" y="1733"/>
                  <a:pt x="4440" y="1723"/>
                </a:cubicBezTo>
                <a:cubicBezTo>
                  <a:pt x="3994" y="1577"/>
                  <a:pt x="3532" y="1393"/>
                  <a:pt x="3064" y="1318"/>
                </a:cubicBezTo>
                <a:cubicBezTo>
                  <a:pt x="2842" y="898"/>
                  <a:pt x="2640" y="467"/>
                  <a:pt x="2398" y="57"/>
                </a:cubicBezTo>
                <a:cubicBezTo>
                  <a:pt x="2376" y="19"/>
                  <a:pt x="2337" y="0"/>
                  <a:pt x="22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003;p64"/>
          <p:cNvSpPr/>
          <p:nvPr/>
        </p:nvSpPr>
        <p:spPr>
          <a:xfrm rot="4073727">
            <a:off x="5165143" y="4088730"/>
            <a:ext cx="435807" cy="421763"/>
          </a:xfrm>
          <a:custGeom>
            <a:avLst/>
            <a:gdLst/>
            <a:ahLst/>
            <a:cxnLst/>
            <a:rect l="l" t="t" r="r" b="b"/>
            <a:pathLst>
              <a:path w="4903" h="4745" extrusionOk="0">
                <a:moveTo>
                  <a:pt x="3696" y="230"/>
                </a:moveTo>
                <a:cubicBezTo>
                  <a:pt x="3722" y="230"/>
                  <a:pt x="3746" y="236"/>
                  <a:pt x="3770" y="246"/>
                </a:cubicBezTo>
                <a:cubicBezTo>
                  <a:pt x="3664" y="326"/>
                  <a:pt x="3569" y="455"/>
                  <a:pt x="3498" y="525"/>
                </a:cubicBezTo>
                <a:cubicBezTo>
                  <a:pt x="3254" y="772"/>
                  <a:pt x="3011" y="1017"/>
                  <a:pt x="2768" y="1263"/>
                </a:cubicBezTo>
                <a:cubicBezTo>
                  <a:pt x="2213" y="1824"/>
                  <a:pt x="1642" y="2374"/>
                  <a:pt x="1109" y="2957"/>
                </a:cubicBezTo>
                <a:cubicBezTo>
                  <a:pt x="1005" y="3071"/>
                  <a:pt x="891" y="3183"/>
                  <a:pt x="800" y="3309"/>
                </a:cubicBezTo>
                <a:cubicBezTo>
                  <a:pt x="795" y="3316"/>
                  <a:pt x="792" y="3325"/>
                  <a:pt x="791" y="3333"/>
                </a:cubicBezTo>
                <a:cubicBezTo>
                  <a:pt x="745" y="3297"/>
                  <a:pt x="696" y="3263"/>
                  <a:pt x="647" y="3228"/>
                </a:cubicBezTo>
                <a:cubicBezTo>
                  <a:pt x="1605" y="2232"/>
                  <a:pt x="2580" y="1253"/>
                  <a:pt x="3564" y="284"/>
                </a:cubicBezTo>
                <a:cubicBezTo>
                  <a:pt x="3610" y="246"/>
                  <a:pt x="3654" y="230"/>
                  <a:pt x="3696" y="230"/>
                </a:cubicBezTo>
                <a:close/>
                <a:moveTo>
                  <a:pt x="4063" y="498"/>
                </a:moveTo>
                <a:lnTo>
                  <a:pt x="4176" y="611"/>
                </a:lnTo>
                <a:cubicBezTo>
                  <a:pt x="4062" y="690"/>
                  <a:pt x="3959" y="830"/>
                  <a:pt x="3884" y="907"/>
                </a:cubicBezTo>
                <a:cubicBezTo>
                  <a:pt x="3641" y="1152"/>
                  <a:pt x="3397" y="1398"/>
                  <a:pt x="3155" y="1643"/>
                </a:cubicBezTo>
                <a:cubicBezTo>
                  <a:pt x="2599" y="2204"/>
                  <a:pt x="2027" y="2754"/>
                  <a:pt x="1496" y="3337"/>
                </a:cubicBezTo>
                <a:cubicBezTo>
                  <a:pt x="1393" y="3450"/>
                  <a:pt x="1280" y="3560"/>
                  <a:pt x="1191" y="3683"/>
                </a:cubicBezTo>
                <a:cubicBezTo>
                  <a:pt x="1134" y="3625"/>
                  <a:pt x="1074" y="3568"/>
                  <a:pt x="1012" y="3514"/>
                </a:cubicBezTo>
                <a:cubicBezTo>
                  <a:pt x="1100" y="3447"/>
                  <a:pt x="1181" y="3370"/>
                  <a:pt x="1261" y="3295"/>
                </a:cubicBezTo>
                <a:cubicBezTo>
                  <a:pt x="1524" y="3052"/>
                  <a:pt x="1778" y="2801"/>
                  <a:pt x="2029" y="2547"/>
                </a:cubicBezTo>
                <a:lnTo>
                  <a:pt x="3680" y="884"/>
                </a:lnTo>
                <a:cubicBezTo>
                  <a:pt x="3770" y="795"/>
                  <a:pt x="3968" y="648"/>
                  <a:pt x="4063" y="498"/>
                </a:cubicBezTo>
                <a:close/>
                <a:moveTo>
                  <a:pt x="4440" y="892"/>
                </a:moveTo>
                <a:lnTo>
                  <a:pt x="4440" y="892"/>
                </a:lnTo>
                <a:cubicBezTo>
                  <a:pt x="4502" y="984"/>
                  <a:pt x="4506" y="1074"/>
                  <a:pt x="4406" y="1193"/>
                </a:cubicBezTo>
                <a:cubicBezTo>
                  <a:pt x="4349" y="1261"/>
                  <a:pt x="4281" y="1323"/>
                  <a:pt x="4221" y="1388"/>
                </a:cubicBezTo>
                <a:cubicBezTo>
                  <a:pt x="3905" y="1719"/>
                  <a:pt x="3584" y="2045"/>
                  <a:pt x="3260" y="2369"/>
                </a:cubicBezTo>
                <a:cubicBezTo>
                  <a:pt x="2687" y="2948"/>
                  <a:pt x="2109" y="3523"/>
                  <a:pt x="1522" y="4088"/>
                </a:cubicBezTo>
                <a:cubicBezTo>
                  <a:pt x="1478" y="4024"/>
                  <a:pt x="1434" y="3963"/>
                  <a:pt x="1385" y="3903"/>
                </a:cubicBezTo>
                <a:cubicBezTo>
                  <a:pt x="1478" y="3836"/>
                  <a:pt x="1560" y="3755"/>
                  <a:pt x="1644" y="3677"/>
                </a:cubicBezTo>
                <a:cubicBezTo>
                  <a:pt x="1907" y="3435"/>
                  <a:pt x="2161" y="3183"/>
                  <a:pt x="2413" y="2929"/>
                </a:cubicBezTo>
                <a:lnTo>
                  <a:pt x="4063" y="1266"/>
                </a:lnTo>
                <a:cubicBezTo>
                  <a:pt x="4150" y="1178"/>
                  <a:pt x="4341" y="1037"/>
                  <a:pt x="4440" y="892"/>
                </a:cubicBezTo>
                <a:close/>
                <a:moveTo>
                  <a:pt x="547" y="3439"/>
                </a:moveTo>
                <a:cubicBezTo>
                  <a:pt x="840" y="3649"/>
                  <a:pt x="1107" y="3895"/>
                  <a:pt x="1313" y="4191"/>
                </a:cubicBezTo>
                <a:cubicBezTo>
                  <a:pt x="1067" y="4249"/>
                  <a:pt x="822" y="4317"/>
                  <a:pt x="579" y="4384"/>
                </a:cubicBezTo>
                <a:cubicBezTo>
                  <a:pt x="525" y="4294"/>
                  <a:pt x="447" y="4219"/>
                  <a:pt x="353" y="4178"/>
                </a:cubicBezTo>
                <a:cubicBezTo>
                  <a:pt x="420" y="3932"/>
                  <a:pt x="490" y="3688"/>
                  <a:pt x="547" y="3439"/>
                </a:cubicBezTo>
                <a:close/>
                <a:moveTo>
                  <a:pt x="3711" y="0"/>
                </a:moveTo>
                <a:cubicBezTo>
                  <a:pt x="3612" y="0"/>
                  <a:pt x="3513" y="36"/>
                  <a:pt x="3424" y="103"/>
                </a:cubicBezTo>
                <a:cubicBezTo>
                  <a:pt x="3416" y="108"/>
                  <a:pt x="3407" y="113"/>
                  <a:pt x="3400" y="120"/>
                </a:cubicBezTo>
                <a:cubicBezTo>
                  <a:pt x="2384" y="1121"/>
                  <a:pt x="1376" y="2133"/>
                  <a:pt x="388" y="3164"/>
                </a:cubicBezTo>
                <a:cubicBezTo>
                  <a:pt x="374" y="3178"/>
                  <a:pt x="362" y="3195"/>
                  <a:pt x="358" y="3214"/>
                </a:cubicBezTo>
                <a:cubicBezTo>
                  <a:pt x="264" y="3682"/>
                  <a:pt x="116" y="4135"/>
                  <a:pt x="4" y="4597"/>
                </a:cubicBezTo>
                <a:cubicBezTo>
                  <a:pt x="2" y="4606"/>
                  <a:pt x="1" y="4612"/>
                  <a:pt x="1" y="4620"/>
                </a:cubicBezTo>
                <a:lnTo>
                  <a:pt x="1" y="4628"/>
                </a:lnTo>
                <a:cubicBezTo>
                  <a:pt x="1" y="4633"/>
                  <a:pt x="1" y="4637"/>
                  <a:pt x="3" y="4641"/>
                </a:cubicBezTo>
                <a:cubicBezTo>
                  <a:pt x="3" y="4646"/>
                  <a:pt x="4" y="4651"/>
                  <a:pt x="5" y="4656"/>
                </a:cubicBezTo>
                <a:cubicBezTo>
                  <a:pt x="6" y="4659"/>
                  <a:pt x="6" y="4663"/>
                  <a:pt x="7" y="4667"/>
                </a:cubicBezTo>
                <a:cubicBezTo>
                  <a:pt x="9" y="4669"/>
                  <a:pt x="9" y="4670"/>
                  <a:pt x="10" y="4673"/>
                </a:cubicBezTo>
                <a:cubicBezTo>
                  <a:pt x="21" y="4701"/>
                  <a:pt x="44" y="4725"/>
                  <a:pt x="72" y="4736"/>
                </a:cubicBezTo>
                <a:cubicBezTo>
                  <a:pt x="74" y="4737"/>
                  <a:pt x="78" y="4739"/>
                  <a:pt x="82" y="4740"/>
                </a:cubicBezTo>
                <a:cubicBezTo>
                  <a:pt x="84" y="4741"/>
                  <a:pt x="85" y="4741"/>
                  <a:pt x="88" y="4741"/>
                </a:cubicBezTo>
                <a:cubicBezTo>
                  <a:pt x="94" y="4742"/>
                  <a:pt x="99" y="4744"/>
                  <a:pt x="105" y="4744"/>
                </a:cubicBezTo>
                <a:lnTo>
                  <a:pt x="124" y="4744"/>
                </a:lnTo>
                <a:cubicBezTo>
                  <a:pt x="130" y="4744"/>
                  <a:pt x="139" y="4742"/>
                  <a:pt x="146" y="4741"/>
                </a:cubicBezTo>
                <a:cubicBezTo>
                  <a:pt x="608" y="4625"/>
                  <a:pt x="1064" y="4480"/>
                  <a:pt x="1532" y="4382"/>
                </a:cubicBezTo>
                <a:cubicBezTo>
                  <a:pt x="1554" y="4378"/>
                  <a:pt x="1570" y="4366"/>
                  <a:pt x="1585" y="4351"/>
                </a:cubicBezTo>
                <a:cubicBezTo>
                  <a:pt x="2176" y="3787"/>
                  <a:pt x="2753" y="3211"/>
                  <a:pt x="3330" y="2632"/>
                </a:cubicBezTo>
                <a:cubicBezTo>
                  <a:pt x="3642" y="2318"/>
                  <a:pt x="3952" y="2002"/>
                  <a:pt x="4260" y="1684"/>
                </a:cubicBezTo>
                <a:cubicBezTo>
                  <a:pt x="4490" y="1444"/>
                  <a:pt x="4903" y="1132"/>
                  <a:pt x="4648" y="767"/>
                </a:cubicBezTo>
                <a:cubicBezTo>
                  <a:pt x="4563" y="645"/>
                  <a:pt x="4434" y="541"/>
                  <a:pt x="4330" y="436"/>
                </a:cubicBezTo>
                <a:cubicBezTo>
                  <a:pt x="4223" y="331"/>
                  <a:pt x="4119" y="218"/>
                  <a:pt x="4007" y="119"/>
                </a:cubicBezTo>
                <a:cubicBezTo>
                  <a:pt x="3916" y="38"/>
                  <a:pt x="3813" y="0"/>
                  <a:pt x="371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1004;p64"/>
          <p:cNvGrpSpPr/>
          <p:nvPr/>
        </p:nvGrpSpPr>
        <p:grpSpPr>
          <a:xfrm rot="749171" flipH="1">
            <a:off x="3682843" y="4119476"/>
            <a:ext cx="568348" cy="471722"/>
            <a:chOff x="4336700" y="486125"/>
            <a:chExt cx="214150" cy="177750"/>
          </a:xfrm>
        </p:grpSpPr>
        <p:grpSp>
          <p:nvGrpSpPr>
            <p:cNvPr id="42" name="Google Shape;1005;p64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44" name="Google Shape;1006;p64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007;p64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008;p64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009;p64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1010;p64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1011;p64"/>
          <p:cNvSpPr/>
          <p:nvPr/>
        </p:nvSpPr>
        <p:spPr>
          <a:xfrm rot="-2180486" flipH="1">
            <a:off x="3669464" y="762491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021;p64"/>
          <p:cNvSpPr/>
          <p:nvPr/>
        </p:nvSpPr>
        <p:spPr>
          <a:xfrm rot="-1041939">
            <a:off x="4468775" y="845058"/>
            <a:ext cx="465153" cy="378940"/>
          </a:xfrm>
          <a:custGeom>
            <a:avLst/>
            <a:gdLst/>
            <a:ahLst/>
            <a:cxnLst/>
            <a:rect l="l" t="t" r="r" b="b"/>
            <a:pathLst>
              <a:path w="4489" h="3657" extrusionOk="0">
                <a:moveTo>
                  <a:pt x="1361" y="402"/>
                </a:moveTo>
                <a:cubicBezTo>
                  <a:pt x="1502" y="402"/>
                  <a:pt x="1636" y="442"/>
                  <a:pt x="1757" y="523"/>
                </a:cubicBezTo>
                <a:cubicBezTo>
                  <a:pt x="1975" y="667"/>
                  <a:pt x="2146" y="936"/>
                  <a:pt x="2218" y="1248"/>
                </a:cubicBezTo>
                <a:lnTo>
                  <a:pt x="2209" y="1292"/>
                </a:lnTo>
                <a:lnTo>
                  <a:pt x="2228" y="1292"/>
                </a:lnTo>
                <a:lnTo>
                  <a:pt x="2228" y="1294"/>
                </a:lnTo>
                <a:cubicBezTo>
                  <a:pt x="2245" y="1383"/>
                  <a:pt x="2323" y="1444"/>
                  <a:pt x="2418" y="1444"/>
                </a:cubicBezTo>
                <a:cubicBezTo>
                  <a:pt x="2513" y="1444"/>
                  <a:pt x="2590" y="1382"/>
                  <a:pt x="2608" y="1294"/>
                </a:cubicBezTo>
                <a:lnTo>
                  <a:pt x="2608" y="1292"/>
                </a:lnTo>
                <a:lnTo>
                  <a:pt x="2627" y="1292"/>
                </a:lnTo>
                <a:lnTo>
                  <a:pt x="2617" y="1247"/>
                </a:lnTo>
                <a:cubicBezTo>
                  <a:pt x="2691" y="921"/>
                  <a:pt x="2831" y="686"/>
                  <a:pt x="3035" y="546"/>
                </a:cubicBezTo>
                <a:cubicBezTo>
                  <a:pt x="3159" y="460"/>
                  <a:pt x="3329" y="402"/>
                  <a:pt x="3497" y="402"/>
                </a:cubicBezTo>
                <a:cubicBezTo>
                  <a:pt x="3608" y="402"/>
                  <a:pt x="3717" y="427"/>
                  <a:pt x="3812" y="486"/>
                </a:cubicBezTo>
                <a:cubicBezTo>
                  <a:pt x="4072" y="647"/>
                  <a:pt x="4109" y="1035"/>
                  <a:pt x="4032" y="1349"/>
                </a:cubicBezTo>
                <a:cubicBezTo>
                  <a:pt x="3950" y="1677"/>
                  <a:pt x="3762" y="1976"/>
                  <a:pt x="3570" y="2248"/>
                </a:cubicBezTo>
                <a:cubicBezTo>
                  <a:pt x="3279" y="2645"/>
                  <a:pt x="2831" y="2951"/>
                  <a:pt x="2416" y="3219"/>
                </a:cubicBezTo>
                <a:cubicBezTo>
                  <a:pt x="1794" y="2808"/>
                  <a:pt x="1313" y="2408"/>
                  <a:pt x="1002" y="1839"/>
                </a:cubicBezTo>
                <a:cubicBezTo>
                  <a:pt x="815" y="1494"/>
                  <a:pt x="698" y="988"/>
                  <a:pt x="836" y="688"/>
                </a:cubicBezTo>
                <a:cubicBezTo>
                  <a:pt x="904" y="543"/>
                  <a:pt x="1022" y="455"/>
                  <a:pt x="1198" y="418"/>
                </a:cubicBezTo>
                <a:cubicBezTo>
                  <a:pt x="1254" y="407"/>
                  <a:pt x="1308" y="402"/>
                  <a:pt x="1361" y="402"/>
                </a:cubicBezTo>
                <a:close/>
                <a:moveTo>
                  <a:pt x="3492" y="1"/>
                </a:moveTo>
                <a:cubicBezTo>
                  <a:pt x="3284" y="1"/>
                  <a:pt x="3068" y="58"/>
                  <a:pt x="2880" y="170"/>
                </a:cubicBezTo>
                <a:cubicBezTo>
                  <a:pt x="2692" y="282"/>
                  <a:pt x="2535" y="450"/>
                  <a:pt x="2419" y="663"/>
                </a:cubicBezTo>
                <a:cubicBezTo>
                  <a:pt x="2259" y="376"/>
                  <a:pt x="2026" y="169"/>
                  <a:pt x="1739" y="69"/>
                </a:cubicBezTo>
                <a:cubicBezTo>
                  <a:pt x="1617" y="27"/>
                  <a:pt x="1485" y="4"/>
                  <a:pt x="1352" y="4"/>
                </a:cubicBezTo>
                <a:cubicBezTo>
                  <a:pt x="1021" y="4"/>
                  <a:pt x="687" y="146"/>
                  <a:pt x="511" y="476"/>
                </a:cubicBezTo>
                <a:cubicBezTo>
                  <a:pt x="0" y="1444"/>
                  <a:pt x="913" y="2554"/>
                  <a:pt x="1533" y="3056"/>
                </a:cubicBezTo>
                <a:cubicBezTo>
                  <a:pt x="1788" y="3263"/>
                  <a:pt x="2053" y="3455"/>
                  <a:pt x="2317" y="3626"/>
                </a:cubicBezTo>
                <a:cubicBezTo>
                  <a:pt x="2348" y="3646"/>
                  <a:pt x="2383" y="3656"/>
                  <a:pt x="2419" y="3656"/>
                </a:cubicBezTo>
                <a:cubicBezTo>
                  <a:pt x="2456" y="3656"/>
                  <a:pt x="2490" y="3646"/>
                  <a:pt x="2521" y="3626"/>
                </a:cubicBezTo>
                <a:cubicBezTo>
                  <a:pt x="3027" y="3300"/>
                  <a:pt x="3550" y="2941"/>
                  <a:pt x="3899" y="2469"/>
                </a:cubicBezTo>
                <a:cubicBezTo>
                  <a:pt x="3901" y="2466"/>
                  <a:pt x="3903" y="2464"/>
                  <a:pt x="3904" y="2460"/>
                </a:cubicBezTo>
                <a:cubicBezTo>
                  <a:pt x="3906" y="2458"/>
                  <a:pt x="3908" y="2455"/>
                  <a:pt x="3909" y="2454"/>
                </a:cubicBezTo>
                <a:cubicBezTo>
                  <a:pt x="4160" y="2097"/>
                  <a:pt x="4420" y="1665"/>
                  <a:pt x="4460" y="1175"/>
                </a:cubicBezTo>
                <a:cubicBezTo>
                  <a:pt x="4488" y="817"/>
                  <a:pt x="4377" y="324"/>
                  <a:pt x="3963" y="111"/>
                </a:cubicBezTo>
                <a:cubicBezTo>
                  <a:pt x="3822" y="37"/>
                  <a:pt x="3659" y="1"/>
                  <a:pt x="349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1023;p64"/>
          <p:cNvGrpSpPr/>
          <p:nvPr/>
        </p:nvGrpSpPr>
        <p:grpSpPr>
          <a:xfrm>
            <a:off x="6766099" y="323854"/>
            <a:ext cx="1710828" cy="1286785"/>
            <a:chOff x="4566350" y="438250"/>
            <a:chExt cx="685675" cy="515725"/>
          </a:xfrm>
        </p:grpSpPr>
        <p:sp>
          <p:nvSpPr>
            <p:cNvPr id="61" name="Google Shape;1024;p64"/>
            <p:cNvSpPr/>
            <p:nvPr/>
          </p:nvSpPr>
          <p:spPr>
            <a:xfrm>
              <a:off x="5039850" y="896325"/>
              <a:ext cx="71375" cy="49575"/>
            </a:xfrm>
            <a:custGeom>
              <a:avLst/>
              <a:gdLst/>
              <a:ahLst/>
              <a:cxnLst/>
              <a:rect l="l" t="t" r="r" b="b"/>
              <a:pathLst>
                <a:path w="2855" h="1983" extrusionOk="0">
                  <a:moveTo>
                    <a:pt x="2169" y="0"/>
                  </a:moveTo>
                  <a:cubicBezTo>
                    <a:pt x="2163" y="13"/>
                    <a:pt x="2156" y="21"/>
                    <a:pt x="2146" y="30"/>
                  </a:cubicBezTo>
                  <a:cubicBezTo>
                    <a:pt x="1963" y="197"/>
                    <a:pt x="1763" y="300"/>
                    <a:pt x="1534" y="360"/>
                  </a:cubicBezTo>
                  <a:cubicBezTo>
                    <a:pt x="1829" y="679"/>
                    <a:pt x="2069" y="1030"/>
                    <a:pt x="2256" y="1428"/>
                  </a:cubicBezTo>
                  <a:cubicBezTo>
                    <a:pt x="2295" y="1509"/>
                    <a:pt x="2238" y="1594"/>
                    <a:pt x="2161" y="1594"/>
                  </a:cubicBezTo>
                  <a:cubicBezTo>
                    <a:pt x="2143" y="1594"/>
                    <a:pt x="2125" y="1589"/>
                    <a:pt x="2106" y="1579"/>
                  </a:cubicBezTo>
                  <a:cubicBezTo>
                    <a:pt x="1670" y="1350"/>
                    <a:pt x="1229" y="1122"/>
                    <a:pt x="794" y="888"/>
                  </a:cubicBezTo>
                  <a:cubicBezTo>
                    <a:pt x="605" y="1210"/>
                    <a:pt x="346" y="1496"/>
                    <a:pt x="0" y="1648"/>
                  </a:cubicBezTo>
                  <a:cubicBezTo>
                    <a:pt x="258" y="1770"/>
                    <a:pt x="522" y="1875"/>
                    <a:pt x="793" y="1937"/>
                  </a:cubicBezTo>
                  <a:cubicBezTo>
                    <a:pt x="923" y="1967"/>
                    <a:pt x="1065" y="1982"/>
                    <a:pt x="1210" y="1982"/>
                  </a:cubicBezTo>
                  <a:cubicBezTo>
                    <a:pt x="1985" y="1982"/>
                    <a:pt x="2855" y="1547"/>
                    <a:pt x="2604" y="610"/>
                  </a:cubicBezTo>
                  <a:cubicBezTo>
                    <a:pt x="2587" y="544"/>
                    <a:pt x="2612" y="496"/>
                    <a:pt x="2656" y="466"/>
                  </a:cubicBezTo>
                  <a:cubicBezTo>
                    <a:pt x="2493" y="309"/>
                    <a:pt x="2332" y="154"/>
                    <a:pt x="2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5;p64"/>
            <p:cNvSpPr/>
            <p:nvPr/>
          </p:nvSpPr>
          <p:spPr>
            <a:xfrm>
              <a:off x="5094500" y="854875"/>
              <a:ext cx="49050" cy="49425"/>
            </a:xfrm>
            <a:custGeom>
              <a:avLst/>
              <a:gdLst/>
              <a:ahLst/>
              <a:cxnLst/>
              <a:rect l="l" t="t" r="r" b="b"/>
              <a:pathLst>
                <a:path w="1962" h="1977" extrusionOk="0">
                  <a:moveTo>
                    <a:pt x="1299" y="1"/>
                  </a:moveTo>
                  <a:cubicBezTo>
                    <a:pt x="1135" y="156"/>
                    <a:pt x="953" y="282"/>
                    <a:pt x="750" y="379"/>
                  </a:cubicBezTo>
                  <a:cubicBezTo>
                    <a:pt x="1130" y="607"/>
                    <a:pt x="1782" y="995"/>
                    <a:pt x="1468" y="1379"/>
                  </a:cubicBezTo>
                  <a:cubicBezTo>
                    <a:pt x="1452" y="1399"/>
                    <a:pt x="1419" y="1412"/>
                    <a:pt x="1390" y="1412"/>
                  </a:cubicBezTo>
                  <a:cubicBezTo>
                    <a:pt x="1380" y="1412"/>
                    <a:pt x="1371" y="1411"/>
                    <a:pt x="1363" y="1408"/>
                  </a:cubicBezTo>
                  <a:cubicBezTo>
                    <a:pt x="967" y="1246"/>
                    <a:pt x="601" y="1031"/>
                    <a:pt x="281" y="747"/>
                  </a:cubicBezTo>
                  <a:cubicBezTo>
                    <a:pt x="188" y="921"/>
                    <a:pt x="95" y="1094"/>
                    <a:pt x="1" y="1265"/>
                  </a:cubicBezTo>
                  <a:cubicBezTo>
                    <a:pt x="211" y="1467"/>
                    <a:pt x="400" y="1683"/>
                    <a:pt x="555" y="1912"/>
                  </a:cubicBezTo>
                  <a:cubicBezTo>
                    <a:pt x="566" y="1902"/>
                    <a:pt x="580" y="1895"/>
                    <a:pt x="597" y="1895"/>
                  </a:cubicBezTo>
                  <a:cubicBezTo>
                    <a:pt x="605" y="1895"/>
                    <a:pt x="613" y="1896"/>
                    <a:pt x="622" y="1900"/>
                  </a:cubicBezTo>
                  <a:cubicBezTo>
                    <a:pt x="757" y="1952"/>
                    <a:pt x="880" y="1976"/>
                    <a:pt x="992" y="1976"/>
                  </a:cubicBezTo>
                  <a:cubicBezTo>
                    <a:pt x="1716" y="1976"/>
                    <a:pt x="1962" y="984"/>
                    <a:pt x="1592" y="365"/>
                  </a:cubicBezTo>
                  <a:cubicBezTo>
                    <a:pt x="1509" y="226"/>
                    <a:pt x="1410" y="108"/>
                    <a:pt x="1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6;p64"/>
            <p:cNvSpPr/>
            <p:nvPr/>
          </p:nvSpPr>
          <p:spPr>
            <a:xfrm>
              <a:off x="4614550" y="628000"/>
              <a:ext cx="54675" cy="58025"/>
            </a:xfrm>
            <a:custGeom>
              <a:avLst/>
              <a:gdLst/>
              <a:ahLst/>
              <a:cxnLst/>
              <a:rect l="l" t="t" r="r" b="b"/>
              <a:pathLst>
                <a:path w="2187" h="2321" extrusionOk="0">
                  <a:moveTo>
                    <a:pt x="1008" y="1"/>
                  </a:moveTo>
                  <a:cubicBezTo>
                    <a:pt x="146" y="1"/>
                    <a:pt x="0" y="1302"/>
                    <a:pt x="132" y="1986"/>
                  </a:cubicBezTo>
                  <a:cubicBezTo>
                    <a:pt x="146" y="2058"/>
                    <a:pt x="81" y="2120"/>
                    <a:pt x="19" y="2120"/>
                  </a:cubicBezTo>
                  <a:lnTo>
                    <a:pt x="19" y="2131"/>
                  </a:lnTo>
                  <a:cubicBezTo>
                    <a:pt x="348" y="2144"/>
                    <a:pt x="692" y="2216"/>
                    <a:pt x="1025" y="2320"/>
                  </a:cubicBezTo>
                  <a:cubicBezTo>
                    <a:pt x="1029" y="2315"/>
                    <a:pt x="1030" y="2309"/>
                    <a:pt x="1035" y="2307"/>
                  </a:cubicBezTo>
                  <a:cubicBezTo>
                    <a:pt x="1591" y="1835"/>
                    <a:pt x="778" y="1334"/>
                    <a:pt x="407" y="1154"/>
                  </a:cubicBezTo>
                  <a:cubicBezTo>
                    <a:pt x="298" y="1102"/>
                    <a:pt x="361" y="944"/>
                    <a:pt x="465" y="944"/>
                  </a:cubicBezTo>
                  <a:cubicBezTo>
                    <a:pt x="474" y="944"/>
                    <a:pt x="483" y="945"/>
                    <a:pt x="493" y="947"/>
                  </a:cubicBezTo>
                  <a:cubicBezTo>
                    <a:pt x="864" y="1051"/>
                    <a:pt x="1234" y="1149"/>
                    <a:pt x="1606" y="1248"/>
                  </a:cubicBezTo>
                  <a:cubicBezTo>
                    <a:pt x="1750" y="956"/>
                    <a:pt x="1938" y="694"/>
                    <a:pt x="2187" y="485"/>
                  </a:cubicBezTo>
                  <a:cubicBezTo>
                    <a:pt x="1935" y="333"/>
                    <a:pt x="1681" y="183"/>
                    <a:pt x="1407" y="80"/>
                  </a:cubicBezTo>
                  <a:cubicBezTo>
                    <a:pt x="1259" y="26"/>
                    <a:pt x="1127" y="1"/>
                    <a:pt x="1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27;p64"/>
            <p:cNvSpPr/>
            <p:nvPr/>
          </p:nvSpPr>
          <p:spPr>
            <a:xfrm>
              <a:off x="4586075" y="688100"/>
              <a:ext cx="47100" cy="17425"/>
            </a:xfrm>
            <a:custGeom>
              <a:avLst/>
              <a:gdLst/>
              <a:ahLst/>
              <a:cxnLst/>
              <a:rect l="l" t="t" r="r" b="b"/>
              <a:pathLst>
                <a:path w="1884" h="697" extrusionOk="0">
                  <a:moveTo>
                    <a:pt x="1126" y="0"/>
                  </a:moveTo>
                  <a:cubicBezTo>
                    <a:pt x="694" y="0"/>
                    <a:pt x="297" y="131"/>
                    <a:pt x="0" y="483"/>
                  </a:cubicBezTo>
                  <a:lnTo>
                    <a:pt x="53" y="527"/>
                  </a:lnTo>
                  <a:cubicBezTo>
                    <a:pt x="68" y="514"/>
                    <a:pt x="87" y="506"/>
                    <a:pt x="108" y="506"/>
                  </a:cubicBezTo>
                  <a:cubicBezTo>
                    <a:pt x="120" y="506"/>
                    <a:pt x="133" y="508"/>
                    <a:pt x="147" y="514"/>
                  </a:cubicBezTo>
                  <a:cubicBezTo>
                    <a:pt x="422" y="620"/>
                    <a:pt x="708" y="697"/>
                    <a:pt x="974" y="697"/>
                  </a:cubicBezTo>
                  <a:cubicBezTo>
                    <a:pt x="1346" y="697"/>
                    <a:pt x="1678" y="545"/>
                    <a:pt x="1884" y="110"/>
                  </a:cubicBezTo>
                  <a:cubicBezTo>
                    <a:pt x="1628" y="42"/>
                    <a:pt x="1371" y="0"/>
                    <a:pt x="11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028;p64"/>
            <p:cNvSpPr/>
            <p:nvPr/>
          </p:nvSpPr>
          <p:spPr>
            <a:xfrm>
              <a:off x="4569875" y="700150"/>
              <a:ext cx="44500" cy="46550"/>
            </a:xfrm>
            <a:custGeom>
              <a:avLst/>
              <a:gdLst/>
              <a:ahLst/>
              <a:cxnLst/>
              <a:rect l="l" t="t" r="r" b="b"/>
              <a:pathLst>
                <a:path w="1780" h="1862" extrusionOk="0">
                  <a:moveTo>
                    <a:pt x="648" y="1"/>
                  </a:moveTo>
                  <a:cubicBezTo>
                    <a:pt x="560" y="102"/>
                    <a:pt x="482" y="225"/>
                    <a:pt x="414" y="369"/>
                  </a:cubicBezTo>
                  <a:cubicBezTo>
                    <a:pt x="1" y="1236"/>
                    <a:pt x="643" y="1633"/>
                    <a:pt x="1422" y="1862"/>
                  </a:cubicBezTo>
                  <a:cubicBezTo>
                    <a:pt x="1531" y="1556"/>
                    <a:pt x="1657" y="1258"/>
                    <a:pt x="1779" y="959"/>
                  </a:cubicBezTo>
                  <a:cubicBezTo>
                    <a:pt x="1355" y="802"/>
                    <a:pt x="990" y="561"/>
                    <a:pt x="688" y="214"/>
                  </a:cubicBezTo>
                  <a:cubicBezTo>
                    <a:pt x="646" y="167"/>
                    <a:pt x="657" y="84"/>
                    <a:pt x="702" y="45"/>
                  </a:cubicBezTo>
                  <a:lnTo>
                    <a:pt x="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029;p64"/>
            <p:cNvSpPr/>
            <p:nvPr/>
          </p:nvSpPr>
          <p:spPr>
            <a:xfrm>
              <a:off x="4566350" y="438250"/>
              <a:ext cx="685675" cy="515725"/>
            </a:xfrm>
            <a:custGeom>
              <a:avLst/>
              <a:gdLst/>
              <a:ahLst/>
              <a:cxnLst/>
              <a:rect l="l" t="t" r="r" b="b"/>
              <a:pathLst>
                <a:path w="27427" h="20629" extrusionOk="0">
                  <a:moveTo>
                    <a:pt x="11962" y="408"/>
                  </a:moveTo>
                  <a:cubicBezTo>
                    <a:pt x="12248" y="854"/>
                    <a:pt x="12302" y="1558"/>
                    <a:pt x="12307" y="2209"/>
                  </a:cubicBezTo>
                  <a:cubicBezTo>
                    <a:pt x="11972" y="2012"/>
                    <a:pt x="11675" y="1755"/>
                    <a:pt x="11393" y="1486"/>
                  </a:cubicBezTo>
                  <a:cubicBezTo>
                    <a:pt x="11572" y="1124"/>
                    <a:pt x="11759" y="765"/>
                    <a:pt x="11962" y="408"/>
                  </a:cubicBezTo>
                  <a:close/>
                  <a:moveTo>
                    <a:pt x="9142" y="2592"/>
                  </a:moveTo>
                  <a:cubicBezTo>
                    <a:pt x="9195" y="2592"/>
                    <a:pt x="9246" y="2609"/>
                    <a:pt x="9293" y="2646"/>
                  </a:cubicBezTo>
                  <a:cubicBezTo>
                    <a:pt x="9477" y="2789"/>
                    <a:pt x="9580" y="3286"/>
                    <a:pt x="9652" y="3514"/>
                  </a:cubicBezTo>
                  <a:cubicBezTo>
                    <a:pt x="9707" y="3683"/>
                    <a:pt x="9750" y="3854"/>
                    <a:pt x="9791" y="4028"/>
                  </a:cubicBezTo>
                  <a:cubicBezTo>
                    <a:pt x="9500" y="3902"/>
                    <a:pt x="9196" y="3841"/>
                    <a:pt x="8892" y="3841"/>
                  </a:cubicBezTo>
                  <a:cubicBezTo>
                    <a:pt x="8569" y="3841"/>
                    <a:pt x="8245" y="3911"/>
                    <a:pt x="7939" y="4046"/>
                  </a:cubicBezTo>
                  <a:lnTo>
                    <a:pt x="7944" y="4041"/>
                  </a:lnTo>
                  <a:cubicBezTo>
                    <a:pt x="8106" y="3770"/>
                    <a:pt x="8700" y="2592"/>
                    <a:pt x="9142" y="2592"/>
                  </a:cubicBezTo>
                  <a:close/>
                  <a:moveTo>
                    <a:pt x="11328" y="1623"/>
                  </a:moveTo>
                  <a:cubicBezTo>
                    <a:pt x="11621" y="1926"/>
                    <a:pt x="11955" y="2181"/>
                    <a:pt x="12290" y="2440"/>
                  </a:cubicBezTo>
                  <a:cubicBezTo>
                    <a:pt x="12294" y="2445"/>
                    <a:pt x="12300" y="2445"/>
                    <a:pt x="12307" y="2448"/>
                  </a:cubicBezTo>
                  <a:cubicBezTo>
                    <a:pt x="12304" y="2727"/>
                    <a:pt x="12297" y="2989"/>
                    <a:pt x="12299" y="3206"/>
                  </a:cubicBezTo>
                  <a:cubicBezTo>
                    <a:pt x="12302" y="3418"/>
                    <a:pt x="12302" y="3628"/>
                    <a:pt x="12299" y="3842"/>
                  </a:cubicBezTo>
                  <a:cubicBezTo>
                    <a:pt x="12292" y="4340"/>
                    <a:pt x="12268" y="4836"/>
                    <a:pt x="12231" y="5334"/>
                  </a:cubicBezTo>
                  <a:cubicBezTo>
                    <a:pt x="12194" y="5381"/>
                    <a:pt x="12189" y="5450"/>
                    <a:pt x="12217" y="5501"/>
                  </a:cubicBezTo>
                  <a:cubicBezTo>
                    <a:pt x="12216" y="5521"/>
                    <a:pt x="12216" y="5542"/>
                    <a:pt x="12215" y="5560"/>
                  </a:cubicBezTo>
                  <a:cubicBezTo>
                    <a:pt x="11854" y="5365"/>
                    <a:pt x="11500" y="5176"/>
                    <a:pt x="11173" y="4927"/>
                  </a:cubicBezTo>
                  <a:cubicBezTo>
                    <a:pt x="10853" y="4683"/>
                    <a:pt x="10591" y="4383"/>
                    <a:pt x="10287" y="4127"/>
                  </a:cubicBezTo>
                  <a:cubicBezTo>
                    <a:pt x="10439" y="3708"/>
                    <a:pt x="10600" y="3295"/>
                    <a:pt x="10769" y="2884"/>
                  </a:cubicBezTo>
                  <a:cubicBezTo>
                    <a:pt x="11102" y="3335"/>
                    <a:pt x="11563" y="3730"/>
                    <a:pt x="12074" y="3945"/>
                  </a:cubicBezTo>
                  <a:cubicBezTo>
                    <a:pt x="12090" y="3952"/>
                    <a:pt x="12105" y="3955"/>
                    <a:pt x="12119" y="3955"/>
                  </a:cubicBezTo>
                  <a:cubicBezTo>
                    <a:pt x="12184" y="3955"/>
                    <a:pt x="12235" y="3897"/>
                    <a:pt x="12235" y="3842"/>
                  </a:cubicBezTo>
                  <a:cubicBezTo>
                    <a:pt x="12235" y="3812"/>
                    <a:pt x="12219" y="3782"/>
                    <a:pt x="12180" y="3764"/>
                  </a:cubicBezTo>
                  <a:cubicBezTo>
                    <a:pt x="11644" y="3501"/>
                    <a:pt x="11205" y="3190"/>
                    <a:pt x="10829" y="2735"/>
                  </a:cubicBezTo>
                  <a:cubicBezTo>
                    <a:pt x="10986" y="2361"/>
                    <a:pt x="11152" y="1989"/>
                    <a:pt x="11328" y="1623"/>
                  </a:cubicBezTo>
                  <a:close/>
                  <a:moveTo>
                    <a:pt x="13914" y="4314"/>
                  </a:moveTo>
                  <a:cubicBezTo>
                    <a:pt x="14049" y="4884"/>
                    <a:pt x="14071" y="5430"/>
                    <a:pt x="14039" y="6003"/>
                  </a:cubicBezTo>
                  <a:cubicBezTo>
                    <a:pt x="14005" y="5957"/>
                    <a:pt x="13967" y="5912"/>
                    <a:pt x="13925" y="5869"/>
                  </a:cubicBezTo>
                  <a:cubicBezTo>
                    <a:pt x="13558" y="5486"/>
                    <a:pt x="13081" y="5288"/>
                    <a:pt x="12567" y="5273"/>
                  </a:cubicBezTo>
                  <a:cubicBezTo>
                    <a:pt x="13004" y="4924"/>
                    <a:pt x="13444" y="4610"/>
                    <a:pt x="13914" y="4314"/>
                  </a:cubicBezTo>
                  <a:close/>
                  <a:moveTo>
                    <a:pt x="10238" y="4253"/>
                  </a:moveTo>
                  <a:cubicBezTo>
                    <a:pt x="10642" y="4921"/>
                    <a:pt x="11476" y="5489"/>
                    <a:pt x="12169" y="5771"/>
                  </a:cubicBezTo>
                  <a:cubicBezTo>
                    <a:pt x="12178" y="5775"/>
                    <a:pt x="12186" y="5776"/>
                    <a:pt x="12194" y="5776"/>
                  </a:cubicBezTo>
                  <a:cubicBezTo>
                    <a:pt x="12191" y="5811"/>
                    <a:pt x="12189" y="5849"/>
                    <a:pt x="12186" y="5885"/>
                  </a:cubicBezTo>
                  <a:cubicBezTo>
                    <a:pt x="12185" y="5893"/>
                    <a:pt x="12189" y="5899"/>
                    <a:pt x="12188" y="5908"/>
                  </a:cubicBezTo>
                  <a:cubicBezTo>
                    <a:pt x="11893" y="5990"/>
                    <a:pt x="11614" y="6035"/>
                    <a:pt x="11346" y="6038"/>
                  </a:cubicBezTo>
                  <a:cubicBezTo>
                    <a:pt x="11319" y="5998"/>
                    <a:pt x="11272" y="5978"/>
                    <a:pt x="11224" y="5978"/>
                  </a:cubicBezTo>
                  <a:cubicBezTo>
                    <a:pt x="11179" y="5978"/>
                    <a:pt x="11134" y="5995"/>
                    <a:pt x="11102" y="6029"/>
                  </a:cubicBezTo>
                  <a:cubicBezTo>
                    <a:pt x="10639" y="5988"/>
                    <a:pt x="10204" y="5811"/>
                    <a:pt x="9767" y="5475"/>
                  </a:cubicBezTo>
                  <a:cubicBezTo>
                    <a:pt x="9793" y="5465"/>
                    <a:pt x="9818" y="5445"/>
                    <a:pt x="9831" y="5407"/>
                  </a:cubicBezTo>
                  <a:cubicBezTo>
                    <a:pt x="9945" y="5077"/>
                    <a:pt x="10060" y="4749"/>
                    <a:pt x="10179" y="4423"/>
                  </a:cubicBezTo>
                  <a:cubicBezTo>
                    <a:pt x="10246" y="4417"/>
                    <a:pt x="10283" y="4332"/>
                    <a:pt x="10230" y="4278"/>
                  </a:cubicBezTo>
                  <a:cubicBezTo>
                    <a:pt x="10232" y="4269"/>
                    <a:pt x="10236" y="4261"/>
                    <a:pt x="10238" y="4253"/>
                  </a:cubicBezTo>
                  <a:close/>
                  <a:moveTo>
                    <a:pt x="8966" y="4101"/>
                  </a:moveTo>
                  <a:cubicBezTo>
                    <a:pt x="9236" y="4101"/>
                    <a:pt x="9528" y="4158"/>
                    <a:pt x="9848" y="4288"/>
                  </a:cubicBezTo>
                  <a:lnTo>
                    <a:pt x="9863" y="4358"/>
                  </a:lnTo>
                  <a:cubicBezTo>
                    <a:pt x="9864" y="4367"/>
                    <a:pt x="9869" y="4372"/>
                    <a:pt x="9873" y="4381"/>
                  </a:cubicBezTo>
                  <a:cubicBezTo>
                    <a:pt x="9778" y="4702"/>
                    <a:pt x="9694" y="5025"/>
                    <a:pt x="9626" y="5351"/>
                  </a:cubicBezTo>
                  <a:cubicBezTo>
                    <a:pt x="9619" y="5390"/>
                    <a:pt x="9630" y="5420"/>
                    <a:pt x="9648" y="5443"/>
                  </a:cubicBezTo>
                  <a:cubicBezTo>
                    <a:pt x="9614" y="5463"/>
                    <a:pt x="9595" y="5511"/>
                    <a:pt x="9631" y="5555"/>
                  </a:cubicBezTo>
                  <a:cubicBezTo>
                    <a:pt x="9958" y="5951"/>
                    <a:pt x="10463" y="6210"/>
                    <a:pt x="10989" y="6292"/>
                  </a:cubicBezTo>
                  <a:cubicBezTo>
                    <a:pt x="10565" y="7273"/>
                    <a:pt x="9664" y="7574"/>
                    <a:pt x="8646" y="7574"/>
                  </a:cubicBezTo>
                  <a:cubicBezTo>
                    <a:pt x="7543" y="7574"/>
                    <a:pt x="6302" y="7220"/>
                    <a:pt x="5383" y="6997"/>
                  </a:cubicBezTo>
                  <a:cubicBezTo>
                    <a:pt x="6587" y="5988"/>
                    <a:pt x="7421" y="4101"/>
                    <a:pt x="8966" y="4101"/>
                  </a:cubicBezTo>
                  <a:close/>
                  <a:moveTo>
                    <a:pt x="12503" y="5566"/>
                  </a:moveTo>
                  <a:cubicBezTo>
                    <a:pt x="13248" y="5594"/>
                    <a:pt x="13879" y="6022"/>
                    <a:pt x="14093" y="6779"/>
                  </a:cubicBezTo>
                  <a:cubicBezTo>
                    <a:pt x="14200" y="7159"/>
                    <a:pt x="14220" y="7514"/>
                    <a:pt x="14367" y="7864"/>
                  </a:cubicBezTo>
                  <a:cubicBezTo>
                    <a:pt x="14102" y="7918"/>
                    <a:pt x="13813" y="7949"/>
                    <a:pt x="13523" y="7949"/>
                  </a:cubicBezTo>
                  <a:cubicBezTo>
                    <a:pt x="12456" y="7949"/>
                    <a:pt x="11368" y="7532"/>
                    <a:pt x="11360" y="6320"/>
                  </a:cubicBezTo>
                  <a:cubicBezTo>
                    <a:pt x="11688" y="6319"/>
                    <a:pt x="12013" y="6247"/>
                    <a:pt x="12295" y="6092"/>
                  </a:cubicBezTo>
                  <a:cubicBezTo>
                    <a:pt x="12325" y="6076"/>
                    <a:pt x="12340" y="6051"/>
                    <a:pt x="12342" y="6023"/>
                  </a:cubicBezTo>
                  <a:cubicBezTo>
                    <a:pt x="12408" y="6013"/>
                    <a:pt x="12470" y="5970"/>
                    <a:pt x="12477" y="5886"/>
                  </a:cubicBezTo>
                  <a:cubicBezTo>
                    <a:pt x="12487" y="5779"/>
                    <a:pt x="12496" y="5673"/>
                    <a:pt x="12503" y="5566"/>
                  </a:cubicBezTo>
                  <a:close/>
                  <a:moveTo>
                    <a:pt x="1915" y="9993"/>
                  </a:moveTo>
                  <a:cubicBezTo>
                    <a:pt x="2160" y="9993"/>
                    <a:pt x="2417" y="10036"/>
                    <a:pt x="2673" y="10104"/>
                  </a:cubicBezTo>
                  <a:cubicBezTo>
                    <a:pt x="2467" y="10540"/>
                    <a:pt x="2135" y="10691"/>
                    <a:pt x="1763" y="10691"/>
                  </a:cubicBezTo>
                  <a:cubicBezTo>
                    <a:pt x="1497" y="10691"/>
                    <a:pt x="1211" y="10614"/>
                    <a:pt x="936" y="10508"/>
                  </a:cubicBezTo>
                  <a:cubicBezTo>
                    <a:pt x="922" y="10502"/>
                    <a:pt x="909" y="10500"/>
                    <a:pt x="897" y="10500"/>
                  </a:cubicBezTo>
                  <a:cubicBezTo>
                    <a:pt x="876" y="10500"/>
                    <a:pt x="857" y="10508"/>
                    <a:pt x="842" y="10521"/>
                  </a:cubicBezTo>
                  <a:cubicBezTo>
                    <a:pt x="798" y="10560"/>
                    <a:pt x="785" y="10643"/>
                    <a:pt x="829" y="10690"/>
                  </a:cubicBezTo>
                  <a:cubicBezTo>
                    <a:pt x="1131" y="11037"/>
                    <a:pt x="1494" y="11280"/>
                    <a:pt x="1920" y="11435"/>
                  </a:cubicBezTo>
                  <a:cubicBezTo>
                    <a:pt x="1798" y="11734"/>
                    <a:pt x="1671" y="12032"/>
                    <a:pt x="1562" y="12338"/>
                  </a:cubicBezTo>
                  <a:cubicBezTo>
                    <a:pt x="784" y="12109"/>
                    <a:pt x="142" y="11712"/>
                    <a:pt x="555" y="10845"/>
                  </a:cubicBezTo>
                  <a:cubicBezTo>
                    <a:pt x="623" y="10701"/>
                    <a:pt x="703" y="10578"/>
                    <a:pt x="789" y="10477"/>
                  </a:cubicBezTo>
                  <a:cubicBezTo>
                    <a:pt x="1086" y="10124"/>
                    <a:pt x="1483" y="9993"/>
                    <a:pt x="1915" y="9993"/>
                  </a:cubicBezTo>
                  <a:close/>
                  <a:moveTo>
                    <a:pt x="2869" y="10162"/>
                  </a:moveTo>
                  <a:cubicBezTo>
                    <a:pt x="3328" y="10306"/>
                    <a:pt x="3775" y="10517"/>
                    <a:pt x="4136" y="10702"/>
                  </a:cubicBezTo>
                  <a:cubicBezTo>
                    <a:pt x="4156" y="10711"/>
                    <a:pt x="4175" y="10716"/>
                    <a:pt x="4193" y="10716"/>
                  </a:cubicBezTo>
                  <a:cubicBezTo>
                    <a:pt x="4222" y="10716"/>
                    <a:pt x="4248" y="10705"/>
                    <a:pt x="4270" y="10689"/>
                  </a:cubicBezTo>
                  <a:cubicBezTo>
                    <a:pt x="4285" y="11836"/>
                    <a:pt x="4984" y="12959"/>
                    <a:pt x="5963" y="13537"/>
                  </a:cubicBezTo>
                  <a:cubicBezTo>
                    <a:pt x="6073" y="13601"/>
                    <a:pt x="6185" y="13656"/>
                    <a:pt x="6298" y="13707"/>
                  </a:cubicBezTo>
                  <a:cubicBezTo>
                    <a:pt x="5231" y="13308"/>
                    <a:pt x="4146" y="12954"/>
                    <a:pt x="3042" y="12667"/>
                  </a:cubicBezTo>
                  <a:cubicBezTo>
                    <a:pt x="2710" y="12582"/>
                    <a:pt x="2193" y="12509"/>
                    <a:pt x="1706" y="12379"/>
                  </a:cubicBezTo>
                  <a:cubicBezTo>
                    <a:pt x="1869" y="12067"/>
                    <a:pt x="2009" y="11744"/>
                    <a:pt x="2159" y="11427"/>
                  </a:cubicBezTo>
                  <a:cubicBezTo>
                    <a:pt x="2187" y="11361"/>
                    <a:pt x="2164" y="11289"/>
                    <a:pt x="2092" y="11266"/>
                  </a:cubicBezTo>
                  <a:cubicBezTo>
                    <a:pt x="1797" y="11171"/>
                    <a:pt x="1542" y="11030"/>
                    <a:pt x="1311" y="10848"/>
                  </a:cubicBezTo>
                  <a:lnTo>
                    <a:pt x="1311" y="10848"/>
                  </a:lnTo>
                  <a:cubicBezTo>
                    <a:pt x="1462" y="10880"/>
                    <a:pt x="1612" y="10899"/>
                    <a:pt x="1757" y="10899"/>
                  </a:cubicBezTo>
                  <a:cubicBezTo>
                    <a:pt x="2210" y="10899"/>
                    <a:pt x="2615" y="10717"/>
                    <a:pt x="2858" y="10204"/>
                  </a:cubicBezTo>
                  <a:cubicBezTo>
                    <a:pt x="2863" y="10190"/>
                    <a:pt x="2866" y="10175"/>
                    <a:pt x="2869" y="10162"/>
                  </a:cubicBezTo>
                  <a:close/>
                  <a:moveTo>
                    <a:pt x="21530" y="11098"/>
                  </a:moveTo>
                  <a:cubicBezTo>
                    <a:pt x="22291" y="11098"/>
                    <a:pt x="23088" y="11358"/>
                    <a:pt x="23715" y="11806"/>
                  </a:cubicBezTo>
                  <a:cubicBezTo>
                    <a:pt x="24764" y="12559"/>
                    <a:pt x="25497" y="14176"/>
                    <a:pt x="26890" y="14257"/>
                  </a:cubicBezTo>
                  <a:cubicBezTo>
                    <a:pt x="25849" y="15339"/>
                    <a:pt x="24475" y="15892"/>
                    <a:pt x="23088" y="15892"/>
                  </a:cubicBezTo>
                  <a:cubicBezTo>
                    <a:pt x="21873" y="15892"/>
                    <a:pt x="20650" y="15467"/>
                    <a:pt x="19634" y="14604"/>
                  </a:cubicBezTo>
                  <a:cubicBezTo>
                    <a:pt x="19653" y="13965"/>
                    <a:pt x="19500" y="13345"/>
                    <a:pt x="19121" y="12834"/>
                  </a:cubicBezTo>
                  <a:cubicBezTo>
                    <a:pt x="19468" y="11610"/>
                    <a:pt x="20463" y="11098"/>
                    <a:pt x="21530" y="11098"/>
                  </a:cubicBezTo>
                  <a:close/>
                  <a:moveTo>
                    <a:pt x="19603" y="14969"/>
                  </a:moveTo>
                  <a:cubicBezTo>
                    <a:pt x="20033" y="15313"/>
                    <a:pt x="20497" y="15585"/>
                    <a:pt x="20981" y="15784"/>
                  </a:cubicBezTo>
                  <a:cubicBezTo>
                    <a:pt x="20977" y="15825"/>
                    <a:pt x="20993" y="15867"/>
                    <a:pt x="21039" y="15888"/>
                  </a:cubicBezTo>
                  <a:cubicBezTo>
                    <a:pt x="21443" y="16082"/>
                    <a:pt x="21889" y="16251"/>
                    <a:pt x="22251" y="16525"/>
                  </a:cubicBezTo>
                  <a:cubicBezTo>
                    <a:pt x="22061" y="16696"/>
                    <a:pt x="21851" y="16830"/>
                    <a:pt x="21604" y="16923"/>
                  </a:cubicBezTo>
                  <a:cubicBezTo>
                    <a:pt x="21512" y="16958"/>
                    <a:pt x="21496" y="17072"/>
                    <a:pt x="21578" y="17127"/>
                  </a:cubicBezTo>
                  <a:cubicBezTo>
                    <a:pt x="21731" y="17229"/>
                    <a:pt x="21883" y="17333"/>
                    <a:pt x="22034" y="17435"/>
                  </a:cubicBezTo>
                  <a:cubicBezTo>
                    <a:pt x="22132" y="17500"/>
                    <a:pt x="22246" y="17564"/>
                    <a:pt x="22333" y="17643"/>
                  </a:cubicBezTo>
                  <a:cubicBezTo>
                    <a:pt x="22405" y="17708"/>
                    <a:pt x="22462" y="17775"/>
                    <a:pt x="22367" y="17775"/>
                  </a:cubicBezTo>
                  <a:cubicBezTo>
                    <a:pt x="22358" y="17775"/>
                    <a:pt x="22346" y="17775"/>
                    <a:pt x="22334" y="17773"/>
                  </a:cubicBezTo>
                  <a:cubicBezTo>
                    <a:pt x="22207" y="17759"/>
                    <a:pt x="22029" y="17616"/>
                    <a:pt x="21928" y="17549"/>
                  </a:cubicBezTo>
                  <a:cubicBezTo>
                    <a:pt x="21758" y="17443"/>
                    <a:pt x="21603" y="17320"/>
                    <a:pt x="21449" y="17193"/>
                  </a:cubicBezTo>
                  <a:cubicBezTo>
                    <a:pt x="21429" y="17176"/>
                    <a:pt x="21400" y="17165"/>
                    <a:pt x="21372" y="17165"/>
                  </a:cubicBezTo>
                  <a:cubicBezTo>
                    <a:pt x="21341" y="17165"/>
                    <a:pt x="21311" y="17179"/>
                    <a:pt x="21298" y="17212"/>
                  </a:cubicBezTo>
                  <a:cubicBezTo>
                    <a:pt x="21207" y="17419"/>
                    <a:pt x="21109" y="17622"/>
                    <a:pt x="21017" y="17828"/>
                  </a:cubicBezTo>
                  <a:cubicBezTo>
                    <a:pt x="20429" y="17301"/>
                    <a:pt x="19693" y="16902"/>
                    <a:pt x="18982" y="16704"/>
                  </a:cubicBezTo>
                  <a:cubicBezTo>
                    <a:pt x="19302" y="16183"/>
                    <a:pt x="19523" y="15577"/>
                    <a:pt x="19603" y="14969"/>
                  </a:cubicBezTo>
                  <a:close/>
                  <a:moveTo>
                    <a:pt x="22423" y="16668"/>
                  </a:moveTo>
                  <a:cubicBezTo>
                    <a:pt x="22536" y="16773"/>
                    <a:pt x="22635" y="16892"/>
                    <a:pt x="22718" y="17031"/>
                  </a:cubicBezTo>
                  <a:cubicBezTo>
                    <a:pt x="23088" y="17649"/>
                    <a:pt x="22843" y="18642"/>
                    <a:pt x="22117" y="18642"/>
                  </a:cubicBezTo>
                  <a:cubicBezTo>
                    <a:pt x="22006" y="18642"/>
                    <a:pt x="21882" y="18618"/>
                    <a:pt x="21748" y="18566"/>
                  </a:cubicBezTo>
                  <a:cubicBezTo>
                    <a:pt x="21739" y="18562"/>
                    <a:pt x="21730" y="18560"/>
                    <a:pt x="21722" y="18560"/>
                  </a:cubicBezTo>
                  <a:cubicBezTo>
                    <a:pt x="21706" y="18560"/>
                    <a:pt x="21692" y="18567"/>
                    <a:pt x="21680" y="18579"/>
                  </a:cubicBezTo>
                  <a:cubicBezTo>
                    <a:pt x="21523" y="18349"/>
                    <a:pt x="21334" y="18132"/>
                    <a:pt x="21126" y="17932"/>
                  </a:cubicBezTo>
                  <a:cubicBezTo>
                    <a:pt x="21221" y="17759"/>
                    <a:pt x="21313" y="17587"/>
                    <a:pt x="21406" y="17414"/>
                  </a:cubicBezTo>
                  <a:cubicBezTo>
                    <a:pt x="21726" y="17700"/>
                    <a:pt x="22091" y="17913"/>
                    <a:pt x="22488" y="18074"/>
                  </a:cubicBezTo>
                  <a:cubicBezTo>
                    <a:pt x="22496" y="18076"/>
                    <a:pt x="22504" y="18078"/>
                    <a:pt x="22514" y="18078"/>
                  </a:cubicBezTo>
                  <a:cubicBezTo>
                    <a:pt x="22543" y="18078"/>
                    <a:pt x="22576" y="18065"/>
                    <a:pt x="22593" y="18046"/>
                  </a:cubicBezTo>
                  <a:cubicBezTo>
                    <a:pt x="22907" y="17662"/>
                    <a:pt x="22255" y="17274"/>
                    <a:pt x="21874" y="17046"/>
                  </a:cubicBezTo>
                  <a:cubicBezTo>
                    <a:pt x="22078" y="16948"/>
                    <a:pt x="22260" y="16821"/>
                    <a:pt x="22423" y="16668"/>
                  </a:cubicBezTo>
                  <a:close/>
                  <a:moveTo>
                    <a:pt x="11098" y="6727"/>
                  </a:moveTo>
                  <a:cubicBezTo>
                    <a:pt x="11310" y="7772"/>
                    <a:pt x="12351" y="8202"/>
                    <a:pt x="13410" y="8240"/>
                  </a:cubicBezTo>
                  <a:cubicBezTo>
                    <a:pt x="13391" y="8246"/>
                    <a:pt x="13374" y="8257"/>
                    <a:pt x="13360" y="8272"/>
                  </a:cubicBezTo>
                  <a:cubicBezTo>
                    <a:pt x="12932" y="8735"/>
                    <a:pt x="13429" y="10100"/>
                    <a:pt x="13718" y="10543"/>
                  </a:cubicBezTo>
                  <a:cubicBezTo>
                    <a:pt x="14155" y="11224"/>
                    <a:pt x="14907" y="11528"/>
                    <a:pt x="15665" y="11706"/>
                  </a:cubicBezTo>
                  <a:cubicBezTo>
                    <a:pt x="16676" y="11942"/>
                    <a:pt x="17881" y="11974"/>
                    <a:pt x="18653" y="12757"/>
                  </a:cubicBezTo>
                  <a:cubicBezTo>
                    <a:pt x="19193" y="13305"/>
                    <a:pt x="19372" y="13949"/>
                    <a:pt x="19339" y="14609"/>
                  </a:cubicBezTo>
                  <a:cubicBezTo>
                    <a:pt x="19323" y="14642"/>
                    <a:pt x="19318" y="14679"/>
                    <a:pt x="19333" y="14717"/>
                  </a:cubicBezTo>
                  <a:cubicBezTo>
                    <a:pt x="19266" y="15508"/>
                    <a:pt x="18904" y="16315"/>
                    <a:pt x="18495" y="16989"/>
                  </a:cubicBezTo>
                  <a:cubicBezTo>
                    <a:pt x="18444" y="17072"/>
                    <a:pt x="18524" y="17171"/>
                    <a:pt x="18604" y="17171"/>
                  </a:cubicBezTo>
                  <a:cubicBezTo>
                    <a:pt x="18631" y="17171"/>
                    <a:pt x="18659" y="17159"/>
                    <a:pt x="18680" y="17132"/>
                  </a:cubicBezTo>
                  <a:cubicBezTo>
                    <a:pt x="18730" y="17070"/>
                    <a:pt x="18777" y="17006"/>
                    <a:pt x="18823" y="16940"/>
                  </a:cubicBezTo>
                  <a:cubicBezTo>
                    <a:pt x="18831" y="16945"/>
                    <a:pt x="18837" y="16950"/>
                    <a:pt x="18844" y="16954"/>
                  </a:cubicBezTo>
                  <a:cubicBezTo>
                    <a:pt x="19392" y="17174"/>
                    <a:pt x="19914" y="17399"/>
                    <a:pt x="20401" y="17737"/>
                  </a:cubicBezTo>
                  <a:cubicBezTo>
                    <a:pt x="20601" y="17876"/>
                    <a:pt x="20785" y="18030"/>
                    <a:pt x="20961" y="18189"/>
                  </a:cubicBezTo>
                  <a:cubicBezTo>
                    <a:pt x="20732" y="18354"/>
                    <a:pt x="20508" y="18462"/>
                    <a:pt x="20227" y="18505"/>
                  </a:cubicBezTo>
                  <a:cubicBezTo>
                    <a:pt x="20143" y="18517"/>
                    <a:pt x="20126" y="18637"/>
                    <a:pt x="20180" y="18690"/>
                  </a:cubicBezTo>
                  <a:cubicBezTo>
                    <a:pt x="20443" y="18949"/>
                    <a:pt x="20660" y="19232"/>
                    <a:pt x="20842" y="19545"/>
                  </a:cubicBezTo>
                  <a:cubicBezTo>
                    <a:pt x="20479" y="19353"/>
                    <a:pt x="20115" y="19163"/>
                    <a:pt x="19749" y="18978"/>
                  </a:cubicBezTo>
                  <a:cubicBezTo>
                    <a:pt x="19733" y="18970"/>
                    <a:pt x="19713" y="18965"/>
                    <a:pt x="19694" y="18965"/>
                  </a:cubicBezTo>
                  <a:cubicBezTo>
                    <a:pt x="19658" y="18965"/>
                    <a:pt x="19622" y="18981"/>
                    <a:pt x="19605" y="19016"/>
                  </a:cubicBezTo>
                  <a:cubicBezTo>
                    <a:pt x="19414" y="19398"/>
                    <a:pt x="19148" y="19628"/>
                    <a:pt x="18825" y="19892"/>
                  </a:cubicBezTo>
                  <a:cubicBezTo>
                    <a:pt x="18821" y="19897"/>
                    <a:pt x="18816" y="19901"/>
                    <a:pt x="18815" y="19908"/>
                  </a:cubicBezTo>
                  <a:cubicBezTo>
                    <a:pt x="18530" y="19767"/>
                    <a:pt x="18254" y="19607"/>
                    <a:pt x="17982" y="19462"/>
                  </a:cubicBezTo>
                  <a:cubicBezTo>
                    <a:pt x="16997" y="18938"/>
                    <a:pt x="16015" y="18406"/>
                    <a:pt x="15031" y="17876"/>
                  </a:cubicBezTo>
                  <a:cubicBezTo>
                    <a:pt x="13066" y="16816"/>
                    <a:pt x="11093" y="15770"/>
                    <a:pt x="9058" y="14850"/>
                  </a:cubicBezTo>
                  <a:cubicBezTo>
                    <a:pt x="8300" y="14506"/>
                    <a:pt x="7533" y="14180"/>
                    <a:pt x="6756" y="13879"/>
                  </a:cubicBezTo>
                  <a:lnTo>
                    <a:pt x="6756" y="13879"/>
                  </a:lnTo>
                  <a:cubicBezTo>
                    <a:pt x="7153" y="14001"/>
                    <a:pt x="7570" y="14059"/>
                    <a:pt x="7992" y="14059"/>
                  </a:cubicBezTo>
                  <a:cubicBezTo>
                    <a:pt x="10119" y="14059"/>
                    <a:pt x="12367" y="12593"/>
                    <a:pt x="12790" y="10517"/>
                  </a:cubicBezTo>
                  <a:cubicBezTo>
                    <a:pt x="12814" y="10402"/>
                    <a:pt x="12717" y="10326"/>
                    <a:pt x="12627" y="10326"/>
                  </a:cubicBezTo>
                  <a:cubicBezTo>
                    <a:pt x="12568" y="10326"/>
                    <a:pt x="12513" y="10358"/>
                    <a:pt x="12497" y="10434"/>
                  </a:cubicBezTo>
                  <a:cubicBezTo>
                    <a:pt x="12100" y="12373"/>
                    <a:pt x="9990" y="13754"/>
                    <a:pt x="7999" y="13754"/>
                  </a:cubicBezTo>
                  <a:cubicBezTo>
                    <a:pt x="7372" y="13754"/>
                    <a:pt x="6758" y="13618"/>
                    <a:pt x="6212" y="13319"/>
                  </a:cubicBezTo>
                  <a:cubicBezTo>
                    <a:pt x="5233" y="12784"/>
                    <a:pt x="4532" y="11671"/>
                    <a:pt x="4579" y="10540"/>
                  </a:cubicBezTo>
                  <a:cubicBezTo>
                    <a:pt x="4636" y="9179"/>
                    <a:pt x="5815" y="8465"/>
                    <a:pt x="6762" y="7694"/>
                  </a:cubicBezTo>
                  <a:cubicBezTo>
                    <a:pt x="6787" y="7672"/>
                    <a:pt x="6793" y="7647"/>
                    <a:pt x="6787" y="7625"/>
                  </a:cubicBezTo>
                  <a:lnTo>
                    <a:pt x="6787" y="7625"/>
                  </a:lnTo>
                  <a:cubicBezTo>
                    <a:pt x="7400" y="7750"/>
                    <a:pt x="8042" y="7847"/>
                    <a:pt x="8649" y="7847"/>
                  </a:cubicBezTo>
                  <a:cubicBezTo>
                    <a:pt x="9657" y="7847"/>
                    <a:pt x="10571" y="7579"/>
                    <a:pt x="11098" y="6727"/>
                  </a:cubicBezTo>
                  <a:close/>
                  <a:moveTo>
                    <a:pt x="21109" y="18323"/>
                  </a:moveTo>
                  <a:cubicBezTo>
                    <a:pt x="21273" y="18477"/>
                    <a:pt x="21433" y="18633"/>
                    <a:pt x="21596" y="18789"/>
                  </a:cubicBezTo>
                  <a:cubicBezTo>
                    <a:pt x="21552" y="18819"/>
                    <a:pt x="21527" y="18869"/>
                    <a:pt x="21544" y="18933"/>
                  </a:cubicBezTo>
                  <a:cubicBezTo>
                    <a:pt x="21796" y="19870"/>
                    <a:pt x="20925" y="20305"/>
                    <a:pt x="20150" y="20305"/>
                  </a:cubicBezTo>
                  <a:cubicBezTo>
                    <a:pt x="20005" y="20305"/>
                    <a:pt x="19863" y="20290"/>
                    <a:pt x="19733" y="20260"/>
                  </a:cubicBezTo>
                  <a:cubicBezTo>
                    <a:pt x="19462" y="20198"/>
                    <a:pt x="19197" y="20093"/>
                    <a:pt x="18940" y="19971"/>
                  </a:cubicBezTo>
                  <a:cubicBezTo>
                    <a:pt x="19284" y="19819"/>
                    <a:pt x="19543" y="19531"/>
                    <a:pt x="19734" y="19210"/>
                  </a:cubicBezTo>
                  <a:cubicBezTo>
                    <a:pt x="20169" y="19445"/>
                    <a:pt x="20610" y="19673"/>
                    <a:pt x="21046" y="19902"/>
                  </a:cubicBezTo>
                  <a:cubicBezTo>
                    <a:pt x="21065" y="19912"/>
                    <a:pt x="21084" y="19917"/>
                    <a:pt x="21101" y="19917"/>
                  </a:cubicBezTo>
                  <a:cubicBezTo>
                    <a:pt x="21179" y="19917"/>
                    <a:pt x="21235" y="19832"/>
                    <a:pt x="21196" y="19751"/>
                  </a:cubicBezTo>
                  <a:cubicBezTo>
                    <a:pt x="21009" y="19353"/>
                    <a:pt x="20769" y="19002"/>
                    <a:pt x="20474" y="18683"/>
                  </a:cubicBezTo>
                  <a:cubicBezTo>
                    <a:pt x="20703" y="18623"/>
                    <a:pt x="20903" y="18520"/>
                    <a:pt x="21086" y="18353"/>
                  </a:cubicBezTo>
                  <a:cubicBezTo>
                    <a:pt x="21096" y="18344"/>
                    <a:pt x="21104" y="18334"/>
                    <a:pt x="21109" y="18323"/>
                  </a:cubicBezTo>
                  <a:close/>
                  <a:moveTo>
                    <a:pt x="11947" y="0"/>
                  </a:moveTo>
                  <a:cubicBezTo>
                    <a:pt x="11896" y="0"/>
                    <a:pt x="11844" y="27"/>
                    <a:pt x="11817" y="72"/>
                  </a:cubicBezTo>
                  <a:cubicBezTo>
                    <a:pt x="11113" y="1271"/>
                    <a:pt x="10475" y="2557"/>
                    <a:pt x="10030" y="3893"/>
                  </a:cubicBezTo>
                  <a:cubicBezTo>
                    <a:pt x="9947" y="3548"/>
                    <a:pt x="9833" y="3211"/>
                    <a:pt x="9693" y="2884"/>
                  </a:cubicBezTo>
                  <a:cubicBezTo>
                    <a:pt x="9598" y="2662"/>
                    <a:pt x="9477" y="2308"/>
                    <a:pt x="9196" y="2258"/>
                  </a:cubicBezTo>
                  <a:cubicBezTo>
                    <a:pt x="9174" y="2254"/>
                    <a:pt x="9153" y="2252"/>
                    <a:pt x="9133" y="2252"/>
                  </a:cubicBezTo>
                  <a:cubicBezTo>
                    <a:pt x="8883" y="2252"/>
                    <a:pt x="8714" y="2522"/>
                    <a:pt x="8575" y="2698"/>
                  </a:cubicBezTo>
                  <a:cubicBezTo>
                    <a:pt x="8270" y="3095"/>
                    <a:pt x="8002" y="3523"/>
                    <a:pt x="7811" y="3986"/>
                  </a:cubicBezTo>
                  <a:cubicBezTo>
                    <a:pt x="7788" y="4038"/>
                    <a:pt x="7834" y="4075"/>
                    <a:pt x="7879" y="4077"/>
                  </a:cubicBezTo>
                  <a:cubicBezTo>
                    <a:pt x="7705" y="4160"/>
                    <a:pt x="7537" y="4262"/>
                    <a:pt x="7378" y="4390"/>
                  </a:cubicBezTo>
                  <a:cubicBezTo>
                    <a:pt x="6449" y="5122"/>
                    <a:pt x="5959" y="6266"/>
                    <a:pt x="4975" y="6945"/>
                  </a:cubicBezTo>
                  <a:cubicBezTo>
                    <a:pt x="4879" y="7011"/>
                    <a:pt x="4879" y="7184"/>
                    <a:pt x="5010" y="7214"/>
                  </a:cubicBezTo>
                  <a:cubicBezTo>
                    <a:pt x="5471" y="7317"/>
                    <a:pt x="6023" y="7462"/>
                    <a:pt x="6606" y="7588"/>
                  </a:cubicBezTo>
                  <a:cubicBezTo>
                    <a:pt x="6102" y="7852"/>
                    <a:pt x="5604" y="8185"/>
                    <a:pt x="5195" y="8594"/>
                  </a:cubicBezTo>
                  <a:cubicBezTo>
                    <a:pt x="4685" y="9106"/>
                    <a:pt x="4322" y="9738"/>
                    <a:pt x="4279" y="10496"/>
                  </a:cubicBezTo>
                  <a:cubicBezTo>
                    <a:pt x="4273" y="10494"/>
                    <a:pt x="4270" y="10488"/>
                    <a:pt x="4265" y="10487"/>
                  </a:cubicBezTo>
                  <a:cubicBezTo>
                    <a:pt x="3947" y="10309"/>
                    <a:pt x="3564" y="10126"/>
                    <a:pt x="3160" y="9981"/>
                  </a:cubicBezTo>
                  <a:cubicBezTo>
                    <a:pt x="3338" y="9800"/>
                    <a:pt x="3389" y="9553"/>
                    <a:pt x="3310" y="9297"/>
                  </a:cubicBezTo>
                  <a:cubicBezTo>
                    <a:pt x="3267" y="9158"/>
                    <a:pt x="3187" y="9044"/>
                    <a:pt x="3087" y="8946"/>
                  </a:cubicBezTo>
                  <a:lnTo>
                    <a:pt x="3087" y="8946"/>
                  </a:lnTo>
                  <a:cubicBezTo>
                    <a:pt x="3247" y="8987"/>
                    <a:pt x="3405" y="9027"/>
                    <a:pt x="3565" y="9070"/>
                  </a:cubicBezTo>
                  <a:cubicBezTo>
                    <a:pt x="3573" y="9072"/>
                    <a:pt x="3582" y="9073"/>
                    <a:pt x="3591" y="9073"/>
                  </a:cubicBezTo>
                  <a:cubicBezTo>
                    <a:pt x="3628" y="9073"/>
                    <a:pt x="3670" y="9055"/>
                    <a:pt x="3687" y="9019"/>
                  </a:cubicBezTo>
                  <a:cubicBezTo>
                    <a:pt x="3838" y="8688"/>
                    <a:pt x="4052" y="8433"/>
                    <a:pt x="4317" y="8198"/>
                  </a:cubicBezTo>
                  <a:cubicBezTo>
                    <a:pt x="4566" y="8348"/>
                    <a:pt x="4818" y="8486"/>
                    <a:pt x="5098" y="8572"/>
                  </a:cubicBezTo>
                  <a:cubicBezTo>
                    <a:pt x="5106" y="8574"/>
                    <a:pt x="5113" y="8575"/>
                    <a:pt x="5120" y="8575"/>
                  </a:cubicBezTo>
                  <a:cubicBezTo>
                    <a:pt x="5135" y="8575"/>
                    <a:pt x="5149" y="8570"/>
                    <a:pt x="5160" y="8561"/>
                  </a:cubicBezTo>
                  <a:cubicBezTo>
                    <a:pt x="5195" y="8535"/>
                    <a:pt x="5208" y="8480"/>
                    <a:pt x="5171" y="8446"/>
                  </a:cubicBezTo>
                  <a:cubicBezTo>
                    <a:pt x="4714" y="8040"/>
                    <a:pt x="4122" y="7764"/>
                    <a:pt x="3590" y="7468"/>
                  </a:cubicBezTo>
                  <a:cubicBezTo>
                    <a:pt x="3342" y="7331"/>
                    <a:pt x="3129" y="7216"/>
                    <a:pt x="2908" y="7216"/>
                  </a:cubicBezTo>
                  <a:cubicBezTo>
                    <a:pt x="2763" y="7216"/>
                    <a:pt x="2616" y="7265"/>
                    <a:pt x="2454" y="7389"/>
                  </a:cubicBezTo>
                  <a:cubicBezTo>
                    <a:pt x="1787" y="7902"/>
                    <a:pt x="1529" y="8894"/>
                    <a:pt x="1874" y="9656"/>
                  </a:cubicBezTo>
                  <a:cubicBezTo>
                    <a:pt x="1890" y="9695"/>
                    <a:pt x="1920" y="9711"/>
                    <a:pt x="1950" y="9711"/>
                  </a:cubicBezTo>
                  <a:cubicBezTo>
                    <a:pt x="2011" y="9711"/>
                    <a:pt x="2077" y="9648"/>
                    <a:pt x="2062" y="9577"/>
                  </a:cubicBezTo>
                  <a:cubicBezTo>
                    <a:pt x="1930" y="8894"/>
                    <a:pt x="2077" y="7592"/>
                    <a:pt x="2939" y="7592"/>
                  </a:cubicBezTo>
                  <a:cubicBezTo>
                    <a:pt x="3057" y="7592"/>
                    <a:pt x="3190" y="7617"/>
                    <a:pt x="3337" y="7671"/>
                  </a:cubicBezTo>
                  <a:cubicBezTo>
                    <a:pt x="3611" y="7773"/>
                    <a:pt x="3865" y="7924"/>
                    <a:pt x="4118" y="8076"/>
                  </a:cubicBezTo>
                  <a:cubicBezTo>
                    <a:pt x="3870" y="8286"/>
                    <a:pt x="3680" y="8547"/>
                    <a:pt x="3537" y="8840"/>
                  </a:cubicBezTo>
                  <a:cubicBezTo>
                    <a:pt x="3165" y="8743"/>
                    <a:pt x="2793" y="8644"/>
                    <a:pt x="2424" y="8539"/>
                  </a:cubicBezTo>
                  <a:cubicBezTo>
                    <a:pt x="2414" y="8537"/>
                    <a:pt x="2405" y="8535"/>
                    <a:pt x="2396" y="8535"/>
                  </a:cubicBezTo>
                  <a:cubicBezTo>
                    <a:pt x="2292" y="8535"/>
                    <a:pt x="2230" y="8694"/>
                    <a:pt x="2337" y="8745"/>
                  </a:cubicBezTo>
                  <a:cubicBezTo>
                    <a:pt x="2708" y="8924"/>
                    <a:pt x="3522" y="9426"/>
                    <a:pt x="2965" y="9898"/>
                  </a:cubicBezTo>
                  <a:cubicBezTo>
                    <a:pt x="2961" y="9902"/>
                    <a:pt x="2959" y="9907"/>
                    <a:pt x="2957" y="9912"/>
                  </a:cubicBezTo>
                  <a:cubicBezTo>
                    <a:pt x="2622" y="9807"/>
                    <a:pt x="2279" y="9736"/>
                    <a:pt x="1950" y="9722"/>
                  </a:cubicBezTo>
                  <a:cubicBezTo>
                    <a:pt x="1909" y="9720"/>
                    <a:pt x="1868" y="9719"/>
                    <a:pt x="1827" y="9719"/>
                  </a:cubicBezTo>
                  <a:cubicBezTo>
                    <a:pt x="1112" y="9719"/>
                    <a:pt x="483" y="10021"/>
                    <a:pt x="194" y="10907"/>
                  </a:cubicBezTo>
                  <a:cubicBezTo>
                    <a:pt x="1" y="11504"/>
                    <a:pt x="207" y="12070"/>
                    <a:pt x="761" y="12374"/>
                  </a:cubicBezTo>
                  <a:cubicBezTo>
                    <a:pt x="1182" y="12603"/>
                    <a:pt x="1696" y="12651"/>
                    <a:pt x="2158" y="12756"/>
                  </a:cubicBezTo>
                  <a:cubicBezTo>
                    <a:pt x="2789" y="12898"/>
                    <a:pt x="3415" y="13064"/>
                    <a:pt x="4032" y="13250"/>
                  </a:cubicBezTo>
                  <a:cubicBezTo>
                    <a:pt x="8879" y="14697"/>
                    <a:pt x="13268" y="17298"/>
                    <a:pt x="17702" y="19664"/>
                  </a:cubicBezTo>
                  <a:cubicBezTo>
                    <a:pt x="18440" y="20057"/>
                    <a:pt x="19335" y="20629"/>
                    <a:pt x="20221" y="20629"/>
                  </a:cubicBezTo>
                  <a:cubicBezTo>
                    <a:pt x="20434" y="20629"/>
                    <a:pt x="20646" y="20596"/>
                    <a:pt x="20855" y="20520"/>
                  </a:cubicBezTo>
                  <a:cubicBezTo>
                    <a:pt x="21541" y="20269"/>
                    <a:pt x="21998" y="19607"/>
                    <a:pt x="21818" y="18888"/>
                  </a:cubicBezTo>
                  <a:cubicBezTo>
                    <a:pt x="21836" y="18866"/>
                    <a:pt x="21843" y="18836"/>
                    <a:pt x="21826" y="18805"/>
                  </a:cubicBezTo>
                  <a:cubicBezTo>
                    <a:pt x="21816" y="18790"/>
                    <a:pt x="21806" y="18775"/>
                    <a:pt x="21797" y="18761"/>
                  </a:cubicBezTo>
                  <a:lnTo>
                    <a:pt x="21797" y="18761"/>
                  </a:lnTo>
                  <a:cubicBezTo>
                    <a:pt x="21914" y="18812"/>
                    <a:pt x="22032" y="18836"/>
                    <a:pt x="22149" y="18836"/>
                  </a:cubicBezTo>
                  <a:cubicBezTo>
                    <a:pt x="22696" y="18836"/>
                    <a:pt x="23191" y="18314"/>
                    <a:pt x="23194" y="17733"/>
                  </a:cubicBezTo>
                  <a:cubicBezTo>
                    <a:pt x="23195" y="17215"/>
                    <a:pt x="22950" y="16802"/>
                    <a:pt x="22594" y="16476"/>
                  </a:cubicBezTo>
                  <a:cubicBezTo>
                    <a:pt x="22619" y="16403"/>
                    <a:pt x="22559" y="16326"/>
                    <a:pt x="22491" y="16326"/>
                  </a:cubicBezTo>
                  <a:cubicBezTo>
                    <a:pt x="22474" y="16326"/>
                    <a:pt x="22456" y="16331"/>
                    <a:pt x="22438" y="16343"/>
                  </a:cubicBezTo>
                  <a:cubicBezTo>
                    <a:pt x="22330" y="16256"/>
                    <a:pt x="22218" y="16181"/>
                    <a:pt x="22099" y="16109"/>
                  </a:cubicBezTo>
                  <a:lnTo>
                    <a:pt x="22099" y="16109"/>
                  </a:lnTo>
                  <a:cubicBezTo>
                    <a:pt x="22425" y="16168"/>
                    <a:pt x="22755" y="16198"/>
                    <a:pt x="23085" y="16198"/>
                  </a:cubicBezTo>
                  <a:cubicBezTo>
                    <a:pt x="24668" y="16198"/>
                    <a:pt x="26240" y="15520"/>
                    <a:pt x="27355" y="14200"/>
                  </a:cubicBezTo>
                  <a:cubicBezTo>
                    <a:pt x="27427" y="14116"/>
                    <a:pt x="27396" y="13937"/>
                    <a:pt x="27267" y="13937"/>
                  </a:cubicBezTo>
                  <a:cubicBezTo>
                    <a:pt x="27261" y="13937"/>
                    <a:pt x="27255" y="13938"/>
                    <a:pt x="27248" y="13939"/>
                  </a:cubicBezTo>
                  <a:cubicBezTo>
                    <a:pt x="27173" y="13948"/>
                    <a:pt x="27099" y="13952"/>
                    <a:pt x="27028" y="13952"/>
                  </a:cubicBezTo>
                  <a:cubicBezTo>
                    <a:pt x="25821" y="13952"/>
                    <a:pt x="25180" y="12672"/>
                    <a:pt x="24364" y="11941"/>
                  </a:cubicBezTo>
                  <a:cubicBezTo>
                    <a:pt x="23736" y="11376"/>
                    <a:pt x="22971" y="10929"/>
                    <a:pt x="22126" y="10789"/>
                  </a:cubicBezTo>
                  <a:cubicBezTo>
                    <a:pt x="21963" y="10762"/>
                    <a:pt x="21797" y="10748"/>
                    <a:pt x="21632" y="10748"/>
                  </a:cubicBezTo>
                  <a:cubicBezTo>
                    <a:pt x="20438" y="10748"/>
                    <a:pt x="19263" y="11442"/>
                    <a:pt x="18962" y="12639"/>
                  </a:cubicBezTo>
                  <a:cubicBezTo>
                    <a:pt x="18812" y="12477"/>
                    <a:pt x="18636" y="12324"/>
                    <a:pt x="18431" y="12194"/>
                  </a:cubicBezTo>
                  <a:cubicBezTo>
                    <a:pt x="17630" y="11682"/>
                    <a:pt x="16650" y="11627"/>
                    <a:pt x="15748" y="11415"/>
                  </a:cubicBezTo>
                  <a:cubicBezTo>
                    <a:pt x="15203" y="11286"/>
                    <a:pt x="14646" y="11108"/>
                    <a:pt x="14240" y="10706"/>
                  </a:cubicBezTo>
                  <a:cubicBezTo>
                    <a:pt x="13911" y="10382"/>
                    <a:pt x="13742" y="9965"/>
                    <a:pt x="13644" y="9522"/>
                  </a:cubicBezTo>
                  <a:cubicBezTo>
                    <a:pt x="13597" y="9291"/>
                    <a:pt x="13567" y="9055"/>
                    <a:pt x="13557" y="8818"/>
                  </a:cubicBezTo>
                  <a:cubicBezTo>
                    <a:pt x="13579" y="8738"/>
                    <a:pt x="13579" y="8668"/>
                    <a:pt x="13558" y="8608"/>
                  </a:cubicBezTo>
                  <a:cubicBezTo>
                    <a:pt x="13569" y="8601"/>
                    <a:pt x="13582" y="8596"/>
                    <a:pt x="13592" y="8587"/>
                  </a:cubicBezTo>
                  <a:lnTo>
                    <a:pt x="13636" y="8547"/>
                  </a:lnTo>
                  <a:cubicBezTo>
                    <a:pt x="13696" y="8490"/>
                    <a:pt x="13689" y="8394"/>
                    <a:pt x="13636" y="8335"/>
                  </a:cubicBezTo>
                  <a:cubicBezTo>
                    <a:pt x="13618" y="8315"/>
                    <a:pt x="13598" y="8294"/>
                    <a:pt x="13580" y="8276"/>
                  </a:cubicBezTo>
                  <a:cubicBezTo>
                    <a:pt x="13567" y="8262"/>
                    <a:pt x="13552" y="8252"/>
                    <a:pt x="13535" y="8245"/>
                  </a:cubicBezTo>
                  <a:lnTo>
                    <a:pt x="13535" y="8245"/>
                  </a:lnTo>
                  <a:cubicBezTo>
                    <a:pt x="13543" y="8245"/>
                    <a:pt x="13551" y="8245"/>
                    <a:pt x="13559" y="8245"/>
                  </a:cubicBezTo>
                  <a:cubicBezTo>
                    <a:pt x="13929" y="8245"/>
                    <a:pt x="14299" y="8199"/>
                    <a:pt x="14628" y="8116"/>
                  </a:cubicBezTo>
                  <a:cubicBezTo>
                    <a:pt x="14724" y="8091"/>
                    <a:pt x="14765" y="7977"/>
                    <a:pt x="14718" y="7894"/>
                  </a:cubicBezTo>
                  <a:cubicBezTo>
                    <a:pt x="14448" y="7423"/>
                    <a:pt x="14444" y="6894"/>
                    <a:pt x="14264" y="6416"/>
                  </a:cubicBezTo>
                  <a:cubicBezTo>
                    <a:pt x="14443" y="5650"/>
                    <a:pt x="14351" y="4822"/>
                    <a:pt x="14121" y="4077"/>
                  </a:cubicBezTo>
                  <a:cubicBezTo>
                    <a:pt x="14103" y="4023"/>
                    <a:pt x="14049" y="3983"/>
                    <a:pt x="13994" y="3983"/>
                  </a:cubicBezTo>
                  <a:cubicBezTo>
                    <a:pt x="13973" y="3983"/>
                    <a:pt x="13952" y="3989"/>
                    <a:pt x="13932" y="4001"/>
                  </a:cubicBezTo>
                  <a:cubicBezTo>
                    <a:pt x="13439" y="4323"/>
                    <a:pt x="12965" y="4697"/>
                    <a:pt x="12537" y="5102"/>
                  </a:cubicBezTo>
                  <a:cubicBezTo>
                    <a:pt x="12597" y="4173"/>
                    <a:pt x="12610" y="3242"/>
                    <a:pt x="12562" y="2310"/>
                  </a:cubicBezTo>
                  <a:cubicBezTo>
                    <a:pt x="12525" y="1570"/>
                    <a:pt x="12589" y="624"/>
                    <a:pt x="12046" y="43"/>
                  </a:cubicBezTo>
                  <a:cubicBezTo>
                    <a:pt x="12020" y="14"/>
                    <a:pt x="11984" y="0"/>
                    <a:pt x="119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030;p64"/>
            <p:cNvSpPr/>
            <p:nvPr/>
          </p:nvSpPr>
          <p:spPr>
            <a:xfrm>
              <a:off x="5040850" y="812475"/>
              <a:ext cx="87075" cy="71500"/>
            </a:xfrm>
            <a:custGeom>
              <a:avLst/>
              <a:gdLst/>
              <a:ahLst/>
              <a:cxnLst/>
              <a:rect l="l" t="t" r="r" b="b"/>
              <a:pathLst>
                <a:path w="3483" h="2860" extrusionOk="0">
                  <a:moveTo>
                    <a:pt x="622" y="0"/>
                  </a:moveTo>
                  <a:cubicBezTo>
                    <a:pt x="542" y="607"/>
                    <a:pt x="321" y="1214"/>
                    <a:pt x="1" y="1735"/>
                  </a:cubicBezTo>
                  <a:cubicBezTo>
                    <a:pt x="713" y="1933"/>
                    <a:pt x="1448" y="2332"/>
                    <a:pt x="2036" y="2859"/>
                  </a:cubicBezTo>
                  <a:cubicBezTo>
                    <a:pt x="2127" y="2653"/>
                    <a:pt x="2225" y="2450"/>
                    <a:pt x="2317" y="2243"/>
                  </a:cubicBezTo>
                  <a:cubicBezTo>
                    <a:pt x="2331" y="2209"/>
                    <a:pt x="2360" y="2196"/>
                    <a:pt x="2391" y="2196"/>
                  </a:cubicBezTo>
                  <a:cubicBezTo>
                    <a:pt x="2419" y="2196"/>
                    <a:pt x="2448" y="2207"/>
                    <a:pt x="2468" y="2224"/>
                  </a:cubicBezTo>
                  <a:cubicBezTo>
                    <a:pt x="2623" y="2351"/>
                    <a:pt x="2778" y="2474"/>
                    <a:pt x="2945" y="2580"/>
                  </a:cubicBezTo>
                  <a:cubicBezTo>
                    <a:pt x="3048" y="2646"/>
                    <a:pt x="3225" y="2790"/>
                    <a:pt x="3353" y="2804"/>
                  </a:cubicBezTo>
                  <a:cubicBezTo>
                    <a:pt x="3366" y="2806"/>
                    <a:pt x="3377" y="2806"/>
                    <a:pt x="3387" y="2806"/>
                  </a:cubicBezTo>
                  <a:cubicBezTo>
                    <a:pt x="3482" y="2806"/>
                    <a:pt x="3425" y="2740"/>
                    <a:pt x="3352" y="2674"/>
                  </a:cubicBezTo>
                  <a:cubicBezTo>
                    <a:pt x="3265" y="2593"/>
                    <a:pt x="3151" y="2531"/>
                    <a:pt x="3053" y="2466"/>
                  </a:cubicBezTo>
                  <a:cubicBezTo>
                    <a:pt x="2902" y="2364"/>
                    <a:pt x="2749" y="2260"/>
                    <a:pt x="2597" y="2158"/>
                  </a:cubicBezTo>
                  <a:cubicBezTo>
                    <a:pt x="2514" y="2101"/>
                    <a:pt x="2531" y="1989"/>
                    <a:pt x="2623" y="1954"/>
                  </a:cubicBezTo>
                  <a:cubicBezTo>
                    <a:pt x="2871" y="1861"/>
                    <a:pt x="3080" y="1727"/>
                    <a:pt x="3270" y="1556"/>
                  </a:cubicBezTo>
                  <a:cubicBezTo>
                    <a:pt x="2907" y="1283"/>
                    <a:pt x="2462" y="1113"/>
                    <a:pt x="2058" y="919"/>
                  </a:cubicBezTo>
                  <a:cubicBezTo>
                    <a:pt x="2012" y="898"/>
                    <a:pt x="1996" y="855"/>
                    <a:pt x="2000" y="815"/>
                  </a:cubicBezTo>
                  <a:cubicBezTo>
                    <a:pt x="1515" y="616"/>
                    <a:pt x="1049" y="344"/>
                    <a:pt x="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031;p64"/>
            <p:cNvSpPr/>
            <p:nvPr/>
          </p:nvSpPr>
          <p:spPr>
            <a:xfrm>
              <a:off x="4679625" y="606450"/>
              <a:ext cx="410725" cy="329525"/>
            </a:xfrm>
            <a:custGeom>
              <a:avLst/>
              <a:gdLst/>
              <a:ahLst/>
              <a:cxnLst/>
              <a:rect l="l" t="t" r="r" b="b"/>
              <a:pathLst>
                <a:path w="16429" h="13181" extrusionOk="0">
                  <a:moveTo>
                    <a:pt x="2467" y="1487"/>
                  </a:moveTo>
                  <a:cubicBezTo>
                    <a:pt x="2569" y="1487"/>
                    <a:pt x="2672" y="1508"/>
                    <a:pt x="2775" y="1553"/>
                  </a:cubicBezTo>
                  <a:cubicBezTo>
                    <a:pt x="3143" y="1718"/>
                    <a:pt x="3461" y="2283"/>
                    <a:pt x="3117" y="2620"/>
                  </a:cubicBezTo>
                  <a:cubicBezTo>
                    <a:pt x="3093" y="2643"/>
                    <a:pt x="3067" y="2653"/>
                    <a:pt x="3043" y="2653"/>
                  </a:cubicBezTo>
                  <a:cubicBezTo>
                    <a:pt x="2971" y="2653"/>
                    <a:pt x="2911" y="2568"/>
                    <a:pt x="2946" y="2488"/>
                  </a:cubicBezTo>
                  <a:cubicBezTo>
                    <a:pt x="3102" y="2151"/>
                    <a:pt x="2899" y="1765"/>
                    <a:pt x="2514" y="1726"/>
                  </a:cubicBezTo>
                  <a:cubicBezTo>
                    <a:pt x="2493" y="1724"/>
                    <a:pt x="2471" y="1723"/>
                    <a:pt x="2450" y="1723"/>
                  </a:cubicBezTo>
                  <a:cubicBezTo>
                    <a:pt x="2073" y="1723"/>
                    <a:pt x="1771" y="2040"/>
                    <a:pt x="1561" y="2321"/>
                  </a:cubicBezTo>
                  <a:cubicBezTo>
                    <a:pt x="1545" y="2342"/>
                    <a:pt x="1524" y="2352"/>
                    <a:pt x="1505" y="2352"/>
                  </a:cubicBezTo>
                  <a:cubicBezTo>
                    <a:pt x="1461" y="2352"/>
                    <a:pt x="1422" y="2307"/>
                    <a:pt x="1447" y="2254"/>
                  </a:cubicBezTo>
                  <a:cubicBezTo>
                    <a:pt x="1624" y="1869"/>
                    <a:pt x="2029" y="1487"/>
                    <a:pt x="2467" y="1487"/>
                  </a:cubicBezTo>
                  <a:close/>
                  <a:moveTo>
                    <a:pt x="5751" y="3201"/>
                  </a:moveTo>
                  <a:cubicBezTo>
                    <a:pt x="5961" y="3201"/>
                    <a:pt x="6165" y="3268"/>
                    <a:pt x="6330" y="3430"/>
                  </a:cubicBezTo>
                  <a:cubicBezTo>
                    <a:pt x="6627" y="3724"/>
                    <a:pt x="6733" y="4400"/>
                    <a:pt x="6275" y="4595"/>
                  </a:cubicBezTo>
                  <a:cubicBezTo>
                    <a:pt x="6259" y="4603"/>
                    <a:pt x="6242" y="4606"/>
                    <a:pt x="6226" y="4606"/>
                  </a:cubicBezTo>
                  <a:cubicBezTo>
                    <a:pt x="6137" y="4606"/>
                    <a:pt x="6067" y="4506"/>
                    <a:pt x="6141" y="4424"/>
                  </a:cubicBezTo>
                  <a:cubicBezTo>
                    <a:pt x="6377" y="4174"/>
                    <a:pt x="6376" y="3771"/>
                    <a:pt x="6079" y="3558"/>
                  </a:cubicBezTo>
                  <a:cubicBezTo>
                    <a:pt x="5963" y="3474"/>
                    <a:pt x="5832" y="3440"/>
                    <a:pt x="5698" y="3440"/>
                  </a:cubicBezTo>
                  <a:cubicBezTo>
                    <a:pt x="5419" y="3440"/>
                    <a:pt x="5126" y="3588"/>
                    <a:pt x="4920" y="3747"/>
                  </a:cubicBezTo>
                  <a:cubicBezTo>
                    <a:pt x="4905" y="3759"/>
                    <a:pt x="4889" y="3764"/>
                    <a:pt x="4873" y="3764"/>
                  </a:cubicBezTo>
                  <a:cubicBezTo>
                    <a:pt x="4803" y="3764"/>
                    <a:pt x="4743" y="3657"/>
                    <a:pt x="4806" y="3600"/>
                  </a:cubicBezTo>
                  <a:cubicBezTo>
                    <a:pt x="5047" y="3377"/>
                    <a:pt x="5408" y="3201"/>
                    <a:pt x="5751" y="3201"/>
                  </a:cubicBezTo>
                  <a:close/>
                  <a:moveTo>
                    <a:pt x="987" y="3527"/>
                  </a:moveTo>
                  <a:cubicBezTo>
                    <a:pt x="1108" y="3527"/>
                    <a:pt x="1183" y="3597"/>
                    <a:pt x="1218" y="3688"/>
                  </a:cubicBezTo>
                  <a:cubicBezTo>
                    <a:pt x="1242" y="3714"/>
                    <a:pt x="1262" y="3742"/>
                    <a:pt x="1278" y="3775"/>
                  </a:cubicBezTo>
                  <a:cubicBezTo>
                    <a:pt x="1373" y="3961"/>
                    <a:pt x="1278" y="4172"/>
                    <a:pt x="1193" y="4342"/>
                  </a:cubicBezTo>
                  <a:cubicBezTo>
                    <a:pt x="1170" y="4388"/>
                    <a:pt x="1122" y="4409"/>
                    <a:pt x="1074" y="4409"/>
                  </a:cubicBezTo>
                  <a:cubicBezTo>
                    <a:pt x="1049" y="4409"/>
                    <a:pt x="1024" y="4404"/>
                    <a:pt x="1003" y="4393"/>
                  </a:cubicBezTo>
                  <a:cubicBezTo>
                    <a:pt x="960" y="4372"/>
                    <a:pt x="918" y="4347"/>
                    <a:pt x="876" y="4317"/>
                  </a:cubicBezTo>
                  <a:lnTo>
                    <a:pt x="876" y="4317"/>
                  </a:lnTo>
                  <a:cubicBezTo>
                    <a:pt x="884" y="4388"/>
                    <a:pt x="898" y="4458"/>
                    <a:pt x="914" y="4528"/>
                  </a:cubicBezTo>
                  <a:cubicBezTo>
                    <a:pt x="930" y="4593"/>
                    <a:pt x="872" y="4645"/>
                    <a:pt x="817" y="4645"/>
                  </a:cubicBezTo>
                  <a:cubicBezTo>
                    <a:pt x="789" y="4645"/>
                    <a:pt x="762" y="4631"/>
                    <a:pt x="746" y="4600"/>
                  </a:cubicBezTo>
                  <a:cubicBezTo>
                    <a:pt x="682" y="4473"/>
                    <a:pt x="623" y="4229"/>
                    <a:pt x="630" y="4010"/>
                  </a:cubicBezTo>
                  <a:cubicBezTo>
                    <a:pt x="624" y="3983"/>
                    <a:pt x="619" y="3957"/>
                    <a:pt x="618" y="3928"/>
                  </a:cubicBezTo>
                  <a:cubicBezTo>
                    <a:pt x="608" y="3747"/>
                    <a:pt x="741" y="3570"/>
                    <a:pt x="921" y="3533"/>
                  </a:cubicBezTo>
                  <a:cubicBezTo>
                    <a:pt x="944" y="3529"/>
                    <a:pt x="966" y="3527"/>
                    <a:pt x="987" y="3527"/>
                  </a:cubicBezTo>
                  <a:close/>
                  <a:moveTo>
                    <a:pt x="3472" y="4998"/>
                  </a:moveTo>
                  <a:cubicBezTo>
                    <a:pt x="3810" y="4998"/>
                    <a:pt x="3956" y="5429"/>
                    <a:pt x="3839" y="5718"/>
                  </a:cubicBezTo>
                  <a:cubicBezTo>
                    <a:pt x="3733" y="5977"/>
                    <a:pt x="3490" y="6087"/>
                    <a:pt x="3238" y="6087"/>
                  </a:cubicBezTo>
                  <a:cubicBezTo>
                    <a:pt x="3077" y="6087"/>
                    <a:pt x="2913" y="6042"/>
                    <a:pt x="2777" y="5964"/>
                  </a:cubicBezTo>
                  <a:cubicBezTo>
                    <a:pt x="2701" y="5921"/>
                    <a:pt x="2741" y="5801"/>
                    <a:pt x="2817" y="5801"/>
                  </a:cubicBezTo>
                  <a:cubicBezTo>
                    <a:pt x="2826" y="5801"/>
                    <a:pt x="2835" y="5802"/>
                    <a:pt x="2845" y="5806"/>
                  </a:cubicBezTo>
                  <a:cubicBezTo>
                    <a:pt x="2949" y="5843"/>
                    <a:pt x="3071" y="5873"/>
                    <a:pt x="3190" y="5873"/>
                  </a:cubicBezTo>
                  <a:cubicBezTo>
                    <a:pt x="3305" y="5873"/>
                    <a:pt x="3417" y="5845"/>
                    <a:pt x="3506" y="5767"/>
                  </a:cubicBezTo>
                  <a:cubicBezTo>
                    <a:pt x="3534" y="5744"/>
                    <a:pt x="3559" y="5713"/>
                    <a:pt x="3577" y="5677"/>
                  </a:cubicBezTo>
                  <a:lnTo>
                    <a:pt x="3577" y="5677"/>
                  </a:lnTo>
                  <a:cubicBezTo>
                    <a:pt x="3503" y="5740"/>
                    <a:pt x="3410" y="5779"/>
                    <a:pt x="3316" y="5779"/>
                  </a:cubicBezTo>
                  <a:cubicBezTo>
                    <a:pt x="3266" y="5779"/>
                    <a:pt x="3216" y="5768"/>
                    <a:pt x="3167" y="5744"/>
                  </a:cubicBezTo>
                  <a:cubicBezTo>
                    <a:pt x="2803" y="5562"/>
                    <a:pt x="3074" y="5071"/>
                    <a:pt x="3380" y="5008"/>
                  </a:cubicBezTo>
                  <a:cubicBezTo>
                    <a:pt x="3412" y="5001"/>
                    <a:pt x="3443" y="4998"/>
                    <a:pt x="3472" y="4998"/>
                  </a:cubicBezTo>
                  <a:close/>
                  <a:moveTo>
                    <a:pt x="6566" y="0"/>
                  </a:moveTo>
                  <a:cubicBezTo>
                    <a:pt x="6039" y="853"/>
                    <a:pt x="5127" y="1121"/>
                    <a:pt x="4120" y="1121"/>
                  </a:cubicBezTo>
                  <a:cubicBezTo>
                    <a:pt x="3512" y="1121"/>
                    <a:pt x="2869" y="1024"/>
                    <a:pt x="2255" y="898"/>
                  </a:cubicBezTo>
                  <a:lnTo>
                    <a:pt x="2255" y="898"/>
                  </a:lnTo>
                  <a:cubicBezTo>
                    <a:pt x="2261" y="921"/>
                    <a:pt x="2255" y="945"/>
                    <a:pt x="2230" y="968"/>
                  </a:cubicBezTo>
                  <a:cubicBezTo>
                    <a:pt x="1283" y="1738"/>
                    <a:pt x="105" y="2451"/>
                    <a:pt x="47" y="3813"/>
                  </a:cubicBezTo>
                  <a:cubicBezTo>
                    <a:pt x="0" y="4944"/>
                    <a:pt x="701" y="6057"/>
                    <a:pt x="1680" y="6592"/>
                  </a:cubicBezTo>
                  <a:cubicBezTo>
                    <a:pt x="2226" y="6891"/>
                    <a:pt x="2840" y="7027"/>
                    <a:pt x="3466" y="7027"/>
                  </a:cubicBezTo>
                  <a:cubicBezTo>
                    <a:pt x="5457" y="7027"/>
                    <a:pt x="7567" y="5646"/>
                    <a:pt x="7965" y="3709"/>
                  </a:cubicBezTo>
                  <a:cubicBezTo>
                    <a:pt x="7981" y="3633"/>
                    <a:pt x="8036" y="3600"/>
                    <a:pt x="8095" y="3600"/>
                  </a:cubicBezTo>
                  <a:cubicBezTo>
                    <a:pt x="8184" y="3600"/>
                    <a:pt x="8281" y="3676"/>
                    <a:pt x="8258" y="3791"/>
                  </a:cubicBezTo>
                  <a:cubicBezTo>
                    <a:pt x="7835" y="5867"/>
                    <a:pt x="5587" y="7333"/>
                    <a:pt x="3460" y="7333"/>
                  </a:cubicBezTo>
                  <a:cubicBezTo>
                    <a:pt x="3038" y="7333"/>
                    <a:pt x="2621" y="7275"/>
                    <a:pt x="2224" y="7154"/>
                  </a:cubicBezTo>
                  <a:lnTo>
                    <a:pt x="2224" y="7154"/>
                  </a:lnTo>
                  <a:cubicBezTo>
                    <a:pt x="3001" y="7454"/>
                    <a:pt x="3769" y="7780"/>
                    <a:pt x="4526" y="8123"/>
                  </a:cubicBezTo>
                  <a:cubicBezTo>
                    <a:pt x="6561" y="9044"/>
                    <a:pt x="8534" y="10089"/>
                    <a:pt x="10499" y="11149"/>
                  </a:cubicBezTo>
                  <a:cubicBezTo>
                    <a:pt x="11483" y="11679"/>
                    <a:pt x="12465" y="12211"/>
                    <a:pt x="13450" y="12735"/>
                  </a:cubicBezTo>
                  <a:cubicBezTo>
                    <a:pt x="13720" y="12880"/>
                    <a:pt x="13998" y="13039"/>
                    <a:pt x="14283" y="13181"/>
                  </a:cubicBezTo>
                  <a:cubicBezTo>
                    <a:pt x="14284" y="13174"/>
                    <a:pt x="14288" y="13170"/>
                    <a:pt x="14293" y="13165"/>
                  </a:cubicBezTo>
                  <a:cubicBezTo>
                    <a:pt x="14616" y="12901"/>
                    <a:pt x="14882" y="12671"/>
                    <a:pt x="15073" y="12290"/>
                  </a:cubicBezTo>
                  <a:cubicBezTo>
                    <a:pt x="15090" y="12254"/>
                    <a:pt x="15126" y="12239"/>
                    <a:pt x="15162" y="12239"/>
                  </a:cubicBezTo>
                  <a:cubicBezTo>
                    <a:pt x="15182" y="12239"/>
                    <a:pt x="15200" y="12243"/>
                    <a:pt x="15217" y="12251"/>
                  </a:cubicBezTo>
                  <a:cubicBezTo>
                    <a:pt x="15583" y="12437"/>
                    <a:pt x="15946" y="12626"/>
                    <a:pt x="16310" y="12818"/>
                  </a:cubicBezTo>
                  <a:cubicBezTo>
                    <a:pt x="16128" y="12505"/>
                    <a:pt x="15910" y="12222"/>
                    <a:pt x="15648" y="11963"/>
                  </a:cubicBezTo>
                  <a:cubicBezTo>
                    <a:pt x="15592" y="11910"/>
                    <a:pt x="15611" y="11791"/>
                    <a:pt x="15695" y="11779"/>
                  </a:cubicBezTo>
                  <a:cubicBezTo>
                    <a:pt x="15977" y="11734"/>
                    <a:pt x="16200" y="11626"/>
                    <a:pt x="16429" y="11461"/>
                  </a:cubicBezTo>
                  <a:cubicBezTo>
                    <a:pt x="16253" y="11301"/>
                    <a:pt x="16068" y="11148"/>
                    <a:pt x="15869" y="11009"/>
                  </a:cubicBezTo>
                  <a:cubicBezTo>
                    <a:pt x="15382" y="10671"/>
                    <a:pt x="14860" y="10447"/>
                    <a:pt x="14312" y="10227"/>
                  </a:cubicBezTo>
                  <a:cubicBezTo>
                    <a:pt x="14305" y="10222"/>
                    <a:pt x="14299" y="10219"/>
                    <a:pt x="14291" y="10213"/>
                  </a:cubicBezTo>
                  <a:cubicBezTo>
                    <a:pt x="14245" y="10278"/>
                    <a:pt x="14198" y="10343"/>
                    <a:pt x="14148" y="10405"/>
                  </a:cubicBezTo>
                  <a:cubicBezTo>
                    <a:pt x="14126" y="10432"/>
                    <a:pt x="14099" y="10444"/>
                    <a:pt x="14072" y="10444"/>
                  </a:cubicBezTo>
                  <a:cubicBezTo>
                    <a:pt x="13992" y="10444"/>
                    <a:pt x="13912" y="10346"/>
                    <a:pt x="13963" y="10262"/>
                  </a:cubicBezTo>
                  <a:cubicBezTo>
                    <a:pt x="14372" y="9586"/>
                    <a:pt x="14734" y="8781"/>
                    <a:pt x="14801" y="7990"/>
                  </a:cubicBezTo>
                  <a:cubicBezTo>
                    <a:pt x="14786" y="7952"/>
                    <a:pt x="14791" y="7915"/>
                    <a:pt x="14807" y="7882"/>
                  </a:cubicBezTo>
                  <a:cubicBezTo>
                    <a:pt x="14839" y="7222"/>
                    <a:pt x="14661" y="6579"/>
                    <a:pt x="14120" y="6030"/>
                  </a:cubicBezTo>
                  <a:cubicBezTo>
                    <a:pt x="13347" y="5247"/>
                    <a:pt x="12141" y="5216"/>
                    <a:pt x="11133" y="4979"/>
                  </a:cubicBezTo>
                  <a:cubicBezTo>
                    <a:pt x="10375" y="4802"/>
                    <a:pt x="9623" y="4497"/>
                    <a:pt x="9185" y="3817"/>
                  </a:cubicBezTo>
                  <a:cubicBezTo>
                    <a:pt x="8897" y="3373"/>
                    <a:pt x="8400" y="2009"/>
                    <a:pt x="8828" y="1545"/>
                  </a:cubicBezTo>
                  <a:cubicBezTo>
                    <a:pt x="8841" y="1530"/>
                    <a:pt x="8860" y="1519"/>
                    <a:pt x="8878" y="1513"/>
                  </a:cubicBezTo>
                  <a:cubicBezTo>
                    <a:pt x="7819" y="1476"/>
                    <a:pt x="6778" y="1046"/>
                    <a:pt x="6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032;p64"/>
            <p:cNvSpPr/>
            <p:nvPr/>
          </p:nvSpPr>
          <p:spPr>
            <a:xfrm>
              <a:off x="4850350" y="577325"/>
              <a:ext cx="75200" cy="59625"/>
            </a:xfrm>
            <a:custGeom>
              <a:avLst/>
              <a:gdLst/>
              <a:ahLst/>
              <a:cxnLst/>
              <a:rect l="l" t="t" r="r" b="b"/>
              <a:pathLst>
                <a:path w="3008" h="2385" extrusionOk="0">
                  <a:moveTo>
                    <a:pt x="1144" y="1"/>
                  </a:moveTo>
                  <a:cubicBezTo>
                    <a:pt x="1136" y="109"/>
                    <a:pt x="1127" y="215"/>
                    <a:pt x="1118" y="322"/>
                  </a:cubicBezTo>
                  <a:cubicBezTo>
                    <a:pt x="1110" y="405"/>
                    <a:pt x="1048" y="449"/>
                    <a:pt x="982" y="459"/>
                  </a:cubicBezTo>
                  <a:cubicBezTo>
                    <a:pt x="980" y="486"/>
                    <a:pt x="965" y="512"/>
                    <a:pt x="935" y="528"/>
                  </a:cubicBezTo>
                  <a:cubicBezTo>
                    <a:pt x="652" y="683"/>
                    <a:pt x="328" y="755"/>
                    <a:pt x="0" y="756"/>
                  </a:cubicBezTo>
                  <a:cubicBezTo>
                    <a:pt x="8" y="1969"/>
                    <a:pt x="1095" y="2385"/>
                    <a:pt x="2162" y="2385"/>
                  </a:cubicBezTo>
                  <a:cubicBezTo>
                    <a:pt x="2452" y="2385"/>
                    <a:pt x="2742" y="2354"/>
                    <a:pt x="3007" y="2300"/>
                  </a:cubicBezTo>
                  <a:cubicBezTo>
                    <a:pt x="2860" y="1949"/>
                    <a:pt x="2840" y="1595"/>
                    <a:pt x="2733" y="1215"/>
                  </a:cubicBezTo>
                  <a:cubicBezTo>
                    <a:pt x="2519" y="457"/>
                    <a:pt x="1890" y="30"/>
                    <a:pt x="1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033;p64"/>
            <p:cNvSpPr/>
            <p:nvPr/>
          </p:nvSpPr>
          <p:spPr>
            <a:xfrm>
              <a:off x="4880525" y="546075"/>
              <a:ext cx="37625" cy="42250"/>
            </a:xfrm>
            <a:custGeom>
              <a:avLst/>
              <a:gdLst/>
              <a:ahLst/>
              <a:cxnLst/>
              <a:rect l="l" t="t" r="r" b="b"/>
              <a:pathLst>
                <a:path w="1505" h="1690" extrusionOk="0">
                  <a:moveTo>
                    <a:pt x="1347" y="0"/>
                  </a:moveTo>
                  <a:cubicBezTo>
                    <a:pt x="877" y="295"/>
                    <a:pt x="436" y="610"/>
                    <a:pt x="0" y="958"/>
                  </a:cubicBezTo>
                  <a:cubicBezTo>
                    <a:pt x="515" y="972"/>
                    <a:pt x="991" y="1171"/>
                    <a:pt x="1358" y="1554"/>
                  </a:cubicBezTo>
                  <a:cubicBezTo>
                    <a:pt x="1400" y="1598"/>
                    <a:pt x="1436" y="1643"/>
                    <a:pt x="1472" y="1689"/>
                  </a:cubicBezTo>
                  <a:cubicBezTo>
                    <a:pt x="1505" y="1116"/>
                    <a:pt x="1483" y="571"/>
                    <a:pt x="1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034;p64"/>
            <p:cNvSpPr/>
            <p:nvPr/>
          </p:nvSpPr>
          <p:spPr>
            <a:xfrm>
              <a:off x="4837050" y="478775"/>
              <a:ext cx="37000" cy="55500"/>
            </a:xfrm>
            <a:custGeom>
              <a:avLst/>
              <a:gdLst/>
              <a:ahLst/>
              <a:cxnLst/>
              <a:rect l="l" t="t" r="r" b="b"/>
              <a:pathLst>
                <a:path w="1480" h="2220" extrusionOk="0">
                  <a:moveTo>
                    <a:pt x="500" y="0"/>
                  </a:moveTo>
                  <a:cubicBezTo>
                    <a:pt x="324" y="367"/>
                    <a:pt x="159" y="739"/>
                    <a:pt x="1" y="1113"/>
                  </a:cubicBezTo>
                  <a:cubicBezTo>
                    <a:pt x="377" y="1568"/>
                    <a:pt x="816" y="1880"/>
                    <a:pt x="1352" y="2142"/>
                  </a:cubicBezTo>
                  <a:cubicBezTo>
                    <a:pt x="1391" y="2160"/>
                    <a:pt x="1407" y="2190"/>
                    <a:pt x="1407" y="2220"/>
                  </a:cubicBezTo>
                  <a:lnTo>
                    <a:pt x="1470" y="2220"/>
                  </a:lnTo>
                  <a:cubicBezTo>
                    <a:pt x="1474" y="2007"/>
                    <a:pt x="1474" y="1797"/>
                    <a:pt x="1471" y="1585"/>
                  </a:cubicBezTo>
                  <a:cubicBezTo>
                    <a:pt x="1469" y="1368"/>
                    <a:pt x="1476" y="1107"/>
                    <a:pt x="1479" y="827"/>
                  </a:cubicBezTo>
                  <a:cubicBezTo>
                    <a:pt x="1472" y="823"/>
                    <a:pt x="1466" y="823"/>
                    <a:pt x="1462" y="818"/>
                  </a:cubicBezTo>
                  <a:cubicBezTo>
                    <a:pt x="1127" y="559"/>
                    <a:pt x="796" y="304"/>
                    <a:pt x="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035;p64"/>
            <p:cNvSpPr/>
            <p:nvPr/>
          </p:nvSpPr>
          <p:spPr>
            <a:xfrm>
              <a:off x="4823425" y="510325"/>
              <a:ext cx="50375" cy="66900"/>
            </a:xfrm>
            <a:custGeom>
              <a:avLst/>
              <a:gdLst/>
              <a:ahLst/>
              <a:cxnLst/>
              <a:rect l="l" t="t" r="r" b="b"/>
              <a:pathLst>
                <a:path w="2015" h="2676" extrusionOk="0">
                  <a:moveTo>
                    <a:pt x="483" y="0"/>
                  </a:moveTo>
                  <a:cubicBezTo>
                    <a:pt x="315" y="411"/>
                    <a:pt x="154" y="824"/>
                    <a:pt x="1" y="1243"/>
                  </a:cubicBezTo>
                  <a:cubicBezTo>
                    <a:pt x="305" y="1499"/>
                    <a:pt x="567" y="1799"/>
                    <a:pt x="887" y="2043"/>
                  </a:cubicBezTo>
                  <a:cubicBezTo>
                    <a:pt x="1214" y="2292"/>
                    <a:pt x="1570" y="2481"/>
                    <a:pt x="1929" y="2676"/>
                  </a:cubicBezTo>
                  <a:cubicBezTo>
                    <a:pt x="1931" y="2657"/>
                    <a:pt x="1931" y="2637"/>
                    <a:pt x="1932" y="2617"/>
                  </a:cubicBezTo>
                  <a:cubicBezTo>
                    <a:pt x="1905" y="2566"/>
                    <a:pt x="1908" y="2497"/>
                    <a:pt x="1945" y="2450"/>
                  </a:cubicBezTo>
                  <a:cubicBezTo>
                    <a:pt x="1983" y="1950"/>
                    <a:pt x="2006" y="1455"/>
                    <a:pt x="2014" y="958"/>
                  </a:cubicBezTo>
                  <a:lnTo>
                    <a:pt x="1950" y="958"/>
                  </a:lnTo>
                  <a:cubicBezTo>
                    <a:pt x="1950" y="1013"/>
                    <a:pt x="1899" y="1070"/>
                    <a:pt x="1833" y="1070"/>
                  </a:cubicBezTo>
                  <a:cubicBezTo>
                    <a:pt x="1819" y="1070"/>
                    <a:pt x="1804" y="1067"/>
                    <a:pt x="1788" y="1061"/>
                  </a:cubicBezTo>
                  <a:cubicBezTo>
                    <a:pt x="1278" y="846"/>
                    <a:pt x="817" y="451"/>
                    <a:pt x="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036;p64"/>
            <p:cNvSpPr/>
            <p:nvPr/>
          </p:nvSpPr>
          <p:spPr>
            <a:xfrm>
              <a:off x="4851150" y="448450"/>
              <a:ext cx="22900" cy="45025"/>
            </a:xfrm>
            <a:custGeom>
              <a:avLst/>
              <a:gdLst/>
              <a:ahLst/>
              <a:cxnLst/>
              <a:rect l="l" t="t" r="r" b="b"/>
              <a:pathLst>
                <a:path w="916" h="1801" extrusionOk="0">
                  <a:moveTo>
                    <a:pt x="570" y="0"/>
                  </a:moveTo>
                  <a:cubicBezTo>
                    <a:pt x="367" y="357"/>
                    <a:pt x="180" y="716"/>
                    <a:pt x="1" y="1078"/>
                  </a:cubicBezTo>
                  <a:cubicBezTo>
                    <a:pt x="283" y="1346"/>
                    <a:pt x="580" y="1604"/>
                    <a:pt x="915" y="1801"/>
                  </a:cubicBezTo>
                  <a:cubicBezTo>
                    <a:pt x="911" y="1150"/>
                    <a:pt x="858" y="447"/>
                    <a:pt x="5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037;p64"/>
            <p:cNvSpPr/>
            <p:nvPr/>
          </p:nvSpPr>
          <p:spPr>
            <a:xfrm>
              <a:off x="4810500" y="544575"/>
              <a:ext cx="60725" cy="44650"/>
            </a:xfrm>
            <a:custGeom>
              <a:avLst/>
              <a:gdLst/>
              <a:ahLst/>
              <a:cxnLst/>
              <a:rect l="l" t="t" r="r" b="b"/>
              <a:pathLst>
                <a:path w="2429" h="1786" extrusionOk="0">
                  <a:moveTo>
                    <a:pt x="472" y="0"/>
                  </a:moveTo>
                  <a:cubicBezTo>
                    <a:pt x="470" y="8"/>
                    <a:pt x="466" y="16"/>
                    <a:pt x="464" y="25"/>
                  </a:cubicBezTo>
                  <a:cubicBezTo>
                    <a:pt x="516" y="79"/>
                    <a:pt x="480" y="164"/>
                    <a:pt x="413" y="170"/>
                  </a:cubicBezTo>
                  <a:cubicBezTo>
                    <a:pt x="294" y="496"/>
                    <a:pt x="179" y="824"/>
                    <a:pt x="65" y="1154"/>
                  </a:cubicBezTo>
                  <a:cubicBezTo>
                    <a:pt x="53" y="1192"/>
                    <a:pt x="27" y="1212"/>
                    <a:pt x="1" y="1222"/>
                  </a:cubicBezTo>
                  <a:cubicBezTo>
                    <a:pt x="438" y="1559"/>
                    <a:pt x="873" y="1736"/>
                    <a:pt x="1336" y="1776"/>
                  </a:cubicBezTo>
                  <a:cubicBezTo>
                    <a:pt x="1368" y="1741"/>
                    <a:pt x="1413" y="1725"/>
                    <a:pt x="1457" y="1725"/>
                  </a:cubicBezTo>
                  <a:cubicBezTo>
                    <a:pt x="1506" y="1725"/>
                    <a:pt x="1553" y="1745"/>
                    <a:pt x="1580" y="1785"/>
                  </a:cubicBezTo>
                  <a:cubicBezTo>
                    <a:pt x="1848" y="1782"/>
                    <a:pt x="2125" y="1738"/>
                    <a:pt x="2422" y="1655"/>
                  </a:cubicBezTo>
                  <a:cubicBezTo>
                    <a:pt x="2422" y="1646"/>
                    <a:pt x="2419" y="1640"/>
                    <a:pt x="2420" y="1632"/>
                  </a:cubicBezTo>
                  <a:cubicBezTo>
                    <a:pt x="2423" y="1598"/>
                    <a:pt x="2425" y="1559"/>
                    <a:pt x="2428" y="1523"/>
                  </a:cubicBezTo>
                  <a:cubicBezTo>
                    <a:pt x="2420" y="1523"/>
                    <a:pt x="2412" y="1522"/>
                    <a:pt x="2403" y="1518"/>
                  </a:cubicBezTo>
                  <a:cubicBezTo>
                    <a:pt x="1710" y="1236"/>
                    <a:pt x="876" y="668"/>
                    <a:pt x="4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038;p64"/>
            <p:cNvSpPr/>
            <p:nvPr/>
          </p:nvSpPr>
          <p:spPr>
            <a:xfrm>
              <a:off x="4798250" y="686500"/>
              <a:ext cx="49775" cy="35125"/>
            </a:xfrm>
            <a:custGeom>
              <a:avLst/>
              <a:gdLst/>
              <a:ahLst/>
              <a:cxnLst/>
              <a:rect l="l" t="t" r="r" b="b"/>
              <a:pathLst>
                <a:path w="1991" h="1405" extrusionOk="0">
                  <a:moveTo>
                    <a:pt x="1008" y="0"/>
                  </a:moveTo>
                  <a:cubicBezTo>
                    <a:pt x="665" y="0"/>
                    <a:pt x="304" y="177"/>
                    <a:pt x="64" y="400"/>
                  </a:cubicBezTo>
                  <a:cubicBezTo>
                    <a:pt x="1" y="458"/>
                    <a:pt x="60" y="565"/>
                    <a:pt x="131" y="565"/>
                  </a:cubicBezTo>
                  <a:cubicBezTo>
                    <a:pt x="147" y="565"/>
                    <a:pt x="163" y="560"/>
                    <a:pt x="178" y="548"/>
                  </a:cubicBezTo>
                  <a:cubicBezTo>
                    <a:pt x="384" y="388"/>
                    <a:pt x="677" y="240"/>
                    <a:pt x="955" y="240"/>
                  </a:cubicBezTo>
                  <a:cubicBezTo>
                    <a:pt x="1090" y="240"/>
                    <a:pt x="1221" y="274"/>
                    <a:pt x="1337" y="358"/>
                  </a:cubicBezTo>
                  <a:cubicBezTo>
                    <a:pt x="1634" y="571"/>
                    <a:pt x="1635" y="974"/>
                    <a:pt x="1400" y="1226"/>
                  </a:cubicBezTo>
                  <a:cubicBezTo>
                    <a:pt x="1323" y="1306"/>
                    <a:pt x="1393" y="1405"/>
                    <a:pt x="1482" y="1405"/>
                  </a:cubicBezTo>
                  <a:cubicBezTo>
                    <a:pt x="1498" y="1405"/>
                    <a:pt x="1515" y="1402"/>
                    <a:pt x="1531" y="1394"/>
                  </a:cubicBezTo>
                  <a:cubicBezTo>
                    <a:pt x="1990" y="1200"/>
                    <a:pt x="1883" y="522"/>
                    <a:pt x="1587" y="229"/>
                  </a:cubicBezTo>
                  <a:cubicBezTo>
                    <a:pt x="1422" y="66"/>
                    <a:pt x="1218" y="0"/>
                    <a:pt x="1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39;p64"/>
            <p:cNvSpPr/>
            <p:nvPr/>
          </p:nvSpPr>
          <p:spPr>
            <a:xfrm>
              <a:off x="4764850" y="503000"/>
              <a:ext cx="46275" cy="36350"/>
            </a:xfrm>
            <a:custGeom>
              <a:avLst/>
              <a:gdLst/>
              <a:ahLst/>
              <a:cxnLst/>
              <a:rect l="l" t="t" r="r" b="b"/>
              <a:pathLst>
                <a:path w="1851" h="1454" extrusionOk="0">
                  <a:moveTo>
                    <a:pt x="1202" y="0"/>
                  </a:moveTo>
                  <a:cubicBezTo>
                    <a:pt x="759" y="0"/>
                    <a:pt x="167" y="1176"/>
                    <a:pt x="5" y="1449"/>
                  </a:cubicBezTo>
                  <a:lnTo>
                    <a:pt x="0" y="1454"/>
                  </a:lnTo>
                  <a:cubicBezTo>
                    <a:pt x="306" y="1319"/>
                    <a:pt x="628" y="1249"/>
                    <a:pt x="951" y="1249"/>
                  </a:cubicBezTo>
                  <a:cubicBezTo>
                    <a:pt x="1255" y="1249"/>
                    <a:pt x="1559" y="1311"/>
                    <a:pt x="1851" y="1437"/>
                  </a:cubicBezTo>
                  <a:cubicBezTo>
                    <a:pt x="1810" y="1264"/>
                    <a:pt x="1767" y="1092"/>
                    <a:pt x="1712" y="922"/>
                  </a:cubicBezTo>
                  <a:cubicBezTo>
                    <a:pt x="1640" y="694"/>
                    <a:pt x="1537" y="197"/>
                    <a:pt x="1353" y="54"/>
                  </a:cubicBezTo>
                  <a:cubicBezTo>
                    <a:pt x="1306" y="17"/>
                    <a:pt x="1255" y="0"/>
                    <a:pt x="1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40;p64"/>
            <p:cNvSpPr/>
            <p:nvPr/>
          </p:nvSpPr>
          <p:spPr>
            <a:xfrm>
              <a:off x="4747125" y="731375"/>
              <a:ext cx="31400" cy="27250"/>
            </a:xfrm>
            <a:custGeom>
              <a:avLst/>
              <a:gdLst/>
              <a:ahLst/>
              <a:cxnLst/>
              <a:rect l="l" t="t" r="r" b="b"/>
              <a:pathLst>
                <a:path w="1256" h="1090" extrusionOk="0">
                  <a:moveTo>
                    <a:pt x="772" y="1"/>
                  </a:moveTo>
                  <a:cubicBezTo>
                    <a:pt x="743" y="1"/>
                    <a:pt x="712" y="4"/>
                    <a:pt x="680" y="11"/>
                  </a:cubicBezTo>
                  <a:cubicBezTo>
                    <a:pt x="372" y="75"/>
                    <a:pt x="103" y="565"/>
                    <a:pt x="467" y="746"/>
                  </a:cubicBezTo>
                  <a:cubicBezTo>
                    <a:pt x="515" y="770"/>
                    <a:pt x="565" y="781"/>
                    <a:pt x="615" y="781"/>
                  </a:cubicBezTo>
                  <a:cubicBezTo>
                    <a:pt x="710" y="781"/>
                    <a:pt x="803" y="741"/>
                    <a:pt x="877" y="679"/>
                  </a:cubicBezTo>
                  <a:lnTo>
                    <a:pt x="877" y="679"/>
                  </a:lnTo>
                  <a:cubicBezTo>
                    <a:pt x="859" y="715"/>
                    <a:pt x="835" y="746"/>
                    <a:pt x="806" y="769"/>
                  </a:cubicBezTo>
                  <a:cubicBezTo>
                    <a:pt x="717" y="847"/>
                    <a:pt x="605" y="875"/>
                    <a:pt x="491" y="875"/>
                  </a:cubicBezTo>
                  <a:cubicBezTo>
                    <a:pt x="372" y="875"/>
                    <a:pt x="249" y="845"/>
                    <a:pt x="145" y="807"/>
                  </a:cubicBezTo>
                  <a:cubicBezTo>
                    <a:pt x="135" y="803"/>
                    <a:pt x="126" y="802"/>
                    <a:pt x="118" y="802"/>
                  </a:cubicBezTo>
                  <a:cubicBezTo>
                    <a:pt x="41" y="802"/>
                    <a:pt x="1" y="923"/>
                    <a:pt x="77" y="966"/>
                  </a:cubicBezTo>
                  <a:cubicBezTo>
                    <a:pt x="213" y="1045"/>
                    <a:pt x="378" y="1089"/>
                    <a:pt x="539" y="1089"/>
                  </a:cubicBezTo>
                  <a:cubicBezTo>
                    <a:pt x="791" y="1089"/>
                    <a:pt x="1033" y="980"/>
                    <a:pt x="1139" y="721"/>
                  </a:cubicBezTo>
                  <a:cubicBezTo>
                    <a:pt x="1256" y="432"/>
                    <a:pt x="1110" y="1"/>
                    <a:pt x="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041;p64"/>
            <p:cNvSpPr/>
            <p:nvPr/>
          </p:nvSpPr>
          <p:spPr>
            <a:xfrm>
              <a:off x="4715175" y="643625"/>
              <a:ext cx="51025" cy="29150"/>
            </a:xfrm>
            <a:custGeom>
              <a:avLst/>
              <a:gdLst/>
              <a:ahLst/>
              <a:cxnLst/>
              <a:rect l="l" t="t" r="r" b="b"/>
              <a:pathLst>
                <a:path w="2041" h="1166" extrusionOk="0">
                  <a:moveTo>
                    <a:pt x="1048" y="1"/>
                  </a:moveTo>
                  <a:cubicBezTo>
                    <a:pt x="608" y="1"/>
                    <a:pt x="203" y="382"/>
                    <a:pt x="26" y="767"/>
                  </a:cubicBezTo>
                  <a:cubicBezTo>
                    <a:pt x="1" y="820"/>
                    <a:pt x="40" y="865"/>
                    <a:pt x="84" y="865"/>
                  </a:cubicBezTo>
                  <a:cubicBezTo>
                    <a:pt x="104" y="865"/>
                    <a:pt x="124" y="855"/>
                    <a:pt x="140" y="834"/>
                  </a:cubicBezTo>
                  <a:cubicBezTo>
                    <a:pt x="350" y="553"/>
                    <a:pt x="653" y="236"/>
                    <a:pt x="1029" y="236"/>
                  </a:cubicBezTo>
                  <a:cubicBezTo>
                    <a:pt x="1050" y="236"/>
                    <a:pt x="1072" y="237"/>
                    <a:pt x="1093" y="239"/>
                  </a:cubicBezTo>
                  <a:cubicBezTo>
                    <a:pt x="1480" y="278"/>
                    <a:pt x="1682" y="664"/>
                    <a:pt x="1526" y="1001"/>
                  </a:cubicBezTo>
                  <a:cubicBezTo>
                    <a:pt x="1489" y="1081"/>
                    <a:pt x="1550" y="1166"/>
                    <a:pt x="1623" y="1166"/>
                  </a:cubicBezTo>
                  <a:cubicBezTo>
                    <a:pt x="1647" y="1166"/>
                    <a:pt x="1673" y="1156"/>
                    <a:pt x="1697" y="1133"/>
                  </a:cubicBezTo>
                  <a:cubicBezTo>
                    <a:pt x="2040" y="796"/>
                    <a:pt x="1723" y="229"/>
                    <a:pt x="1355" y="66"/>
                  </a:cubicBezTo>
                  <a:cubicBezTo>
                    <a:pt x="1252" y="21"/>
                    <a:pt x="1149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042;p64"/>
            <p:cNvSpPr/>
            <p:nvPr/>
          </p:nvSpPr>
          <p:spPr>
            <a:xfrm>
              <a:off x="4599150" y="692175"/>
              <a:ext cx="124700" cy="88750"/>
            </a:xfrm>
            <a:custGeom>
              <a:avLst/>
              <a:gdLst/>
              <a:ahLst/>
              <a:cxnLst/>
              <a:rect l="l" t="t" r="r" b="b"/>
              <a:pathLst>
                <a:path w="4988" h="3550" extrusionOk="0">
                  <a:moveTo>
                    <a:pt x="1558" y="1"/>
                  </a:moveTo>
                  <a:cubicBezTo>
                    <a:pt x="1557" y="15"/>
                    <a:pt x="1553" y="30"/>
                    <a:pt x="1547" y="43"/>
                  </a:cubicBezTo>
                  <a:cubicBezTo>
                    <a:pt x="1303" y="557"/>
                    <a:pt x="896" y="738"/>
                    <a:pt x="443" y="738"/>
                  </a:cubicBezTo>
                  <a:cubicBezTo>
                    <a:pt x="299" y="738"/>
                    <a:pt x="150" y="719"/>
                    <a:pt x="0" y="688"/>
                  </a:cubicBezTo>
                  <a:lnTo>
                    <a:pt x="0" y="688"/>
                  </a:lnTo>
                  <a:cubicBezTo>
                    <a:pt x="231" y="870"/>
                    <a:pt x="485" y="1011"/>
                    <a:pt x="782" y="1105"/>
                  </a:cubicBezTo>
                  <a:cubicBezTo>
                    <a:pt x="854" y="1129"/>
                    <a:pt x="877" y="1201"/>
                    <a:pt x="848" y="1266"/>
                  </a:cubicBezTo>
                  <a:cubicBezTo>
                    <a:pt x="699" y="1584"/>
                    <a:pt x="558" y="1906"/>
                    <a:pt x="396" y="2218"/>
                  </a:cubicBezTo>
                  <a:cubicBezTo>
                    <a:pt x="883" y="2348"/>
                    <a:pt x="1398" y="2421"/>
                    <a:pt x="1731" y="2507"/>
                  </a:cubicBezTo>
                  <a:cubicBezTo>
                    <a:pt x="2836" y="2796"/>
                    <a:pt x="3920" y="3151"/>
                    <a:pt x="4987" y="3549"/>
                  </a:cubicBezTo>
                  <a:cubicBezTo>
                    <a:pt x="4874" y="3499"/>
                    <a:pt x="4761" y="3442"/>
                    <a:pt x="4652" y="3379"/>
                  </a:cubicBezTo>
                  <a:cubicBezTo>
                    <a:pt x="3672" y="2802"/>
                    <a:pt x="2973" y="1678"/>
                    <a:pt x="2959" y="528"/>
                  </a:cubicBezTo>
                  <a:cubicBezTo>
                    <a:pt x="2937" y="545"/>
                    <a:pt x="2912" y="555"/>
                    <a:pt x="2883" y="555"/>
                  </a:cubicBezTo>
                  <a:cubicBezTo>
                    <a:pt x="2865" y="555"/>
                    <a:pt x="2845" y="550"/>
                    <a:pt x="2825" y="541"/>
                  </a:cubicBezTo>
                  <a:cubicBezTo>
                    <a:pt x="2464" y="357"/>
                    <a:pt x="2017" y="145"/>
                    <a:pt x="1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043;p64"/>
            <p:cNvSpPr/>
            <p:nvPr/>
          </p:nvSpPr>
          <p:spPr>
            <a:xfrm>
              <a:off x="4694800" y="694575"/>
              <a:ext cx="19125" cy="28000"/>
            </a:xfrm>
            <a:custGeom>
              <a:avLst/>
              <a:gdLst/>
              <a:ahLst/>
              <a:cxnLst/>
              <a:rect l="l" t="t" r="r" b="b"/>
              <a:pathLst>
                <a:path w="765" h="1120" extrusionOk="0">
                  <a:moveTo>
                    <a:pt x="380" y="1"/>
                  </a:moveTo>
                  <a:cubicBezTo>
                    <a:pt x="359" y="1"/>
                    <a:pt x="337" y="3"/>
                    <a:pt x="314" y="7"/>
                  </a:cubicBezTo>
                  <a:cubicBezTo>
                    <a:pt x="134" y="44"/>
                    <a:pt x="1" y="221"/>
                    <a:pt x="11" y="402"/>
                  </a:cubicBezTo>
                  <a:cubicBezTo>
                    <a:pt x="13" y="431"/>
                    <a:pt x="17" y="458"/>
                    <a:pt x="23" y="484"/>
                  </a:cubicBezTo>
                  <a:cubicBezTo>
                    <a:pt x="16" y="702"/>
                    <a:pt x="75" y="946"/>
                    <a:pt x="139" y="1074"/>
                  </a:cubicBezTo>
                  <a:cubicBezTo>
                    <a:pt x="156" y="1106"/>
                    <a:pt x="183" y="1119"/>
                    <a:pt x="211" y="1119"/>
                  </a:cubicBezTo>
                  <a:cubicBezTo>
                    <a:pt x="265" y="1119"/>
                    <a:pt x="323" y="1067"/>
                    <a:pt x="307" y="1002"/>
                  </a:cubicBezTo>
                  <a:cubicBezTo>
                    <a:pt x="291" y="931"/>
                    <a:pt x="277" y="861"/>
                    <a:pt x="269" y="791"/>
                  </a:cubicBezTo>
                  <a:lnTo>
                    <a:pt x="269" y="791"/>
                  </a:lnTo>
                  <a:cubicBezTo>
                    <a:pt x="311" y="821"/>
                    <a:pt x="353" y="846"/>
                    <a:pt x="396" y="867"/>
                  </a:cubicBezTo>
                  <a:cubicBezTo>
                    <a:pt x="418" y="878"/>
                    <a:pt x="443" y="884"/>
                    <a:pt x="467" y="884"/>
                  </a:cubicBezTo>
                  <a:cubicBezTo>
                    <a:pt x="515" y="884"/>
                    <a:pt x="563" y="863"/>
                    <a:pt x="586" y="817"/>
                  </a:cubicBezTo>
                  <a:cubicBezTo>
                    <a:pt x="671" y="647"/>
                    <a:pt x="764" y="437"/>
                    <a:pt x="671" y="250"/>
                  </a:cubicBezTo>
                  <a:cubicBezTo>
                    <a:pt x="655" y="216"/>
                    <a:pt x="637" y="189"/>
                    <a:pt x="611" y="162"/>
                  </a:cubicBezTo>
                  <a:cubicBezTo>
                    <a:pt x="576" y="71"/>
                    <a:pt x="501" y="1"/>
                    <a:pt x="3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044;p64"/>
            <p:cNvSpPr/>
            <p:nvPr/>
          </p:nvSpPr>
          <p:spPr>
            <a:xfrm>
              <a:off x="4643450" y="643100"/>
              <a:ext cx="52700" cy="57500"/>
            </a:xfrm>
            <a:custGeom>
              <a:avLst/>
              <a:gdLst/>
              <a:ahLst/>
              <a:cxnLst/>
              <a:rect l="l" t="t" r="r" b="b"/>
              <a:pathLst>
                <a:path w="2108" h="2300" extrusionOk="0">
                  <a:moveTo>
                    <a:pt x="1231" y="0"/>
                  </a:moveTo>
                  <a:cubicBezTo>
                    <a:pt x="965" y="237"/>
                    <a:pt x="751" y="493"/>
                    <a:pt x="600" y="823"/>
                  </a:cubicBezTo>
                  <a:cubicBezTo>
                    <a:pt x="583" y="858"/>
                    <a:pt x="542" y="877"/>
                    <a:pt x="503" y="877"/>
                  </a:cubicBezTo>
                  <a:cubicBezTo>
                    <a:pt x="494" y="877"/>
                    <a:pt x="486" y="876"/>
                    <a:pt x="478" y="874"/>
                  </a:cubicBezTo>
                  <a:cubicBezTo>
                    <a:pt x="319" y="832"/>
                    <a:pt x="160" y="792"/>
                    <a:pt x="0" y="750"/>
                  </a:cubicBezTo>
                  <a:lnTo>
                    <a:pt x="0" y="750"/>
                  </a:lnTo>
                  <a:cubicBezTo>
                    <a:pt x="101" y="848"/>
                    <a:pt x="179" y="962"/>
                    <a:pt x="223" y="1100"/>
                  </a:cubicBezTo>
                  <a:cubicBezTo>
                    <a:pt x="303" y="1357"/>
                    <a:pt x="251" y="1604"/>
                    <a:pt x="73" y="1784"/>
                  </a:cubicBezTo>
                  <a:cubicBezTo>
                    <a:pt x="477" y="1929"/>
                    <a:pt x="860" y="2113"/>
                    <a:pt x="1179" y="2290"/>
                  </a:cubicBezTo>
                  <a:cubicBezTo>
                    <a:pt x="1184" y="2291"/>
                    <a:pt x="1186" y="2296"/>
                    <a:pt x="1192" y="2300"/>
                  </a:cubicBezTo>
                  <a:cubicBezTo>
                    <a:pt x="1236" y="1542"/>
                    <a:pt x="1599" y="910"/>
                    <a:pt x="2107" y="398"/>
                  </a:cubicBezTo>
                  <a:lnTo>
                    <a:pt x="2073" y="364"/>
                  </a:lnTo>
                  <a:cubicBezTo>
                    <a:pt x="2062" y="373"/>
                    <a:pt x="2048" y="378"/>
                    <a:pt x="2033" y="378"/>
                  </a:cubicBezTo>
                  <a:cubicBezTo>
                    <a:pt x="2026" y="378"/>
                    <a:pt x="2019" y="377"/>
                    <a:pt x="2011" y="374"/>
                  </a:cubicBezTo>
                  <a:cubicBezTo>
                    <a:pt x="1733" y="289"/>
                    <a:pt x="1481" y="151"/>
                    <a:pt x="1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045;p64"/>
            <p:cNvSpPr/>
            <p:nvPr/>
          </p:nvSpPr>
          <p:spPr>
            <a:xfrm>
              <a:off x="4700925" y="540750"/>
              <a:ext cx="140175" cy="86875"/>
            </a:xfrm>
            <a:custGeom>
              <a:avLst/>
              <a:gdLst/>
              <a:ahLst/>
              <a:cxnLst/>
              <a:rect l="l" t="t" r="r" b="b"/>
              <a:pathLst>
                <a:path w="5607" h="3475" extrusionOk="0">
                  <a:moveTo>
                    <a:pt x="3584" y="1"/>
                  </a:moveTo>
                  <a:cubicBezTo>
                    <a:pt x="2039" y="1"/>
                    <a:pt x="1205" y="1888"/>
                    <a:pt x="0" y="2897"/>
                  </a:cubicBezTo>
                  <a:cubicBezTo>
                    <a:pt x="918" y="3120"/>
                    <a:pt x="2159" y="3474"/>
                    <a:pt x="3262" y="3474"/>
                  </a:cubicBezTo>
                  <a:cubicBezTo>
                    <a:pt x="4280" y="3474"/>
                    <a:pt x="5181" y="3173"/>
                    <a:pt x="5606" y="2192"/>
                  </a:cubicBezTo>
                  <a:cubicBezTo>
                    <a:pt x="5080" y="2110"/>
                    <a:pt x="4575" y="1851"/>
                    <a:pt x="4248" y="1455"/>
                  </a:cubicBezTo>
                  <a:cubicBezTo>
                    <a:pt x="4213" y="1411"/>
                    <a:pt x="4231" y="1363"/>
                    <a:pt x="4265" y="1343"/>
                  </a:cubicBezTo>
                  <a:cubicBezTo>
                    <a:pt x="4246" y="1321"/>
                    <a:pt x="4236" y="1290"/>
                    <a:pt x="4243" y="1251"/>
                  </a:cubicBezTo>
                  <a:cubicBezTo>
                    <a:pt x="4311" y="927"/>
                    <a:pt x="4396" y="602"/>
                    <a:pt x="4490" y="281"/>
                  </a:cubicBezTo>
                  <a:cubicBezTo>
                    <a:pt x="4486" y="272"/>
                    <a:pt x="4481" y="267"/>
                    <a:pt x="4480" y="259"/>
                  </a:cubicBezTo>
                  <a:lnTo>
                    <a:pt x="4465" y="188"/>
                  </a:lnTo>
                  <a:cubicBezTo>
                    <a:pt x="4145" y="58"/>
                    <a:pt x="3854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046;p64"/>
            <p:cNvSpPr/>
            <p:nvPr/>
          </p:nvSpPr>
          <p:spPr>
            <a:xfrm>
              <a:off x="5044350" y="715650"/>
              <a:ext cx="194275" cy="119900"/>
            </a:xfrm>
            <a:custGeom>
              <a:avLst/>
              <a:gdLst/>
              <a:ahLst/>
              <a:cxnLst/>
              <a:rect l="l" t="t" r="r" b="b"/>
              <a:pathLst>
                <a:path w="7771" h="4796" extrusionOk="0">
                  <a:moveTo>
                    <a:pt x="2408" y="1"/>
                  </a:moveTo>
                  <a:cubicBezTo>
                    <a:pt x="1341" y="1"/>
                    <a:pt x="347" y="513"/>
                    <a:pt x="1" y="1736"/>
                  </a:cubicBezTo>
                  <a:cubicBezTo>
                    <a:pt x="379" y="2248"/>
                    <a:pt x="531" y="2868"/>
                    <a:pt x="514" y="3507"/>
                  </a:cubicBezTo>
                  <a:cubicBezTo>
                    <a:pt x="1530" y="4371"/>
                    <a:pt x="2754" y="4795"/>
                    <a:pt x="3969" y="4795"/>
                  </a:cubicBezTo>
                  <a:cubicBezTo>
                    <a:pt x="5355" y="4795"/>
                    <a:pt x="6730" y="4243"/>
                    <a:pt x="7770" y="3161"/>
                  </a:cubicBezTo>
                  <a:cubicBezTo>
                    <a:pt x="6378" y="3081"/>
                    <a:pt x="5646" y="1465"/>
                    <a:pt x="4595" y="710"/>
                  </a:cubicBezTo>
                  <a:cubicBezTo>
                    <a:pt x="3968" y="261"/>
                    <a:pt x="3169" y="1"/>
                    <a:pt x="24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1" name="Рисунок 40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63" y="3150175"/>
            <a:ext cx="1984669" cy="1984669"/>
          </a:xfrm>
          <a:prstGeom prst="rect">
            <a:avLst/>
          </a:prstGeom>
        </p:spPr>
      </p:pic>
      <p:pic>
        <p:nvPicPr>
          <p:cNvPr id="402" name="Рисунок 40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599" y="3152906"/>
            <a:ext cx="1981938" cy="198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9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71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293566" y="860553"/>
            <a:ext cx="48813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А это точно </a:t>
            </a:r>
            <a:r>
              <a:rPr lang="ru-RU" sz="3600" dirty="0" err="1">
                <a:solidFill>
                  <a:schemeClr val="hlink"/>
                </a:solidFill>
                <a:uFill>
                  <a:noFill/>
                </a:uFill>
                <a:latin typeface="+mj-lt"/>
              </a:rPr>
              <a:t>телеграм</a:t>
            </a:r>
            <a:r>
              <a:rPr lang="ru-RU" sz="3600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-бот?..</a:t>
            </a:r>
            <a:endParaRPr sz="3600" dirty="0">
              <a:latin typeface="+mj-lt"/>
            </a:endParaRPr>
          </a:p>
        </p:txBody>
      </p:sp>
      <p:sp>
        <p:nvSpPr>
          <p:cNvPr id="1303" name="Google Shape;1303;p71"/>
          <p:cNvSpPr/>
          <p:nvPr/>
        </p:nvSpPr>
        <p:spPr>
          <a:xfrm rot="397540">
            <a:off x="8183617" y="254416"/>
            <a:ext cx="42386" cy="273399"/>
          </a:xfrm>
          <a:custGeom>
            <a:avLst/>
            <a:gdLst/>
            <a:ahLst/>
            <a:cxnLst/>
            <a:rect l="l" t="t" r="r" b="b"/>
            <a:pathLst>
              <a:path w="573" h="3696" extrusionOk="0">
                <a:moveTo>
                  <a:pt x="233" y="0"/>
                </a:moveTo>
                <a:cubicBezTo>
                  <a:pt x="123" y="0"/>
                  <a:pt x="0" y="95"/>
                  <a:pt x="24" y="238"/>
                </a:cubicBezTo>
                <a:cubicBezTo>
                  <a:pt x="200" y="1322"/>
                  <a:pt x="113" y="2420"/>
                  <a:pt x="112" y="3513"/>
                </a:cubicBezTo>
                <a:cubicBezTo>
                  <a:pt x="112" y="3635"/>
                  <a:pt x="207" y="3696"/>
                  <a:pt x="302" y="3696"/>
                </a:cubicBezTo>
                <a:cubicBezTo>
                  <a:pt x="396" y="3696"/>
                  <a:pt x="491" y="3635"/>
                  <a:pt x="491" y="3513"/>
                </a:cubicBezTo>
                <a:cubicBezTo>
                  <a:pt x="492" y="2383"/>
                  <a:pt x="572" y="1258"/>
                  <a:pt x="389" y="138"/>
                </a:cubicBezTo>
                <a:cubicBezTo>
                  <a:pt x="374" y="42"/>
                  <a:pt x="307" y="0"/>
                  <a:pt x="2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71"/>
          <p:cNvSpPr/>
          <p:nvPr/>
        </p:nvSpPr>
        <p:spPr>
          <a:xfrm rot="397540">
            <a:off x="8120510" y="1463950"/>
            <a:ext cx="42608" cy="280574"/>
          </a:xfrm>
          <a:custGeom>
            <a:avLst/>
            <a:gdLst/>
            <a:ahLst/>
            <a:cxnLst/>
            <a:rect l="l" t="t" r="r" b="b"/>
            <a:pathLst>
              <a:path w="576" h="3793" extrusionOk="0">
                <a:moveTo>
                  <a:pt x="234" y="0"/>
                </a:moveTo>
                <a:cubicBezTo>
                  <a:pt x="124" y="0"/>
                  <a:pt x="1" y="95"/>
                  <a:pt x="24" y="239"/>
                </a:cubicBezTo>
                <a:cubicBezTo>
                  <a:pt x="204" y="1355"/>
                  <a:pt x="113" y="2486"/>
                  <a:pt x="112" y="3609"/>
                </a:cubicBezTo>
                <a:cubicBezTo>
                  <a:pt x="112" y="3731"/>
                  <a:pt x="207" y="3793"/>
                  <a:pt x="302" y="3793"/>
                </a:cubicBezTo>
                <a:cubicBezTo>
                  <a:pt x="397" y="3793"/>
                  <a:pt x="492" y="3731"/>
                  <a:pt x="492" y="3609"/>
                </a:cubicBezTo>
                <a:cubicBezTo>
                  <a:pt x="493" y="2450"/>
                  <a:pt x="576" y="1289"/>
                  <a:pt x="389" y="138"/>
                </a:cubicBezTo>
                <a:cubicBezTo>
                  <a:pt x="374" y="42"/>
                  <a:pt x="307" y="0"/>
                  <a:pt x="2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71"/>
          <p:cNvSpPr/>
          <p:nvPr/>
        </p:nvSpPr>
        <p:spPr>
          <a:xfrm rot="397540">
            <a:off x="7419601" y="949545"/>
            <a:ext cx="284716" cy="36172"/>
          </a:xfrm>
          <a:custGeom>
            <a:avLst/>
            <a:gdLst/>
            <a:ahLst/>
            <a:cxnLst/>
            <a:rect l="l" t="t" r="r" b="b"/>
            <a:pathLst>
              <a:path w="3849" h="489" extrusionOk="0">
                <a:moveTo>
                  <a:pt x="2031" y="1"/>
                </a:moveTo>
                <a:cubicBezTo>
                  <a:pt x="1429" y="1"/>
                  <a:pt x="829" y="23"/>
                  <a:pt x="230" y="121"/>
                </a:cubicBezTo>
                <a:cubicBezTo>
                  <a:pt x="0" y="156"/>
                  <a:pt x="81" y="489"/>
                  <a:pt x="295" y="489"/>
                </a:cubicBezTo>
                <a:cubicBezTo>
                  <a:pt x="306" y="489"/>
                  <a:pt x="318" y="488"/>
                  <a:pt x="330" y="486"/>
                </a:cubicBezTo>
                <a:cubicBezTo>
                  <a:pt x="875" y="397"/>
                  <a:pt x="1424" y="375"/>
                  <a:pt x="1974" y="375"/>
                </a:cubicBezTo>
                <a:cubicBezTo>
                  <a:pt x="2517" y="375"/>
                  <a:pt x="3061" y="397"/>
                  <a:pt x="3604" y="398"/>
                </a:cubicBezTo>
                <a:cubicBezTo>
                  <a:pt x="3849" y="398"/>
                  <a:pt x="3849" y="18"/>
                  <a:pt x="3604" y="18"/>
                </a:cubicBezTo>
                <a:cubicBezTo>
                  <a:pt x="3079" y="18"/>
                  <a:pt x="2554" y="1"/>
                  <a:pt x="20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71"/>
          <p:cNvSpPr/>
          <p:nvPr/>
        </p:nvSpPr>
        <p:spPr>
          <a:xfrm rot="397540">
            <a:off x="8629132" y="1012505"/>
            <a:ext cx="291892" cy="36394"/>
          </a:xfrm>
          <a:custGeom>
            <a:avLst/>
            <a:gdLst/>
            <a:ahLst/>
            <a:cxnLst/>
            <a:rect l="l" t="t" r="r" b="b"/>
            <a:pathLst>
              <a:path w="3946" h="492" extrusionOk="0">
                <a:moveTo>
                  <a:pt x="2058" y="1"/>
                </a:moveTo>
                <a:cubicBezTo>
                  <a:pt x="1447" y="1"/>
                  <a:pt x="837" y="24"/>
                  <a:pt x="230" y="122"/>
                </a:cubicBezTo>
                <a:cubicBezTo>
                  <a:pt x="0" y="158"/>
                  <a:pt x="82" y="491"/>
                  <a:pt x="296" y="491"/>
                </a:cubicBezTo>
                <a:cubicBezTo>
                  <a:pt x="307" y="491"/>
                  <a:pt x="319" y="490"/>
                  <a:pt x="330" y="488"/>
                </a:cubicBezTo>
                <a:cubicBezTo>
                  <a:pt x="884" y="399"/>
                  <a:pt x="1443" y="376"/>
                  <a:pt x="2003" y="376"/>
                </a:cubicBezTo>
                <a:cubicBezTo>
                  <a:pt x="2569" y="376"/>
                  <a:pt x="3136" y="399"/>
                  <a:pt x="3701" y="400"/>
                </a:cubicBezTo>
                <a:cubicBezTo>
                  <a:pt x="3945" y="400"/>
                  <a:pt x="3945" y="20"/>
                  <a:pt x="3701" y="20"/>
                </a:cubicBezTo>
                <a:cubicBezTo>
                  <a:pt x="3153" y="19"/>
                  <a:pt x="2605" y="1"/>
                  <a:pt x="20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71"/>
          <p:cNvSpPr/>
          <p:nvPr/>
        </p:nvSpPr>
        <p:spPr>
          <a:xfrm rot="397540">
            <a:off x="7657464" y="448962"/>
            <a:ext cx="215035" cy="197282"/>
          </a:xfrm>
          <a:custGeom>
            <a:avLst/>
            <a:gdLst/>
            <a:ahLst/>
            <a:cxnLst/>
            <a:rect l="l" t="t" r="r" b="b"/>
            <a:pathLst>
              <a:path w="2907" h="2667" extrusionOk="0">
                <a:moveTo>
                  <a:pt x="227" y="1"/>
                </a:moveTo>
                <a:cubicBezTo>
                  <a:pt x="159" y="1"/>
                  <a:pt x="88" y="40"/>
                  <a:pt x="55" y="97"/>
                </a:cubicBezTo>
                <a:cubicBezTo>
                  <a:pt x="0" y="191"/>
                  <a:pt x="41" y="297"/>
                  <a:pt x="125" y="356"/>
                </a:cubicBezTo>
                <a:cubicBezTo>
                  <a:pt x="1017" y="997"/>
                  <a:pt x="1734" y="1836"/>
                  <a:pt x="2503" y="2610"/>
                </a:cubicBezTo>
                <a:cubicBezTo>
                  <a:pt x="2543" y="2650"/>
                  <a:pt x="2588" y="2666"/>
                  <a:pt x="2631" y="2666"/>
                </a:cubicBezTo>
                <a:cubicBezTo>
                  <a:pt x="2777" y="2666"/>
                  <a:pt x="2906" y="2476"/>
                  <a:pt x="2772" y="2343"/>
                </a:cubicBezTo>
                <a:cubicBezTo>
                  <a:pt x="1975" y="1545"/>
                  <a:pt x="1236" y="691"/>
                  <a:pt x="315" y="28"/>
                </a:cubicBezTo>
                <a:cubicBezTo>
                  <a:pt x="289" y="9"/>
                  <a:pt x="258" y="1"/>
                  <a:pt x="2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71"/>
          <p:cNvSpPr/>
          <p:nvPr/>
        </p:nvSpPr>
        <p:spPr>
          <a:xfrm rot="397540">
            <a:off x="8468025" y="1348968"/>
            <a:ext cx="220065" cy="202164"/>
          </a:xfrm>
          <a:custGeom>
            <a:avLst/>
            <a:gdLst/>
            <a:ahLst/>
            <a:cxnLst/>
            <a:rect l="l" t="t" r="r" b="b"/>
            <a:pathLst>
              <a:path w="2975" h="2733" extrusionOk="0">
                <a:moveTo>
                  <a:pt x="227" y="0"/>
                </a:moveTo>
                <a:cubicBezTo>
                  <a:pt x="160" y="0"/>
                  <a:pt x="90" y="40"/>
                  <a:pt x="56" y="96"/>
                </a:cubicBezTo>
                <a:cubicBezTo>
                  <a:pt x="0" y="190"/>
                  <a:pt x="43" y="294"/>
                  <a:pt x="126" y="354"/>
                </a:cubicBezTo>
                <a:cubicBezTo>
                  <a:pt x="1043" y="1013"/>
                  <a:pt x="1779" y="1880"/>
                  <a:pt x="2572" y="2676"/>
                </a:cubicBezTo>
                <a:cubicBezTo>
                  <a:pt x="2612" y="2716"/>
                  <a:pt x="2656" y="2732"/>
                  <a:pt x="2699" y="2732"/>
                </a:cubicBezTo>
                <a:cubicBezTo>
                  <a:pt x="2845" y="2732"/>
                  <a:pt x="2975" y="2542"/>
                  <a:pt x="2840" y="2408"/>
                </a:cubicBezTo>
                <a:cubicBezTo>
                  <a:pt x="2022" y="1588"/>
                  <a:pt x="1261" y="708"/>
                  <a:pt x="316" y="28"/>
                </a:cubicBezTo>
                <a:cubicBezTo>
                  <a:pt x="290" y="9"/>
                  <a:pt x="259" y="0"/>
                  <a:pt x="2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71"/>
          <p:cNvSpPr/>
          <p:nvPr/>
        </p:nvSpPr>
        <p:spPr>
          <a:xfrm rot="397540">
            <a:off x="7618397" y="1304469"/>
            <a:ext cx="205493" cy="207046"/>
          </a:xfrm>
          <a:custGeom>
            <a:avLst/>
            <a:gdLst/>
            <a:ahLst/>
            <a:cxnLst/>
            <a:rect l="l" t="t" r="r" b="b"/>
            <a:pathLst>
              <a:path w="2778" h="2799" extrusionOk="0">
                <a:moveTo>
                  <a:pt x="2502" y="0"/>
                </a:moveTo>
                <a:cubicBezTo>
                  <a:pt x="2458" y="0"/>
                  <a:pt x="2414" y="17"/>
                  <a:pt x="2374" y="57"/>
                </a:cubicBezTo>
                <a:cubicBezTo>
                  <a:pt x="1577" y="854"/>
                  <a:pt x="724" y="1592"/>
                  <a:pt x="60" y="2513"/>
                </a:cubicBezTo>
                <a:cubicBezTo>
                  <a:pt x="1" y="2596"/>
                  <a:pt x="46" y="2725"/>
                  <a:pt x="129" y="2774"/>
                </a:cubicBezTo>
                <a:cubicBezTo>
                  <a:pt x="159" y="2791"/>
                  <a:pt x="189" y="2799"/>
                  <a:pt x="219" y="2799"/>
                </a:cubicBezTo>
                <a:cubicBezTo>
                  <a:pt x="285" y="2799"/>
                  <a:pt x="347" y="2762"/>
                  <a:pt x="388" y="2704"/>
                </a:cubicBezTo>
                <a:cubicBezTo>
                  <a:pt x="1030" y="1812"/>
                  <a:pt x="1869" y="1095"/>
                  <a:pt x="2643" y="325"/>
                </a:cubicBezTo>
                <a:cubicBezTo>
                  <a:pt x="2777" y="191"/>
                  <a:pt x="2647" y="0"/>
                  <a:pt x="25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71"/>
          <p:cNvSpPr/>
          <p:nvPr/>
        </p:nvSpPr>
        <p:spPr>
          <a:xfrm rot="397540">
            <a:off x="8518336" y="488883"/>
            <a:ext cx="210523" cy="212002"/>
          </a:xfrm>
          <a:custGeom>
            <a:avLst/>
            <a:gdLst/>
            <a:ahLst/>
            <a:cxnLst/>
            <a:rect l="l" t="t" r="r" b="b"/>
            <a:pathLst>
              <a:path w="2846" h="2866" extrusionOk="0">
                <a:moveTo>
                  <a:pt x="2570" y="0"/>
                </a:moveTo>
                <a:cubicBezTo>
                  <a:pt x="2527" y="0"/>
                  <a:pt x="2482" y="17"/>
                  <a:pt x="2443" y="56"/>
                </a:cubicBezTo>
                <a:cubicBezTo>
                  <a:pt x="1623" y="875"/>
                  <a:pt x="742" y="1635"/>
                  <a:pt x="62" y="2580"/>
                </a:cubicBezTo>
                <a:cubicBezTo>
                  <a:pt x="1" y="2665"/>
                  <a:pt x="47" y="2791"/>
                  <a:pt x="130" y="2841"/>
                </a:cubicBezTo>
                <a:cubicBezTo>
                  <a:pt x="159" y="2858"/>
                  <a:pt x="189" y="2866"/>
                  <a:pt x="219" y="2866"/>
                </a:cubicBezTo>
                <a:cubicBezTo>
                  <a:pt x="284" y="2866"/>
                  <a:pt x="348" y="2828"/>
                  <a:pt x="389" y="2771"/>
                </a:cubicBezTo>
                <a:cubicBezTo>
                  <a:pt x="1048" y="1854"/>
                  <a:pt x="1916" y="1117"/>
                  <a:pt x="2711" y="324"/>
                </a:cubicBezTo>
                <a:cubicBezTo>
                  <a:pt x="2845" y="190"/>
                  <a:pt x="2715" y="0"/>
                  <a:pt x="25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71"/>
          <p:cNvSpPr/>
          <p:nvPr/>
        </p:nvSpPr>
        <p:spPr>
          <a:xfrm rot="397540">
            <a:off x="7614266" y="566590"/>
            <a:ext cx="1012005" cy="848084"/>
          </a:xfrm>
          <a:custGeom>
            <a:avLst/>
            <a:gdLst/>
            <a:ahLst/>
            <a:cxnLst/>
            <a:rect l="l" t="t" r="r" b="b"/>
            <a:pathLst>
              <a:path w="13681" h="11465" extrusionOk="0">
                <a:moveTo>
                  <a:pt x="7070" y="271"/>
                </a:moveTo>
                <a:cubicBezTo>
                  <a:pt x="84" y="416"/>
                  <a:pt x="1" y="11236"/>
                  <a:pt x="7140" y="11385"/>
                </a:cubicBezTo>
                <a:cubicBezTo>
                  <a:pt x="10877" y="11464"/>
                  <a:pt x="13680" y="9497"/>
                  <a:pt x="12996" y="4702"/>
                </a:cubicBezTo>
                <a:cubicBezTo>
                  <a:pt x="12577" y="1773"/>
                  <a:pt x="10427" y="1"/>
                  <a:pt x="7070" y="2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71"/>
          <p:cNvSpPr/>
          <p:nvPr/>
        </p:nvSpPr>
        <p:spPr>
          <a:xfrm rot="397540">
            <a:off x="7712064" y="575395"/>
            <a:ext cx="884478" cy="850969"/>
          </a:xfrm>
          <a:custGeom>
            <a:avLst/>
            <a:gdLst/>
            <a:ahLst/>
            <a:cxnLst/>
            <a:rect l="l" t="t" r="r" b="b"/>
            <a:pathLst>
              <a:path w="11957" h="11504" extrusionOk="0">
                <a:moveTo>
                  <a:pt x="6371" y="360"/>
                </a:moveTo>
                <a:cubicBezTo>
                  <a:pt x="7591" y="360"/>
                  <a:pt x="8824" y="649"/>
                  <a:pt x="9785" y="1437"/>
                </a:cubicBezTo>
                <a:cubicBezTo>
                  <a:pt x="10874" y="2330"/>
                  <a:pt x="11385" y="3654"/>
                  <a:pt x="11531" y="5024"/>
                </a:cubicBezTo>
                <a:cubicBezTo>
                  <a:pt x="11676" y="6383"/>
                  <a:pt x="11565" y="7837"/>
                  <a:pt x="10806" y="9012"/>
                </a:cubicBezTo>
                <a:cubicBezTo>
                  <a:pt x="10175" y="9987"/>
                  <a:pt x="9156" y="10603"/>
                  <a:pt x="8049" y="10898"/>
                </a:cubicBezTo>
                <a:cubicBezTo>
                  <a:pt x="7419" y="11065"/>
                  <a:pt x="6756" y="11157"/>
                  <a:pt x="6096" y="11157"/>
                </a:cubicBezTo>
                <a:cubicBezTo>
                  <a:pt x="4528" y="11157"/>
                  <a:pt x="2975" y="10642"/>
                  <a:pt x="1925" y="9415"/>
                </a:cubicBezTo>
                <a:cubicBezTo>
                  <a:pt x="707" y="7991"/>
                  <a:pt x="377" y="5920"/>
                  <a:pt x="870" y="4139"/>
                </a:cubicBezTo>
                <a:cubicBezTo>
                  <a:pt x="1117" y="3245"/>
                  <a:pt x="1580" y="2408"/>
                  <a:pt x="2249" y="1758"/>
                </a:cubicBezTo>
                <a:cubicBezTo>
                  <a:pt x="2973" y="1054"/>
                  <a:pt x="3905" y="621"/>
                  <a:pt x="4899" y="459"/>
                </a:cubicBezTo>
                <a:cubicBezTo>
                  <a:pt x="5169" y="415"/>
                  <a:pt x="5441" y="394"/>
                  <a:pt x="5714" y="386"/>
                </a:cubicBezTo>
                <a:lnTo>
                  <a:pt x="5714" y="386"/>
                </a:lnTo>
                <a:cubicBezTo>
                  <a:pt x="5716" y="386"/>
                  <a:pt x="5717" y="386"/>
                  <a:pt x="5719" y="386"/>
                </a:cubicBezTo>
                <a:cubicBezTo>
                  <a:pt x="5724" y="386"/>
                  <a:pt x="5730" y="386"/>
                  <a:pt x="5735" y="386"/>
                </a:cubicBezTo>
                <a:lnTo>
                  <a:pt x="5735" y="386"/>
                </a:lnTo>
                <a:cubicBezTo>
                  <a:pt x="5735" y="386"/>
                  <a:pt x="5735" y="386"/>
                  <a:pt x="5735" y="386"/>
                </a:cubicBezTo>
                <a:cubicBezTo>
                  <a:pt x="5743" y="385"/>
                  <a:pt x="5751" y="385"/>
                  <a:pt x="5758" y="384"/>
                </a:cubicBezTo>
                <a:lnTo>
                  <a:pt x="5758" y="384"/>
                </a:lnTo>
                <a:cubicBezTo>
                  <a:pt x="5961" y="369"/>
                  <a:pt x="6166" y="360"/>
                  <a:pt x="6371" y="360"/>
                </a:cubicBezTo>
                <a:close/>
                <a:moveTo>
                  <a:pt x="6410" y="0"/>
                </a:moveTo>
                <a:cubicBezTo>
                  <a:pt x="6185" y="0"/>
                  <a:pt x="5959" y="10"/>
                  <a:pt x="5735" y="28"/>
                </a:cubicBezTo>
                <a:cubicBezTo>
                  <a:pt x="4610" y="55"/>
                  <a:pt x="3487" y="361"/>
                  <a:pt x="2568" y="1026"/>
                </a:cubicBezTo>
                <a:cubicBezTo>
                  <a:pt x="1744" y="1624"/>
                  <a:pt x="1129" y="2451"/>
                  <a:pt x="746" y="3390"/>
                </a:cubicBezTo>
                <a:cubicBezTo>
                  <a:pt x="0" y="5225"/>
                  <a:pt x="166" y="7465"/>
                  <a:pt x="1264" y="9127"/>
                </a:cubicBezTo>
                <a:cubicBezTo>
                  <a:pt x="1841" y="9999"/>
                  <a:pt x="2660" y="10672"/>
                  <a:pt x="3626" y="11069"/>
                </a:cubicBezTo>
                <a:cubicBezTo>
                  <a:pt x="4383" y="11379"/>
                  <a:pt x="5202" y="11504"/>
                  <a:pt x="6021" y="11504"/>
                </a:cubicBezTo>
                <a:cubicBezTo>
                  <a:pt x="6459" y="11504"/>
                  <a:pt x="6896" y="11468"/>
                  <a:pt x="7325" y="11407"/>
                </a:cubicBezTo>
                <a:cubicBezTo>
                  <a:pt x="8547" y="11230"/>
                  <a:pt x="9759" y="10743"/>
                  <a:pt x="10615" y="9828"/>
                </a:cubicBezTo>
                <a:cubicBezTo>
                  <a:pt x="11555" y="8825"/>
                  <a:pt x="11925" y="7458"/>
                  <a:pt x="11940" y="6108"/>
                </a:cubicBezTo>
                <a:cubicBezTo>
                  <a:pt x="11957" y="4606"/>
                  <a:pt x="11650" y="3041"/>
                  <a:pt x="10692" y="1848"/>
                </a:cubicBezTo>
                <a:cubicBezTo>
                  <a:pt x="9780" y="710"/>
                  <a:pt x="8393" y="134"/>
                  <a:pt x="6965" y="21"/>
                </a:cubicBezTo>
                <a:cubicBezTo>
                  <a:pt x="6781" y="7"/>
                  <a:pt x="6595" y="0"/>
                  <a:pt x="64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71"/>
          <p:cNvSpPr/>
          <p:nvPr/>
        </p:nvSpPr>
        <p:spPr>
          <a:xfrm rot="397540">
            <a:off x="7785339" y="823133"/>
            <a:ext cx="121683" cy="16422"/>
          </a:xfrm>
          <a:custGeom>
            <a:avLst/>
            <a:gdLst/>
            <a:ahLst/>
            <a:cxnLst/>
            <a:rect l="l" t="t" r="r" b="b"/>
            <a:pathLst>
              <a:path w="1645" h="222" extrusionOk="0">
                <a:moveTo>
                  <a:pt x="103" y="0"/>
                </a:moveTo>
                <a:cubicBezTo>
                  <a:pt x="62" y="0"/>
                  <a:pt x="25" y="21"/>
                  <a:pt x="13" y="64"/>
                </a:cubicBezTo>
                <a:cubicBezTo>
                  <a:pt x="1" y="107"/>
                  <a:pt x="28" y="168"/>
                  <a:pt x="75" y="174"/>
                </a:cubicBezTo>
                <a:cubicBezTo>
                  <a:pt x="329" y="212"/>
                  <a:pt x="583" y="222"/>
                  <a:pt x="839" y="222"/>
                </a:cubicBezTo>
                <a:cubicBezTo>
                  <a:pt x="1069" y="222"/>
                  <a:pt x="1300" y="214"/>
                  <a:pt x="1530" y="214"/>
                </a:cubicBezTo>
                <a:cubicBezTo>
                  <a:pt x="1645" y="214"/>
                  <a:pt x="1645" y="34"/>
                  <a:pt x="1530" y="34"/>
                </a:cubicBezTo>
                <a:cubicBezTo>
                  <a:pt x="1288" y="34"/>
                  <a:pt x="1044" y="44"/>
                  <a:pt x="800" y="44"/>
                </a:cubicBezTo>
                <a:cubicBezTo>
                  <a:pt x="574" y="44"/>
                  <a:pt x="348" y="36"/>
                  <a:pt x="124" y="2"/>
                </a:cubicBezTo>
                <a:cubicBezTo>
                  <a:pt x="117" y="1"/>
                  <a:pt x="110" y="0"/>
                  <a:pt x="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71"/>
          <p:cNvSpPr/>
          <p:nvPr/>
        </p:nvSpPr>
        <p:spPr>
          <a:xfrm rot="397540">
            <a:off x="7796390" y="787560"/>
            <a:ext cx="130930" cy="13241"/>
          </a:xfrm>
          <a:custGeom>
            <a:avLst/>
            <a:gdLst/>
            <a:ahLst/>
            <a:cxnLst/>
            <a:rect l="l" t="t" r="r" b="b"/>
            <a:pathLst>
              <a:path w="1770" h="179" extrusionOk="0">
                <a:moveTo>
                  <a:pt x="117" y="1"/>
                </a:moveTo>
                <a:cubicBezTo>
                  <a:pt x="1" y="1"/>
                  <a:pt x="1" y="179"/>
                  <a:pt x="117" y="179"/>
                </a:cubicBezTo>
                <a:lnTo>
                  <a:pt x="1653" y="179"/>
                </a:lnTo>
                <a:cubicBezTo>
                  <a:pt x="1769" y="179"/>
                  <a:pt x="1769" y="1"/>
                  <a:pt x="16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71"/>
          <p:cNvSpPr/>
          <p:nvPr/>
        </p:nvSpPr>
        <p:spPr>
          <a:xfrm rot="397540">
            <a:off x="7767323" y="865686"/>
            <a:ext cx="110809" cy="16496"/>
          </a:xfrm>
          <a:custGeom>
            <a:avLst/>
            <a:gdLst/>
            <a:ahLst/>
            <a:cxnLst/>
            <a:rect l="l" t="t" r="r" b="b"/>
            <a:pathLst>
              <a:path w="1498" h="223" extrusionOk="0">
                <a:moveTo>
                  <a:pt x="136" y="1"/>
                </a:moveTo>
                <a:cubicBezTo>
                  <a:pt x="37" y="1"/>
                  <a:pt x="1" y="156"/>
                  <a:pt x="107" y="175"/>
                </a:cubicBezTo>
                <a:cubicBezTo>
                  <a:pt x="324" y="213"/>
                  <a:pt x="542" y="223"/>
                  <a:pt x="761" y="223"/>
                </a:cubicBezTo>
                <a:cubicBezTo>
                  <a:pt x="968" y="223"/>
                  <a:pt x="1176" y="214"/>
                  <a:pt x="1383" y="214"/>
                </a:cubicBezTo>
                <a:cubicBezTo>
                  <a:pt x="1498" y="214"/>
                  <a:pt x="1498" y="36"/>
                  <a:pt x="1383" y="36"/>
                </a:cubicBezTo>
                <a:cubicBezTo>
                  <a:pt x="1171" y="36"/>
                  <a:pt x="958" y="46"/>
                  <a:pt x="746" y="46"/>
                </a:cubicBezTo>
                <a:cubicBezTo>
                  <a:pt x="548" y="46"/>
                  <a:pt x="350" y="37"/>
                  <a:pt x="155" y="2"/>
                </a:cubicBezTo>
                <a:cubicBezTo>
                  <a:pt x="149" y="1"/>
                  <a:pt x="142" y="1"/>
                  <a:pt x="1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1"/>
          <p:cNvSpPr/>
          <p:nvPr/>
        </p:nvSpPr>
        <p:spPr>
          <a:xfrm rot="397540">
            <a:off x="7966198" y="988517"/>
            <a:ext cx="88766" cy="68868"/>
          </a:xfrm>
          <a:custGeom>
            <a:avLst/>
            <a:gdLst/>
            <a:ahLst/>
            <a:cxnLst/>
            <a:rect l="l" t="t" r="r" b="b"/>
            <a:pathLst>
              <a:path w="1200" h="931" extrusionOk="0">
                <a:moveTo>
                  <a:pt x="600" y="1"/>
                </a:moveTo>
                <a:cubicBezTo>
                  <a:pt x="2" y="1"/>
                  <a:pt x="1" y="931"/>
                  <a:pt x="600" y="931"/>
                </a:cubicBezTo>
                <a:cubicBezTo>
                  <a:pt x="1198" y="931"/>
                  <a:pt x="1199" y="1"/>
                  <a:pt x="60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71"/>
          <p:cNvSpPr/>
          <p:nvPr/>
        </p:nvSpPr>
        <p:spPr>
          <a:xfrm rot="397540">
            <a:off x="8273483" y="1024214"/>
            <a:ext cx="88766" cy="68868"/>
          </a:xfrm>
          <a:custGeom>
            <a:avLst/>
            <a:gdLst/>
            <a:ahLst/>
            <a:cxnLst/>
            <a:rect l="l" t="t" r="r" b="b"/>
            <a:pathLst>
              <a:path w="1200" h="931" extrusionOk="0">
                <a:moveTo>
                  <a:pt x="600" y="1"/>
                </a:moveTo>
                <a:cubicBezTo>
                  <a:pt x="1" y="1"/>
                  <a:pt x="0" y="931"/>
                  <a:pt x="600" y="931"/>
                </a:cubicBezTo>
                <a:cubicBezTo>
                  <a:pt x="1198" y="931"/>
                  <a:pt x="1199" y="1"/>
                  <a:pt x="60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71"/>
          <p:cNvSpPr/>
          <p:nvPr/>
        </p:nvSpPr>
        <p:spPr>
          <a:xfrm rot="397540">
            <a:off x="8060778" y="904972"/>
            <a:ext cx="76265" cy="76191"/>
          </a:xfrm>
          <a:custGeom>
            <a:avLst/>
            <a:gdLst/>
            <a:ahLst/>
            <a:cxnLst/>
            <a:rect l="l" t="t" r="r" b="b"/>
            <a:pathLst>
              <a:path w="1031" h="1030" extrusionOk="0">
                <a:moveTo>
                  <a:pt x="516" y="1"/>
                </a:moveTo>
                <a:cubicBezTo>
                  <a:pt x="238" y="1"/>
                  <a:pt x="2" y="238"/>
                  <a:pt x="2" y="515"/>
                </a:cubicBezTo>
                <a:cubicBezTo>
                  <a:pt x="1" y="794"/>
                  <a:pt x="236" y="1029"/>
                  <a:pt x="516" y="1029"/>
                </a:cubicBezTo>
                <a:cubicBezTo>
                  <a:pt x="794" y="1029"/>
                  <a:pt x="1031" y="792"/>
                  <a:pt x="1031" y="515"/>
                </a:cubicBezTo>
                <a:cubicBezTo>
                  <a:pt x="1031" y="237"/>
                  <a:pt x="794" y="1"/>
                  <a:pt x="5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71"/>
          <p:cNvSpPr/>
          <p:nvPr/>
        </p:nvSpPr>
        <p:spPr>
          <a:xfrm rot="397540">
            <a:off x="8094450" y="923970"/>
            <a:ext cx="28849" cy="22413"/>
          </a:xfrm>
          <a:custGeom>
            <a:avLst/>
            <a:gdLst/>
            <a:ahLst/>
            <a:cxnLst/>
            <a:rect l="l" t="t" r="r" b="b"/>
            <a:pathLst>
              <a:path w="390" h="303" extrusionOk="0">
                <a:moveTo>
                  <a:pt x="195" y="0"/>
                </a:moveTo>
                <a:cubicBezTo>
                  <a:pt x="0" y="1"/>
                  <a:pt x="0" y="303"/>
                  <a:pt x="195" y="303"/>
                </a:cubicBezTo>
                <a:cubicBezTo>
                  <a:pt x="389" y="303"/>
                  <a:pt x="390" y="0"/>
                  <a:pt x="1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71"/>
          <p:cNvSpPr/>
          <p:nvPr/>
        </p:nvSpPr>
        <p:spPr>
          <a:xfrm rot="397540">
            <a:off x="8211996" y="922539"/>
            <a:ext cx="76265" cy="76191"/>
          </a:xfrm>
          <a:custGeom>
            <a:avLst/>
            <a:gdLst/>
            <a:ahLst/>
            <a:cxnLst/>
            <a:rect l="l" t="t" r="r" b="b"/>
            <a:pathLst>
              <a:path w="1031" h="1030" extrusionOk="0">
                <a:moveTo>
                  <a:pt x="516" y="1"/>
                </a:moveTo>
                <a:cubicBezTo>
                  <a:pt x="238" y="1"/>
                  <a:pt x="1" y="238"/>
                  <a:pt x="1" y="515"/>
                </a:cubicBezTo>
                <a:cubicBezTo>
                  <a:pt x="0" y="794"/>
                  <a:pt x="237" y="1029"/>
                  <a:pt x="516" y="1029"/>
                </a:cubicBezTo>
                <a:cubicBezTo>
                  <a:pt x="794" y="1029"/>
                  <a:pt x="1030" y="792"/>
                  <a:pt x="1030" y="515"/>
                </a:cubicBezTo>
                <a:cubicBezTo>
                  <a:pt x="1030" y="237"/>
                  <a:pt x="794" y="1"/>
                  <a:pt x="5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71"/>
          <p:cNvSpPr/>
          <p:nvPr/>
        </p:nvSpPr>
        <p:spPr>
          <a:xfrm rot="397540">
            <a:off x="8245594" y="941537"/>
            <a:ext cx="28997" cy="22413"/>
          </a:xfrm>
          <a:custGeom>
            <a:avLst/>
            <a:gdLst/>
            <a:ahLst/>
            <a:cxnLst/>
            <a:rect l="l" t="t" r="r" b="b"/>
            <a:pathLst>
              <a:path w="392" h="303" extrusionOk="0">
                <a:moveTo>
                  <a:pt x="195" y="0"/>
                </a:moveTo>
                <a:cubicBezTo>
                  <a:pt x="1" y="1"/>
                  <a:pt x="1" y="303"/>
                  <a:pt x="195" y="303"/>
                </a:cubicBezTo>
                <a:cubicBezTo>
                  <a:pt x="389" y="303"/>
                  <a:pt x="391" y="0"/>
                  <a:pt x="1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71"/>
          <p:cNvSpPr/>
          <p:nvPr/>
        </p:nvSpPr>
        <p:spPr>
          <a:xfrm rot="397540">
            <a:off x="8115287" y="1021116"/>
            <a:ext cx="94758" cy="57846"/>
          </a:xfrm>
          <a:custGeom>
            <a:avLst/>
            <a:gdLst/>
            <a:ahLst/>
            <a:cxnLst/>
            <a:rect l="l" t="t" r="r" b="b"/>
            <a:pathLst>
              <a:path w="1281" h="782" extrusionOk="0">
                <a:moveTo>
                  <a:pt x="244" y="197"/>
                </a:moveTo>
                <a:cubicBezTo>
                  <a:pt x="245" y="204"/>
                  <a:pt x="245" y="207"/>
                  <a:pt x="245" y="207"/>
                </a:cubicBezTo>
                <a:cubicBezTo>
                  <a:pt x="245" y="207"/>
                  <a:pt x="244" y="203"/>
                  <a:pt x="244" y="197"/>
                </a:cubicBezTo>
                <a:close/>
                <a:moveTo>
                  <a:pt x="999" y="337"/>
                </a:moveTo>
                <a:lnTo>
                  <a:pt x="999" y="337"/>
                </a:lnTo>
                <a:cubicBezTo>
                  <a:pt x="999" y="337"/>
                  <a:pt x="999" y="338"/>
                  <a:pt x="999" y="338"/>
                </a:cubicBezTo>
                <a:cubicBezTo>
                  <a:pt x="999" y="338"/>
                  <a:pt x="999" y="337"/>
                  <a:pt x="999" y="337"/>
                </a:cubicBezTo>
                <a:close/>
                <a:moveTo>
                  <a:pt x="319" y="380"/>
                </a:moveTo>
                <a:cubicBezTo>
                  <a:pt x="319" y="380"/>
                  <a:pt x="319" y="381"/>
                  <a:pt x="321" y="383"/>
                </a:cubicBezTo>
                <a:cubicBezTo>
                  <a:pt x="322" y="384"/>
                  <a:pt x="322" y="384"/>
                  <a:pt x="323" y="385"/>
                </a:cubicBezTo>
                <a:lnTo>
                  <a:pt x="323" y="385"/>
                </a:lnTo>
                <a:cubicBezTo>
                  <a:pt x="320" y="382"/>
                  <a:pt x="319" y="380"/>
                  <a:pt x="319" y="380"/>
                </a:cubicBezTo>
                <a:close/>
                <a:moveTo>
                  <a:pt x="1153" y="1"/>
                </a:moveTo>
                <a:cubicBezTo>
                  <a:pt x="1089" y="1"/>
                  <a:pt x="1029" y="56"/>
                  <a:pt x="1032" y="121"/>
                </a:cubicBezTo>
                <a:cubicBezTo>
                  <a:pt x="1034" y="152"/>
                  <a:pt x="1034" y="185"/>
                  <a:pt x="1031" y="216"/>
                </a:cubicBezTo>
                <a:cubicBezTo>
                  <a:pt x="1031" y="220"/>
                  <a:pt x="1030" y="224"/>
                  <a:pt x="1030" y="228"/>
                </a:cubicBezTo>
                <a:lnTo>
                  <a:pt x="1030" y="228"/>
                </a:lnTo>
                <a:cubicBezTo>
                  <a:pt x="1029" y="229"/>
                  <a:pt x="1028" y="232"/>
                  <a:pt x="1027" y="239"/>
                </a:cubicBezTo>
                <a:cubicBezTo>
                  <a:pt x="1024" y="253"/>
                  <a:pt x="1021" y="268"/>
                  <a:pt x="1017" y="281"/>
                </a:cubicBezTo>
                <a:cubicBezTo>
                  <a:pt x="1014" y="296"/>
                  <a:pt x="1010" y="309"/>
                  <a:pt x="1005" y="322"/>
                </a:cubicBezTo>
                <a:cubicBezTo>
                  <a:pt x="1004" y="325"/>
                  <a:pt x="1003" y="329"/>
                  <a:pt x="1001" y="332"/>
                </a:cubicBezTo>
                <a:lnTo>
                  <a:pt x="1001" y="332"/>
                </a:lnTo>
                <a:cubicBezTo>
                  <a:pt x="1001" y="333"/>
                  <a:pt x="1000" y="334"/>
                  <a:pt x="1000" y="335"/>
                </a:cubicBezTo>
                <a:cubicBezTo>
                  <a:pt x="986" y="358"/>
                  <a:pt x="975" y="380"/>
                  <a:pt x="960" y="403"/>
                </a:cubicBezTo>
                <a:cubicBezTo>
                  <a:pt x="959" y="405"/>
                  <a:pt x="957" y="407"/>
                  <a:pt x="956" y="409"/>
                </a:cubicBezTo>
                <a:lnTo>
                  <a:pt x="956" y="409"/>
                </a:lnTo>
                <a:cubicBezTo>
                  <a:pt x="956" y="409"/>
                  <a:pt x="955" y="410"/>
                  <a:pt x="954" y="411"/>
                </a:cubicBezTo>
                <a:cubicBezTo>
                  <a:pt x="945" y="420"/>
                  <a:pt x="938" y="429"/>
                  <a:pt x="930" y="439"/>
                </a:cubicBezTo>
                <a:cubicBezTo>
                  <a:pt x="922" y="446"/>
                  <a:pt x="914" y="452"/>
                  <a:pt x="905" y="461"/>
                </a:cubicBezTo>
                <a:cubicBezTo>
                  <a:pt x="903" y="462"/>
                  <a:pt x="896" y="468"/>
                  <a:pt x="895" y="468"/>
                </a:cubicBezTo>
                <a:cubicBezTo>
                  <a:pt x="895" y="468"/>
                  <a:pt x="897" y="467"/>
                  <a:pt x="901" y="463"/>
                </a:cubicBezTo>
                <a:cubicBezTo>
                  <a:pt x="905" y="460"/>
                  <a:pt x="907" y="459"/>
                  <a:pt x="907" y="459"/>
                </a:cubicBezTo>
                <a:lnTo>
                  <a:pt x="907" y="459"/>
                </a:lnTo>
                <a:cubicBezTo>
                  <a:pt x="907" y="459"/>
                  <a:pt x="893" y="468"/>
                  <a:pt x="891" y="470"/>
                </a:cubicBezTo>
                <a:cubicBezTo>
                  <a:pt x="871" y="482"/>
                  <a:pt x="853" y="493"/>
                  <a:pt x="832" y="503"/>
                </a:cubicBezTo>
                <a:cubicBezTo>
                  <a:pt x="829" y="505"/>
                  <a:pt x="827" y="506"/>
                  <a:pt x="825" y="507"/>
                </a:cubicBezTo>
                <a:lnTo>
                  <a:pt x="825" y="507"/>
                </a:lnTo>
                <a:cubicBezTo>
                  <a:pt x="825" y="507"/>
                  <a:pt x="824" y="507"/>
                  <a:pt x="824" y="507"/>
                </a:cubicBezTo>
                <a:cubicBezTo>
                  <a:pt x="811" y="511"/>
                  <a:pt x="798" y="516"/>
                  <a:pt x="785" y="520"/>
                </a:cubicBezTo>
                <a:cubicBezTo>
                  <a:pt x="766" y="526"/>
                  <a:pt x="744" y="529"/>
                  <a:pt x="725" y="533"/>
                </a:cubicBezTo>
                <a:lnTo>
                  <a:pt x="725" y="533"/>
                </a:lnTo>
                <a:cubicBezTo>
                  <a:pt x="720" y="534"/>
                  <a:pt x="714" y="534"/>
                  <a:pt x="709" y="535"/>
                </a:cubicBezTo>
                <a:cubicBezTo>
                  <a:pt x="695" y="537"/>
                  <a:pt x="684" y="537"/>
                  <a:pt x="672" y="537"/>
                </a:cubicBezTo>
                <a:cubicBezTo>
                  <a:pt x="648" y="537"/>
                  <a:pt x="626" y="535"/>
                  <a:pt x="602" y="534"/>
                </a:cubicBezTo>
                <a:cubicBezTo>
                  <a:pt x="600" y="534"/>
                  <a:pt x="599" y="534"/>
                  <a:pt x="598" y="534"/>
                </a:cubicBezTo>
                <a:lnTo>
                  <a:pt x="598" y="534"/>
                </a:lnTo>
                <a:cubicBezTo>
                  <a:pt x="596" y="533"/>
                  <a:pt x="593" y="533"/>
                  <a:pt x="589" y="532"/>
                </a:cubicBezTo>
                <a:cubicBezTo>
                  <a:pt x="576" y="529"/>
                  <a:pt x="562" y="527"/>
                  <a:pt x="549" y="523"/>
                </a:cubicBezTo>
                <a:cubicBezTo>
                  <a:pt x="527" y="518"/>
                  <a:pt x="508" y="509"/>
                  <a:pt x="486" y="503"/>
                </a:cubicBezTo>
                <a:cubicBezTo>
                  <a:pt x="484" y="503"/>
                  <a:pt x="484" y="502"/>
                  <a:pt x="483" y="502"/>
                </a:cubicBezTo>
                <a:lnTo>
                  <a:pt x="483" y="502"/>
                </a:lnTo>
                <a:cubicBezTo>
                  <a:pt x="481" y="501"/>
                  <a:pt x="479" y="500"/>
                  <a:pt x="476" y="499"/>
                </a:cubicBezTo>
                <a:cubicBezTo>
                  <a:pt x="464" y="493"/>
                  <a:pt x="452" y="487"/>
                  <a:pt x="439" y="480"/>
                </a:cubicBezTo>
                <a:cubicBezTo>
                  <a:pt x="430" y="475"/>
                  <a:pt x="420" y="468"/>
                  <a:pt x="410" y="463"/>
                </a:cubicBezTo>
                <a:cubicBezTo>
                  <a:pt x="408" y="461"/>
                  <a:pt x="396" y="453"/>
                  <a:pt x="389" y="449"/>
                </a:cubicBezTo>
                <a:lnTo>
                  <a:pt x="389" y="449"/>
                </a:lnTo>
                <a:cubicBezTo>
                  <a:pt x="384" y="444"/>
                  <a:pt x="374" y="436"/>
                  <a:pt x="372" y="435"/>
                </a:cubicBezTo>
                <a:cubicBezTo>
                  <a:pt x="361" y="425"/>
                  <a:pt x="351" y="415"/>
                  <a:pt x="342" y="406"/>
                </a:cubicBezTo>
                <a:cubicBezTo>
                  <a:pt x="339" y="403"/>
                  <a:pt x="329" y="392"/>
                  <a:pt x="323" y="385"/>
                </a:cubicBezTo>
                <a:lnTo>
                  <a:pt x="323" y="385"/>
                </a:lnTo>
                <a:cubicBezTo>
                  <a:pt x="323" y="385"/>
                  <a:pt x="323" y="386"/>
                  <a:pt x="323" y="386"/>
                </a:cubicBezTo>
                <a:cubicBezTo>
                  <a:pt x="324" y="386"/>
                  <a:pt x="309" y="365"/>
                  <a:pt x="306" y="361"/>
                </a:cubicBezTo>
                <a:cubicBezTo>
                  <a:pt x="298" y="349"/>
                  <a:pt x="290" y="336"/>
                  <a:pt x="284" y="323"/>
                </a:cubicBezTo>
                <a:cubicBezTo>
                  <a:pt x="281" y="317"/>
                  <a:pt x="271" y="293"/>
                  <a:pt x="270" y="293"/>
                </a:cubicBezTo>
                <a:lnTo>
                  <a:pt x="270" y="293"/>
                </a:lnTo>
                <a:cubicBezTo>
                  <a:pt x="270" y="293"/>
                  <a:pt x="271" y="296"/>
                  <a:pt x="273" y="304"/>
                </a:cubicBezTo>
                <a:lnTo>
                  <a:pt x="273" y="304"/>
                </a:lnTo>
                <a:cubicBezTo>
                  <a:pt x="263" y="274"/>
                  <a:pt x="254" y="245"/>
                  <a:pt x="248" y="216"/>
                </a:cubicBezTo>
                <a:lnTo>
                  <a:pt x="244" y="197"/>
                </a:lnTo>
                <a:lnTo>
                  <a:pt x="244" y="197"/>
                </a:lnTo>
                <a:cubicBezTo>
                  <a:pt x="243" y="197"/>
                  <a:pt x="243" y="196"/>
                  <a:pt x="243" y="195"/>
                </a:cubicBezTo>
                <a:cubicBezTo>
                  <a:pt x="242" y="177"/>
                  <a:pt x="241" y="157"/>
                  <a:pt x="241" y="139"/>
                </a:cubicBezTo>
                <a:cubicBezTo>
                  <a:pt x="242" y="63"/>
                  <a:pt x="182" y="24"/>
                  <a:pt x="121" y="24"/>
                </a:cubicBezTo>
                <a:cubicBezTo>
                  <a:pt x="61" y="24"/>
                  <a:pt x="0" y="63"/>
                  <a:pt x="1" y="141"/>
                </a:cubicBezTo>
                <a:cubicBezTo>
                  <a:pt x="4" y="424"/>
                  <a:pt x="177" y="659"/>
                  <a:pt x="445" y="748"/>
                </a:cubicBezTo>
                <a:cubicBezTo>
                  <a:pt x="514" y="770"/>
                  <a:pt x="587" y="782"/>
                  <a:pt x="661" y="782"/>
                </a:cubicBezTo>
                <a:cubicBezTo>
                  <a:pt x="836" y="782"/>
                  <a:pt x="1012" y="717"/>
                  <a:pt x="1127" y="585"/>
                </a:cubicBezTo>
                <a:cubicBezTo>
                  <a:pt x="1238" y="456"/>
                  <a:pt x="1281" y="290"/>
                  <a:pt x="1273" y="121"/>
                </a:cubicBezTo>
                <a:cubicBezTo>
                  <a:pt x="1270" y="56"/>
                  <a:pt x="1219" y="1"/>
                  <a:pt x="11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66" y="1908595"/>
            <a:ext cx="2785731" cy="2105291"/>
          </a:xfrm>
          <a:prstGeom prst="rect">
            <a:avLst/>
          </a:prstGeom>
        </p:spPr>
      </p:pic>
      <p:pic>
        <p:nvPicPr>
          <p:cNvPr id="48" name="Picture 4" descr="https://lh7-rt.googleusercontent.com/docsz/AD_4nXdNNheBTuXcGuiTetOo2l6P0HeDaFFy8VUHn3-48JTz4oZzJjDp1Qln6j9dm8VXoPFHxK0N9bm0a1q-T5Rg02uAPCJAKvxQThtyA1KltFyflf-jdZMGw-C0xKND3LlsQ_7oZe3gaOdvX2d6sWwnx4w?key=jbM8Fhhx8OvbTw5-lNQvcQ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03" y="2279961"/>
            <a:ext cx="2605246" cy="146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Google Shape;1265;p69"/>
          <p:cNvSpPr/>
          <p:nvPr/>
        </p:nvSpPr>
        <p:spPr>
          <a:xfrm>
            <a:off x="3531389" y="2669038"/>
            <a:ext cx="2333422" cy="584407"/>
          </a:xfrm>
          <a:custGeom>
            <a:avLst/>
            <a:gdLst/>
            <a:ahLst/>
            <a:cxnLst/>
            <a:rect l="l" t="t" r="r" b="b"/>
            <a:pathLst>
              <a:path w="9846" h="2466" extrusionOk="0">
                <a:moveTo>
                  <a:pt x="7979" y="416"/>
                </a:moveTo>
                <a:cubicBezTo>
                  <a:pt x="8498" y="639"/>
                  <a:pt x="8990" y="913"/>
                  <a:pt x="9453" y="1237"/>
                </a:cubicBezTo>
                <a:cubicBezTo>
                  <a:pt x="8990" y="1559"/>
                  <a:pt x="8498" y="1834"/>
                  <a:pt x="7979" y="2056"/>
                </a:cubicBezTo>
                <a:cubicBezTo>
                  <a:pt x="8148" y="1792"/>
                  <a:pt x="8348" y="1551"/>
                  <a:pt x="8575" y="1332"/>
                </a:cubicBezTo>
                <a:cubicBezTo>
                  <a:pt x="8628" y="1281"/>
                  <a:pt x="8628" y="1188"/>
                  <a:pt x="8575" y="1139"/>
                </a:cubicBezTo>
                <a:cubicBezTo>
                  <a:pt x="8346" y="921"/>
                  <a:pt x="8148" y="679"/>
                  <a:pt x="7979" y="416"/>
                </a:cubicBezTo>
                <a:close/>
                <a:moveTo>
                  <a:pt x="7653" y="0"/>
                </a:moveTo>
                <a:cubicBezTo>
                  <a:pt x="7557" y="0"/>
                  <a:pt x="7499" y="125"/>
                  <a:pt x="7544" y="209"/>
                </a:cubicBezTo>
                <a:cubicBezTo>
                  <a:pt x="7697" y="508"/>
                  <a:pt x="7885" y="786"/>
                  <a:pt x="8104" y="1038"/>
                </a:cubicBezTo>
                <a:cubicBezTo>
                  <a:pt x="8058" y="1038"/>
                  <a:pt x="8012" y="1041"/>
                  <a:pt x="7964" y="1041"/>
                </a:cubicBezTo>
                <a:lnTo>
                  <a:pt x="7327" y="1041"/>
                </a:lnTo>
                <a:cubicBezTo>
                  <a:pt x="6716" y="1041"/>
                  <a:pt x="6104" y="1041"/>
                  <a:pt x="5493" y="1042"/>
                </a:cubicBezTo>
                <a:cubicBezTo>
                  <a:pt x="4804" y="1042"/>
                  <a:pt x="4115" y="1038"/>
                  <a:pt x="3426" y="1038"/>
                </a:cubicBezTo>
                <a:cubicBezTo>
                  <a:pt x="3043" y="1038"/>
                  <a:pt x="2660" y="1039"/>
                  <a:pt x="2277" y="1043"/>
                </a:cubicBezTo>
                <a:cubicBezTo>
                  <a:pt x="2161" y="898"/>
                  <a:pt x="2039" y="757"/>
                  <a:pt x="1912" y="621"/>
                </a:cubicBezTo>
                <a:cubicBezTo>
                  <a:pt x="1800" y="502"/>
                  <a:pt x="1669" y="291"/>
                  <a:pt x="1501" y="254"/>
                </a:cubicBezTo>
                <a:cubicBezTo>
                  <a:pt x="1492" y="253"/>
                  <a:pt x="1484" y="252"/>
                  <a:pt x="1475" y="252"/>
                </a:cubicBezTo>
                <a:cubicBezTo>
                  <a:pt x="1417" y="252"/>
                  <a:pt x="1368" y="295"/>
                  <a:pt x="1364" y="358"/>
                </a:cubicBezTo>
                <a:cubicBezTo>
                  <a:pt x="1358" y="532"/>
                  <a:pt x="1539" y="701"/>
                  <a:pt x="1638" y="830"/>
                </a:cubicBezTo>
                <a:cubicBezTo>
                  <a:pt x="1692" y="903"/>
                  <a:pt x="1748" y="976"/>
                  <a:pt x="1804" y="1047"/>
                </a:cubicBezTo>
                <a:cubicBezTo>
                  <a:pt x="1676" y="1050"/>
                  <a:pt x="1550" y="1051"/>
                  <a:pt x="1423" y="1053"/>
                </a:cubicBezTo>
                <a:cubicBezTo>
                  <a:pt x="1397" y="1053"/>
                  <a:pt x="1371" y="1055"/>
                  <a:pt x="1348" y="1055"/>
                </a:cubicBezTo>
                <a:cubicBezTo>
                  <a:pt x="1228" y="905"/>
                  <a:pt x="1102" y="760"/>
                  <a:pt x="970" y="618"/>
                </a:cubicBezTo>
                <a:cubicBezTo>
                  <a:pt x="859" y="499"/>
                  <a:pt x="727" y="289"/>
                  <a:pt x="560" y="252"/>
                </a:cubicBezTo>
                <a:cubicBezTo>
                  <a:pt x="551" y="251"/>
                  <a:pt x="543" y="250"/>
                  <a:pt x="534" y="250"/>
                </a:cubicBezTo>
                <a:cubicBezTo>
                  <a:pt x="475" y="250"/>
                  <a:pt x="426" y="292"/>
                  <a:pt x="422" y="356"/>
                </a:cubicBezTo>
                <a:cubicBezTo>
                  <a:pt x="416" y="529"/>
                  <a:pt x="599" y="699"/>
                  <a:pt x="696" y="828"/>
                </a:cubicBezTo>
                <a:cubicBezTo>
                  <a:pt x="757" y="910"/>
                  <a:pt x="819" y="990"/>
                  <a:pt x="881" y="1069"/>
                </a:cubicBezTo>
                <a:cubicBezTo>
                  <a:pt x="614" y="1084"/>
                  <a:pt x="350" y="1113"/>
                  <a:pt x="85" y="1177"/>
                </a:cubicBezTo>
                <a:cubicBezTo>
                  <a:pt x="1" y="1197"/>
                  <a:pt x="1" y="1327"/>
                  <a:pt x="85" y="1347"/>
                </a:cubicBezTo>
                <a:cubicBezTo>
                  <a:pt x="353" y="1413"/>
                  <a:pt x="613" y="1440"/>
                  <a:pt x="882" y="1454"/>
                </a:cubicBezTo>
                <a:cubicBezTo>
                  <a:pt x="810" y="1547"/>
                  <a:pt x="738" y="1639"/>
                  <a:pt x="669" y="1734"/>
                </a:cubicBezTo>
                <a:cubicBezTo>
                  <a:pt x="572" y="1864"/>
                  <a:pt x="400" y="2024"/>
                  <a:pt x="427" y="2198"/>
                </a:cubicBezTo>
                <a:cubicBezTo>
                  <a:pt x="433" y="2240"/>
                  <a:pt x="484" y="2278"/>
                  <a:pt x="525" y="2278"/>
                </a:cubicBezTo>
                <a:cubicBezTo>
                  <a:pt x="527" y="2278"/>
                  <a:pt x="529" y="2278"/>
                  <a:pt x="530" y="2278"/>
                </a:cubicBezTo>
                <a:cubicBezTo>
                  <a:pt x="701" y="2260"/>
                  <a:pt x="828" y="2058"/>
                  <a:pt x="938" y="1942"/>
                </a:cubicBezTo>
                <a:cubicBezTo>
                  <a:pt x="1080" y="1789"/>
                  <a:pt x="1218" y="1633"/>
                  <a:pt x="1348" y="1471"/>
                </a:cubicBezTo>
                <a:cubicBezTo>
                  <a:pt x="1500" y="1475"/>
                  <a:pt x="1651" y="1478"/>
                  <a:pt x="1805" y="1480"/>
                </a:cubicBezTo>
                <a:cubicBezTo>
                  <a:pt x="1739" y="1564"/>
                  <a:pt x="1675" y="1648"/>
                  <a:pt x="1610" y="1734"/>
                </a:cubicBezTo>
                <a:cubicBezTo>
                  <a:pt x="1513" y="1864"/>
                  <a:pt x="1340" y="2024"/>
                  <a:pt x="1368" y="2198"/>
                </a:cubicBezTo>
                <a:cubicBezTo>
                  <a:pt x="1374" y="2240"/>
                  <a:pt x="1425" y="2278"/>
                  <a:pt x="1467" y="2278"/>
                </a:cubicBezTo>
                <a:cubicBezTo>
                  <a:pt x="1469" y="2278"/>
                  <a:pt x="1470" y="2278"/>
                  <a:pt x="1472" y="2278"/>
                </a:cubicBezTo>
                <a:cubicBezTo>
                  <a:pt x="1643" y="2260"/>
                  <a:pt x="1769" y="2058"/>
                  <a:pt x="1879" y="1942"/>
                </a:cubicBezTo>
                <a:cubicBezTo>
                  <a:pt x="2018" y="1794"/>
                  <a:pt x="2152" y="1643"/>
                  <a:pt x="2277" y="1485"/>
                </a:cubicBezTo>
                <a:cubicBezTo>
                  <a:pt x="2553" y="1486"/>
                  <a:pt x="2827" y="1487"/>
                  <a:pt x="3104" y="1487"/>
                </a:cubicBezTo>
                <a:cubicBezTo>
                  <a:pt x="4448" y="1487"/>
                  <a:pt x="5790" y="1488"/>
                  <a:pt x="7135" y="1488"/>
                </a:cubicBezTo>
                <a:lnTo>
                  <a:pt x="7909" y="1488"/>
                </a:lnTo>
                <a:cubicBezTo>
                  <a:pt x="7955" y="1488"/>
                  <a:pt x="8001" y="1490"/>
                  <a:pt x="8048" y="1491"/>
                </a:cubicBezTo>
                <a:cubicBezTo>
                  <a:pt x="7852" y="1727"/>
                  <a:pt x="7683" y="1983"/>
                  <a:pt x="7541" y="2255"/>
                </a:cubicBezTo>
                <a:cubicBezTo>
                  <a:pt x="7520" y="2299"/>
                  <a:pt x="7523" y="2340"/>
                  <a:pt x="7538" y="2374"/>
                </a:cubicBezTo>
                <a:cubicBezTo>
                  <a:pt x="7553" y="2425"/>
                  <a:pt x="7592" y="2465"/>
                  <a:pt x="7647" y="2465"/>
                </a:cubicBezTo>
                <a:cubicBezTo>
                  <a:pt x="7656" y="2465"/>
                  <a:pt x="7665" y="2464"/>
                  <a:pt x="7674" y="2462"/>
                </a:cubicBezTo>
                <a:cubicBezTo>
                  <a:pt x="7699" y="2462"/>
                  <a:pt x="7722" y="2455"/>
                  <a:pt x="7741" y="2440"/>
                </a:cubicBezTo>
                <a:cubicBezTo>
                  <a:pt x="8460" y="2166"/>
                  <a:pt x="9136" y="1803"/>
                  <a:pt x="9758" y="1349"/>
                </a:cubicBezTo>
                <a:cubicBezTo>
                  <a:pt x="9846" y="1289"/>
                  <a:pt x="9846" y="1181"/>
                  <a:pt x="9759" y="1117"/>
                </a:cubicBezTo>
                <a:cubicBezTo>
                  <a:pt x="9125" y="652"/>
                  <a:pt x="8432" y="283"/>
                  <a:pt x="7697" y="9"/>
                </a:cubicBezTo>
                <a:cubicBezTo>
                  <a:pt x="7682" y="3"/>
                  <a:pt x="7667" y="0"/>
                  <a:pt x="76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Наша команда!</a:t>
            </a:r>
            <a:br>
              <a:rPr lang="ru-RU" dirty="0">
                <a:latin typeface="+mj-lt"/>
              </a:rPr>
            </a:br>
            <a:endParaRPr lang="ru-RU" dirty="0">
              <a:latin typeface="+mj-lt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0000" y="1813507"/>
            <a:ext cx="3517149" cy="2378005"/>
          </a:xfrm>
        </p:spPr>
        <p:txBody>
          <a:bodyPr/>
          <a:lstStyle/>
          <a:p>
            <a:r>
              <a:rPr lang="ru-RU" sz="1400" dirty="0">
                <a:latin typeface="+mj-lt"/>
              </a:rPr>
              <a:t>Алина </a:t>
            </a:r>
            <a:r>
              <a:rPr lang="ru-RU" sz="1400" dirty="0" err="1">
                <a:latin typeface="+mj-lt"/>
              </a:rPr>
              <a:t>Асонова</a:t>
            </a:r>
            <a:r>
              <a:rPr lang="ru-RU" sz="1400" dirty="0">
                <a:latin typeface="+mj-lt"/>
              </a:rPr>
              <a:t>: </a:t>
            </a:r>
            <a:r>
              <a:rPr lang="ru-RU" sz="1400" dirty="0" err="1">
                <a:latin typeface="+mj-lt"/>
              </a:rPr>
              <a:t>алгоритмика</a:t>
            </a:r>
            <a:r>
              <a:rPr lang="ru-RU" sz="1400" dirty="0">
                <a:latin typeface="+mj-lt"/>
              </a:rPr>
              <a:t> </a:t>
            </a:r>
            <a:r>
              <a:rPr lang="ru-RU" sz="1400" dirty="0" err="1">
                <a:latin typeface="+mj-lt"/>
              </a:rPr>
              <a:t>роборуки</a:t>
            </a:r>
            <a:r>
              <a:rPr lang="ru-RU" sz="1400" dirty="0">
                <a:latin typeface="+mj-lt"/>
              </a:rPr>
              <a:t>, интеграция </a:t>
            </a:r>
            <a:r>
              <a:rPr lang="en-US" sz="1400" dirty="0">
                <a:latin typeface="+mj-lt"/>
              </a:rPr>
              <a:t>CV </a:t>
            </a:r>
            <a:r>
              <a:rPr lang="ru-RU" sz="1400" dirty="0">
                <a:latin typeface="+mj-lt"/>
              </a:rPr>
              <a:t>в работу </a:t>
            </a:r>
            <a:r>
              <a:rPr lang="ru-RU" sz="1400" dirty="0" err="1">
                <a:latin typeface="+mj-lt"/>
              </a:rPr>
              <a:t>роборуки</a:t>
            </a:r>
            <a:endParaRPr lang="en-US" sz="1400" dirty="0">
              <a:latin typeface="+mj-lt"/>
            </a:endParaRPr>
          </a:p>
          <a:p>
            <a:r>
              <a:rPr lang="ru-RU" sz="1400" dirty="0">
                <a:latin typeface="+mj-lt"/>
              </a:rPr>
              <a:t>Карим </a:t>
            </a:r>
            <a:r>
              <a:rPr lang="ru-RU" sz="1400" dirty="0" err="1">
                <a:latin typeface="+mj-lt"/>
              </a:rPr>
              <a:t>Вафин</a:t>
            </a:r>
            <a:r>
              <a:rPr lang="ru-RU" sz="1400" dirty="0">
                <a:latin typeface="+mj-lt"/>
              </a:rPr>
              <a:t>: всё, что связано с кодом</a:t>
            </a:r>
          </a:p>
          <a:p>
            <a:r>
              <a:rPr lang="ru-RU" sz="1400" dirty="0">
                <a:latin typeface="+mj-lt"/>
              </a:rPr>
              <a:t>Александр Шапкин: основа </a:t>
            </a:r>
            <a:r>
              <a:rPr lang="en-US" sz="1400" dirty="0">
                <a:latin typeface="+mj-lt"/>
              </a:rPr>
              <a:t>CV</a:t>
            </a:r>
            <a:r>
              <a:rPr lang="ru-RU" sz="1400" dirty="0">
                <a:latin typeface="+mj-lt"/>
              </a:rPr>
              <a:t>, подготовка презентации</a:t>
            </a:r>
          </a:p>
          <a:p>
            <a:r>
              <a:rPr lang="ru-RU" sz="1400" dirty="0">
                <a:latin typeface="+mj-lt"/>
              </a:rPr>
              <a:t>Динар </a:t>
            </a:r>
            <a:r>
              <a:rPr lang="ru-RU" sz="1400" dirty="0" err="1">
                <a:latin typeface="+mj-lt"/>
              </a:rPr>
              <a:t>Гиндуллин</a:t>
            </a:r>
            <a:r>
              <a:rPr lang="ru-RU" sz="1400" dirty="0">
                <a:latin typeface="+mj-lt"/>
              </a:rPr>
              <a:t>: готовка блинчиков, </a:t>
            </a:r>
            <a:r>
              <a:rPr lang="ru-RU" sz="1400" dirty="0" err="1">
                <a:latin typeface="+mj-lt"/>
              </a:rPr>
              <a:t>алгоритмика</a:t>
            </a:r>
            <a:r>
              <a:rPr lang="ru-RU" sz="1400" dirty="0">
                <a:latin typeface="+mj-lt"/>
              </a:rPr>
              <a:t> </a:t>
            </a:r>
            <a:r>
              <a:rPr lang="ru-RU" sz="1400" dirty="0" err="1">
                <a:latin typeface="+mj-lt"/>
              </a:rPr>
              <a:t>роборуки</a:t>
            </a:r>
            <a:r>
              <a:rPr lang="ru-RU" sz="1400" dirty="0">
                <a:latin typeface="+mj-lt"/>
              </a:rPr>
              <a:t>, моральная поддержка</a:t>
            </a:r>
          </a:p>
        </p:txBody>
      </p:sp>
      <p:pic>
        <p:nvPicPr>
          <p:cNvPr id="4" name="giphy (2).gi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13981" y="1304074"/>
            <a:ext cx="3396870" cy="339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5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153;p68">
            <a:hlinkClick r:id="" action="ppaction://noaction"/>
          </p:cNvPr>
          <p:cNvSpPr/>
          <p:nvPr/>
        </p:nvSpPr>
        <p:spPr>
          <a:xfrm>
            <a:off x="3240675" y="3162332"/>
            <a:ext cx="1469359" cy="527725"/>
          </a:xfrm>
          <a:custGeom>
            <a:avLst/>
            <a:gdLst/>
            <a:ahLst/>
            <a:cxnLst/>
            <a:rect l="l" t="t" r="r" b="b"/>
            <a:pathLst>
              <a:path w="73303" h="26327" extrusionOk="0">
                <a:moveTo>
                  <a:pt x="17415" y="3013"/>
                </a:moveTo>
                <a:lnTo>
                  <a:pt x="17415" y="3078"/>
                </a:lnTo>
                <a:lnTo>
                  <a:pt x="10143" y="3078"/>
                </a:lnTo>
                <a:lnTo>
                  <a:pt x="10143" y="3013"/>
                </a:lnTo>
                <a:close/>
                <a:moveTo>
                  <a:pt x="32852" y="3002"/>
                </a:moveTo>
                <a:cubicBezTo>
                  <a:pt x="32841" y="3035"/>
                  <a:pt x="32830" y="3057"/>
                  <a:pt x="32820" y="3089"/>
                </a:cubicBezTo>
                <a:lnTo>
                  <a:pt x="23922" y="3089"/>
                </a:lnTo>
                <a:lnTo>
                  <a:pt x="23922" y="3002"/>
                </a:lnTo>
                <a:close/>
                <a:moveTo>
                  <a:pt x="40156" y="3089"/>
                </a:moveTo>
                <a:lnTo>
                  <a:pt x="40156" y="3231"/>
                </a:lnTo>
                <a:lnTo>
                  <a:pt x="34020" y="3231"/>
                </a:lnTo>
                <a:lnTo>
                  <a:pt x="34020" y="3089"/>
                </a:lnTo>
                <a:close/>
                <a:moveTo>
                  <a:pt x="20119" y="4238"/>
                </a:moveTo>
                <a:cubicBezTo>
                  <a:pt x="22779" y="4238"/>
                  <a:pt x="25439" y="4323"/>
                  <a:pt x="28103" y="4421"/>
                </a:cubicBezTo>
                <a:lnTo>
                  <a:pt x="13965" y="4421"/>
                </a:lnTo>
                <a:cubicBezTo>
                  <a:pt x="16017" y="4288"/>
                  <a:pt x="18068" y="4238"/>
                  <a:pt x="20119" y="4238"/>
                </a:cubicBezTo>
                <a:close/>
                <a:moveTo>
                  <a:pt x="70758" y="11818"/>
                </a:moveTo>
                <a:lnTo>
                  <a:pt x="70758" y="11818"/>
                </a:lnTo>
                <a:cubicBezTo>
                  <a:pt x="70762" y="11823"/>
                  <a:pt x="70766" y="11829"/>
                  <a:pt x="70770" y="11834"/>
                </a:cubicBezTo>
                <a:cubicBezTo>
                  <a:pt x="70765" y="11828"/>
                  <a:pt x="70761" y="11822"/>
                  <a:pt x="70758" y="11818"/>
                </a:cubicBezTo>
                <a:close/>
                <a:moveTo>
                  <a:pt x="59371" y="12984"/>
                </a:moveTo>
                <a:cubicBezTo>
                  <a:pt x="61736" y="12984"/>
                  <a:pt x="64099" y="13246"/>
                  <a:pt x="66458" y="13276"/>
                </a:cubicBezTo>
                <a:lnTo>
                  <a:pt x="57679" y="13276"/>
                </a:lnTo>
                <a:lnTo>
                  <a:pt x="57679" y="13035"/>
                </a:lnTo>
                <a:cubicBezTo>
                  <a:pt x="58243" y="12999"/>
                  <a:pt x="58807" y="12984"/>
                  <a:pt x="59371" y="12984"/>
                </a:cubicBezTo>
                <a:close/>
                <a:moveTo>
                  <a:pt x="52670" y="17245"/>
                </a:moveTo>
                <a:cubicBezTo>
                  <a:pt x="53494" y="17245"/>
                  <a:pt x="54317" y="17250"/>
                  <a:pt x="55140" y="17250"/>
                </a:cubicBezTo>
                <a:cubicBezTo>
                  <a:pt x="55295" y="17250"/>
                  <a:pt x="55450" y="17250"/>
                  <a:pt x="55605" y="17250"/>
                </a:cubicBezTo>
                <a:lnTo>
                  <a:pt x="55605" y="17250"/>
                </a:lnTo>
                <a:lnTo>
                  <a:pt x="42864" y="18079"/>
                </a:lnTo>
                <a:cubicBezTo>
                  <a:pt x="46057" y="17321"/>
                  <a:pt x="49361" y="17245"/>
                  <a:pt x="52670" y="17245"/>
                </a:cubicBezTo>
                <a:close/>
                <a:moveTo>
                  <a:pt x="2556" y="9487"/>
                </a:moveTo>
                <a:cubicBezTo>
                  <a:pt x="2676" y="12533"/>
                  <a:pt x="3636" y="15383"/>
                  <a:pt x="4728" y="18330"/>
                </a:cubicBezTo>
                <a:cubicBezTo>
                  <a:pt x="3429" y="17162"/>
                  <a:pt x="1726" y="10393"/>
                  <a:pt x="2545" y="9487"/>
                </a:cubicBezTo>
                <a:close/>
                <a:moveTo>
                  <a:pt x="10089" y="22173"/>
                </a:moveTo>
                <a:lnTo>
                  <a:pt x="10089" y="22173"/>
                </a:lnTo>
                <a:cubicBezTo>
                  <a:pt x="10657" y="23134"/>
                  <a:pt x="11879" y="23407"/>
                  <a:pt x="12917" y="23866"/>
                </a:cubicBezTo>
                <a:cubicBezTo>
                  <a:pt x="12655" y="24065"/>
                  <a:pt x="12357" y="24105"/>
                  <a:pt x="12054" y="24105"/>
                </a:cubicBezTo>
                <a:cubicBezTo>
                  <a:pt x="11847" y="24105"/>
                  <a:pt x="11638" y="24087"/>
                  <a:pt x="11436" y="24087"/>
                </a:cubicBezTo>
                <a:cubicBezTo>
                  <a:pt x="11255" y="24087"/>
                  <a:pt x="11079" y="24102"/>
                  <a:pt x="10919" y="24160"/>
                </a:cubicBezTo>
                <a:cubicBezTo>
                  <a:pt x="10744" y="24488"/>
                  <a:pt x="11410" y="24543"/>
                  <a:pt x="11399" y="24837"/>
                </a:cubicBezTo>
                <a:lnTo>
                  <a:pt x="9707" y="24837"/>
                </a:lnTo>
                <a:cubicBezTo>
                  <a:pt x="9827" y="24324"/>
                  <a:pt x="10482" y="24139"/>
                  <a:pt x="10536" y="23735"/>
                </a:cubicBezTo>
                <a:cubicBezTo>
                  <a:pt x="10613" y="23222"/>
                  <a:pt x="9674" y="22916"/>
                  <a:pt x="10089" y="22173"/>
                </a:cubicBezTo>
                <a:close/>
                <a:moveTo>
                  <a:pt x="34203" y="1"/>
                </a:moveTo>
                <a:cubicBezTo>
                  <a:pt x="32890" y="1"/>
                  <a:pt x="31544" y="47"/>
                  <a:pt x="30221" y="87"/>
                </a:cubicBezTo>
                <a:cubicBezTo>
                  <a:pt x="26520" y="174"/>
                  <a:pt x="22819" y="109"/>
                  <a:pt x="19118" y="251"/>
                </a:cubicBezTo>
                <a:cubicBezTo>
                  <a:pt x="18205" y="286"/>
                  <a:pt x="17289" y="296"/>
                  <a:pt x="16371" y="296"/>
                </a:cubicBezTo>
                <a:cubicBezTo>
                  <a:pt x="14995" y="296"/>
                  <a:pt x="13615" y="273"/>
                  <a:pt x="12240" y="273"/>
                </a:cubicBezTo>
                <a:lnTo>
                  <a:pt x="9652" y="273"/>
                </a:lnTo>
                <a:cubicBezTo>
                  <a:pt x="9870" y="520"/>
                  <a:pt x="10185" y="659"/>
                  <a:pt x="10519" y="659"/>
                </a:cubicBezTo>
                <a:cubicBezTo>
                  <a:pt x="10553" y="659"/>
                  <a:pt x="10589" y="658"/>
                  <a:pt x="10624" y="655"/>
                </a:cubicBezTo>
                <a:cubicBezTo>
                  <a:pt x="11278" y="621"/>
                  <a:pt x="11929" y="608"/>
                  <a:pt x="12580" y="608"/>
                </a:cubicBezTo>
                <a:cubicBezTo>
                  <a:pt x="13820" y="608"/>
                  <a:pt x="15059" y="655"/>
                  <a:pt x="16312" y="698"/>
                </a:cubicBezTo>
                <a:cubicBezTo>
                  <a:pt x="16974" y="725"/>
                  <a:pt x="17638" y="736"/>
                  <a:pt x="18303" y="736"/>
                </a:cubicBezTo>
                <a:cubicBezTo>
                  <a:pt x="20093" y="736"/>
                  <a:pt x="21890" y="659"/>
                  <a:pt x="23681" y="611"/>
                </a:cubicBezTo>
                <a:cubicBezTo>
                  <a:pt x="25446" y="573"/>
                  <a:pt x="27209" y="561"/>
                  <a:pt x="28971" y="561"/>
                </a:cubicBezTo>
                <a:cubicBezTo>
                  <a:pt x="31712" y="561"/>
                  <a:pt x="34453" y="589"/>
                  <a:pt x="37198" y="589"/>
                </a:cubicBezTo>
                <a:cubicBezTo>
                  <a:pt x="38179" y="589"/>
                  <a:pt x="39116" y="801"/>
                  <a:pt x="40096" y="812"/>
                </a:cubicBezTo>
                <a:lnTo>
                  <a:pt x="40096" y="812"/>
                </a:lnTo>
                <a:cubicBezTo>
                  <a:pt x="32806" y="912"/>
                  <a:pt x="25527" y="1218"/>
                  <a:pt x="18285" y="1218"/>
                </a:cubicBezTo>
                <a:cubicBezTo>
                  <a:pt x="15540" y="1218"/>
                  <a:pt x="12800" y="1174"/>
                  <a:pt x="10067" y="1059"/>
                </a:cubicBezTo>
                <a:lnTo>
                  <a:pt x="10067" y="1059"/>
                </a:lnTo>
                <a:cubicBezTo>
                  <a:pt x="9718" y="1364"/>
                  <a:pt x="10285" y="1332"/>
                  <a:pt x="10165" y="1605"/>
                </a:cubicBezTo>
                <a:cubicBezTo>
                  <a:pt x="10102" y="1602"/>
                  <a:pt x="10039" y="1600"/>
                  <a:pt x="9977" y="1600"/>
                </a:cubicBezTo>
                <a:cubicBezTo>
                  <a:pt x="9132" y="1600"/>
                  <a:pt x="8294" y="1841"/>
                  <a:pt x="7418" y="1841"/>
                </a:cubicBezTo>
                <a:cubicBezTo>
                  <a:pt x="7116" y="1841"/>
                  <a:pt x="6810" y="1812"/>
                  <a:pt x="6497" y="1736"/>
                </a:cubicBezTo>
                <a:cubicBezTo>
                  <a:pt x="6351" y="1702"/>
                  <a:pt x="6204" y="1686"/>
                  <a:pt x="6063" y="1686"/>
                </a:cubicBezTo>
                <a:cubicBezTo>
                  <a:pt x="5752" y="1686"/>
                  <a:pt x="5472" y="1764"/>
                  <a:pt x="5307" y="1899"/>
                </a:cubicBezTo>
                <a:cubicBezTo>
                  <a:pt x="5012" y="2129"/>
                  <a:pt x="4979" y="2543"/>
                  <a:pt x="5329" y="2762"/>
                </a:cubicBezTo>
                <a:cubicBezTo>
                  <a:pt x="5613" y="2936"/>
                  <a:pt x="5634" y="3002"/>
                  <a:pt x="5416" y="3188"/>
                </a:cubicBezTo>
                <a:cubicBezTo>
                  <a:pt x="4903" y="3624"/>
                  <a:pt x="5187" y="3777"/>
                  <a:pt x="5885" y="3952"/>
                </a:cubicBezTo>
                <a:cubicBezTo>
                  <a:pt x="6366" y="4061"/>
                  <a:pt x="6857" y="4028"/>
                  <a:pt x="7414" y="4126"/>
                </a:cubicBezTo>
                <a:cubicBezTo>
                  <a:pt x="6923" y="4301"/>
                  <a:pt x="7086" y="4498"/>
                  <a:pt x="7392" y="4727"/>
                </a:cubicBezTo>
                <a:cubicBezTo>
                  <a:pt x="6761" y="4634"/>
                  <a:pt x="6173" y="4529"/>
                  <a:pt x="5615" y="4529"/>
                </a:cubicBezTo>
                <a:cubicBezTo>
                  <a:pt x="5121" y="4529"/>
                  <a:pt x="4650" y="4612"/>
                  <a:pt x="4193" y="4858"/>
                </a:cubicBezTo>
                <a:cubicBezTo>
                  <a:pt x="4433" y="5120"/>
                  <a:pt x="4979" y="4945"/>
                  <a:pt x="5045" y="5273"/>
                </a:cubicBezTo>
                <a:cubicBezTo>
                  <a:pt x="4533" y="5524"/>
                  <a:pt x="4087" y="5657"/>
                  <a:pt x="3677" y="5657"/>
                </a:cubicBezTo>
                <a:cubicBezTo>
                  <a:pt x="3194" y="5657"/>
                  <a:pt x="2762" y="5472"/>
                  <a:pt x="2337" y="5076"/>
                </a:cubicBezTo>
                <a:cubicBezTo>
                  <a:pt x="1595" y="6212"/>
                  <a:pt x="1802" y="7380"/>
                  <a:pt x="1224" y="8439"/>
                </a:cubicBezTo>
                <a:cubicBezTo>
                  <a:pt x="1003" y="8423"/>
                  <a:pt x="806" y="8210"/>
                  <a:pt x="529" y="8210"/>
                </a:cubicBezTo>
                <a:cubicBezTo>
                  <a:pt x="436" y="8210"/>
                  <a:pt x="334" y="8234"/>
                  <a:pt x="219" y="8297"/>
                </a:cubicBezTo>
                <a:cubicBezTo>
                  <a:pt x="1" y="8930"/>
                  <a:pt x="1038" y="8810"/>
                  <a:pt x="1333" y="9138"/>
                </a:cubicBezTo>
                <a:cubicBezTo>
                  <a:pt x="1420" y="10470"/>
                  <a:pt x="1507" y="11791"/>
                  <a:pt x="1780" y="13123"/>
                </a:cubicBezTo>
                <a:cubicBezTo>
                  <a:pt x="2359" y="15929"/>
                  <a:pt x="3560" y="18625"/>
                  <a:pt x="4706" y="21322"/>
                </a:cubicBezTo>
                <a:cubicBezTo>
                  <a:pt x="5340" y="22839"/>
                  <a:pt x="6573" y="24095"/>
                  <a:pt x="8844" y="24805"/>
                </a:cubicBezTo>
                <a:cubicBezTo>
                  <a:pt x="9412" y="24979"/>
                  <a:pt x="10078" y="25099"/>
                  <a:pt x="10547" y="25416"/>
                </a:cubicBezTo>
                <a:cubicBezTo>
                  <a:pt x="10471" y="25602"/>
                  <a:pt x="10100" y="25667"/>
                  <a:pt x="10198" y="25940"/>
                </a:cubicBezTo>
                <a:cubicBezTo>
                  <a:pt x="11105" y="26129"/>
                  <a:pt x="12029" y="26326"/>
                  <a:pt x="12997" y="26326"/>
                </a:cubicBezTo>
                <a:cubicBezTo>
                  <a:pt x="13148" y="26326"/>
                  <a:pt x="13299" y="26322"/>
                  <a:pt x="13451" y="26311"/>
                </a:cubicBezTo>
                <a:cubicBezTo>
                  <a:pt x="15220" y="26180"/>
                  <a:pt x="17000" y="26049"/>
                  <a:pt x="18747" y="25831"/>
                </a:cubicBezTo>
                <a:cubicBezTo>
                  <a:pt x="20941" y="25558"/>
                  <a:pt x="23168" y="25482"/>
                  <a:pt x="25352" y="25296"/>
                </a:cubicBezTo>
                <a:cubicBezTo>
                  <a:pt x="27546" y="25121"/>
                  <a:pt x="29741" y="24925"/>
                  <a:pt x="31935" y="24739"/>
                </a:cubicBezTo>
                <a:cubicBezTo>
                  <a:pt x="34206" y="24543"/>
                  <a:pt x="36510" y="24455"/>
                  <a:pt x="38781" y="24237"/>
                </a:cubicBezTo>
                <a:cubicBezTo>
                  <a:pt x="41947" y="23931"/>
                  <a:pt x="45135" y="23800"/>
                  <a:pt x="48312" y="23615"/>
                </a:cubicBezTo>
                <a:cubicBezTo>
                  <a:pt x="49305" y="23549"/>
                  <a:pt x="50397" y="23582"/>
                  <a:pt x="51249" y="22970"/>
                </a:cubicBezTo>
                <a:lnTo>
                  <a:pt x="50004" y="22479"/>
                </a:lnTo>
                <a:cubicBezTo>
                  <a:pt x="50605" y="22152"/>
                  <a:pt x="50255" y="21715"/>
                  <a:pt x="50080" y="21442"/>
                </a:cubicBezTo>
                <a:cubicBezTo>
                  <a:pt x="49960" y="21252"/>
                  <a:pt x="49729" y="21214"/>
                  <a:pt x="49456" y="21214"/>
                </a:cubicBezTo>
                <a:cubicBezTo>
                  <a:pt x="49266" y="21214"/>
                  <a:pt x="49057" y="21232"/>
                  <a:pt x="48851" y="21232"/>
                </a:cubicBezTo>
                <a:cubicBezTo>
                  <a:pt x="48654" y="21232"/>
                  <a:pt x="48460" y="21215"/>
                  <a:pt x="48290" y="21147"/>
                </a:cubicBezTo>
                <a:cubicBezTo>
                  <a:pt x="51576" y="20732"/>
                  <a:pt x="54884" y="20558"/>
                  <a:pt x="58312" y="19848"/>
                </a:cubicBezTo>
                <a:cubicBezTo>
                  <a:pt x="57494" y="19542"/>
                  <a:pt x="56893" y="19772"/>
                  <a:pt x="56380" y="19542"/>
                </a:cubicBezTo>
                <a:cubicBezTo>
                  <a:pt x="56620" y="19149"/>
                  <a:pt x="57384" y="19237"/>
                  <a:pt x="57646" y="18822"/>
                </a:cubicBezTo>
                <a:lnTo>
                  <a:pt x="57646" y="18822"/>
                </a:lnTo>
                <a:cubicBezTo>
                  <a:pt x="56391" y="18964"/>
                  <a:pt x="55179" y="18964"/>
                  <a:pt x="53989" y="19051"/>
                </a:cubicBezTo>
                <a:cubicBezTo>
                  <a:pt x="53234" y="19098"/>
                  <a:pt x="52479" y="19198"/>
                  <a:pt x="51756" y="19198"/>
                </a:cubicBezTo>
                <a:cubicBezTo>
                  <a:pt x="50954" y="19198"/>
                  <a:pt x="50191" y="19074"/>
                  <a:pt x="49513" y="18614"/>
                </a:cubicBezTo>
                <a:cubicBezTo>
                  <a:pt x="50528" y="18270"/>
                  <a:pt x="51601" y="18208"/>
                  <a:pt x="52693" y="18208"/>
                </a:cubicBezTo>
                <a:cubicBezTo>
                  <a:pt x="53320" y="18208"/>
                  <a:pt x="53954" y="18228"/>
                  <a:pt x="54588" y="18228"/>
                </a:cubicBezTo>
                <a:cubicBezTo>
                  <a:pt x="55056" y="18228"/>
                  <a:pt x="55523" y="18217"/>
                  <a:pt x="55987" y="18178"/>
                </a:cubicBezTo>
                <a:cubicBezTo>
                  <a:pt x="55867" y="17741"/>
                  <a:pt x="55255" y="18036"/>
                  <a:pt x="55026" y="17774"/>
                </a:cubicBezTo>
                <a:cubicBezTo>
                  <a:pt x="55528" y="17468"/>
                  <a:pt x="56304" y="17599"/>
                  <a:pt x="56849" y="17282"/>
                </a:cubicBezTo>
                <a:lnTo>
                  <a:pt x="55856" y="16573"/>
                </a:lnTo>
                <a:cubicBezTo>
                  <a:pt x="56380" y="16409"/>
                  <a:pt x="57035" y="16518"/>
                  <a:pt x="57374" y="16038"/>
                </a:cubicBezTo>
                <a:cubicBezTo>
                  <a:pt x="57069" y="15902"/>
                  <a:pt x="56761" y="15858"/>
                  <a:pt x="56448" y="15858"/>
                </a:cubicBezTo>
                <a:cubicBezTo>
                  <a:pt x="55877" y="15858"/>
                  <a:pt x="55293" y="16004"/>
                  <a:pt x="54696" y="16004"/>
                </a:cubicBezTo>
                <a:cubicBezTo>
                  <a:pt x="54412" y="16004"/>
                  <a:pt x="54126" y="15971"/>
                  <a:pt x="53836" y="15874"/>
                </a:cubicBezTo>
                <a:cubicBezTo>
                  <a:pt x="55780" y="15634"/>
                  <a:pt x="57614" y="15415"/>
                  <a:pt x="59230" y="14760"/>
                </a:cubicBezTo>
                <a:cubicBezTo>
                  <a:pt x="58913" y="14214"/>
                  <a:pt x="58203" y="14520"/>
                  <a:pt x="57646" y="14313"/>
                </a:cubicBezTo>
                <a:cubicBezTo>
                  <a:pt x="58566" y="14190"/>
                  <a:pt x="59275" y="13772"/>
                  <a:pt x="60158" y="13772"/>
                </a:cubicBezTo>
                <a:cubicBezTo>
                  <a:pt x="60219" y="13772"/>
                  <a:pt x="60280" y="13774"/>
                  <a:pt x="60343" y="13778"/>
                </a:cubicBezTo>
                <a:cubicBezTo>
                  <a:pt x="61837" y="13882"/>
                  <a:pt x="63330" y="13946"/>
                  <a:pt x="64823" y="13946"/>
                </a:cubicBezTo>
                <a:cubicBezTo>
                  <a:pt x="66147" y="13946"/>
                  <a:pt x="67470" y="13896"/>
                  <a:pt x="68794" y="13778"/>
                </a:cubicBezTo>
                <a:cubicBezTo>
                  <a:pt x="69066" y="13778"/>
                  <a:pt x="69339" y="13789"/>
                  <a:pt x="69612" y="13832"/>
                </a:cubicBezTo>
                <a:cubicBezTo>
                  <a:pt x="69828" y="13848"/>
                  <a:pt x="70043" y="13856"/>
                  <a:pt x="70261" y="13856"/>
                </a:cubicBezTo>
                <a:cubicBezTo>
                  <a:pt x="71098" y="13856"/>
                  <a:pt x="71963" y="13739"/>
                  <a:pt x="72986" y="13505"/>
                </a:cubicBezTo>
                <a:lnTo>
                  <a:pt x="69722" y="13243"/>
                </a:lnTo>
                <a:cubicBezTo>
                  <a:pt x="70562" y="12992"/>
                  <a:pt x="71305" y="12970"/>
                  <a:pt x="72036" y="12872"/>
                </a:cubicBezTo>
                <a:cubicBezTo>
                  <a:pt x="67385" y="12544"/>
                  <a:pt x="62690" y="12817"/>
                  <a:pt x="57952" y="12402"/>
                </a:cubicBezTo>
                <a:cubicBezTo>
                  <a:pt x="58160" y="12304"/>
                  <a:pt x="58476" y="12238"/>
                  <a:pt x="58323" y="11922"/>
                </a:cubicBezTo>
                <a:lnTo>
                  <a:pt x="54513" y="11922"/>
                </a:lnTo>
                <a:cubicBezTo>
                  <a:pt x="54582" y="11733"/>
                  <a:pt x="54711" y="11713"/>
                  <a:pt x="54832" y="11713"/>
                </a:cubicBezTo>
                <a:cubicBezTo>
                  <a:pt x="54865" y="11713"/>
                  <a:pt x="54898" y="11714"/>
                  <a:pt x="54928" y="11714"/>
                </a:cubicBezTo>
                <a:cubicBezTo>
                  <a:pt x="55039" y="11714"/>
                  <a:pt x="55151" y="11713"/>
                  <a:pt x="55262" y="11713"/>
                </a:cubicBezTo>
                <a:cubicBezTo>
                  <a:pt x="56854" y="11713"/>
                  <a:pt x="58446" y="11783"/>
                  <a:pt x="60037" y="11823"/>
                </a:cubicBezTo>
                <a:cubicBezTo>
                  <a:pt x="62681" y="11896"/>
                  <a:pt x="65332" y="12052"/>
                  <a:pt x="67990" y="12052"/>
                </a:cubicBezTo>
                <a:cubicBezTo>
                  <a:pt x="68527" y="12052"/>
                  <a:pt x="69064" y="12046"/>
                  <a:pt x="69601" y="12031"/>
                </a:cubicBezTo>
                <a:cubicBezTo>
                  <a:pt x="69630" y="12032"/>
                  <a:pt x="69658" y="12032"/>
                  <a:pt x="69686" y="12032"/>
                </a:cubicBezTo>
                <a:cubicBezTo>
                  <a:pt x="69996" y="12032"/>
                  <a:pt x="70306" y="11977"/>
                  <a:pt x="70606" y="11867"/>
                </a:cubicBezTo>
                <a:cubicBezTo>
                  <a:pt x="70690" y="11832"/>
                  <a:pt x="70716" y="11802"/>
                  <a:pt x="70735" y="11802"/>
                </a:cubicBezTo>
                <a:cubicBezTo>
                  <a:pt x="70742" y="11802"/>
                  <a:pt x="70749" y="11806"/>
                  <a:pt x="70758" y="11818"/>
                </a:cubicBezTo>
                <a:lnTo>
                  <a:pt x="70758" y="11818"/>
                </a:lnTo>
                <a:cubicBezTo>
                  <a:pt x="70495" y="11458"/>
                  <a:pt x="70068" y="11635"/>
                  <a:pt x="69853" y="11463"/>
                </a:cubicBezTo>
                <a:cubicBezTo>
                  <a:pt x="71250" y="11299"/>
                  <a:pt x="71436" y="11125"/>
                  <a:pt x="71010" y="10426"/>
                </a:cubicBezTo>
                <a:cubicBezTo>
                  <a:pt x="71090" y="10314"/>
                  <a:pt x="71213" y="10277"/>
                  <a:pt x="71357" y="10277"/>
                </a:cubicBezTo>
                <a:cubicBezTo>
                  <a:pt x="71621" y="10277"/>
                  <a:pt x="71958" y="10400"/>
                  <a:pt x="72232" y="10400"/>
                </a:cubicBezTo>
                <a:cubicBezTo>
                  <a:pt x="72462" y="10400"/>
                  <a:pt x="72648" y="10314"/>
                  <a:pt x="72713" y="10000"/>
                </a:cubicBezTo>
                <a:cubicBezTo>
                  <a:pt x="71894" y="9913"/>
                  <a:pt x="71043" y="10055"/>
                  <a:pt x="70377" y="9618"/>
                </a:cubicBezTo>
                <a:cubicBezTo>
                  <a:pt x="70560" y="9504"/>
                  <a:pt x="70758" y="9466"/>
                  <a:pt x="70964" y="9466"/>
                </a:cubicBezTo>
                <a:cubicBezTo>
                  <a:pt x="71345" y="9466"/>
                  <a:pt x="71750" y="9595"/>
                  <a:pt x="72135" y="9595"/>
                </a:cubicBezTo>
                <a:cubicBezTo>
                  <a:pt x="72393" y="9595"/>
                  <a:pt x="72641" y="9537"/>
                  <a:pt x="72866" y="9345"/>
                </a:cubicBezTo>
                <a:cubicBezTo>
                  <a:pt x="71719" y="8996"/>
                  <a:pt x="70235" y="9356"/>
                  <a:pt x="69263" y="8581"/>
                </a:cubicBezTo>
                <a:lnTo>
                  <a:pt x="72495" y="8275"/>
                </a:lnTo>
                <a:cubicBezTo>
                  <a:pt x="72506" y="8210"/>
                  <a:pt x="72506" y="8144"/>
                  <a:pt x="72506" y="8068"/>
                </a:cubicBezTo>
                <a:cubicBezTo>
                  <a:pt x="72462" y="8068"/>
                  <a:pt x="72418" y="8068"/>
                  <a:pt x="72374" y="8068"/>
                </a:cubicBezTo>
                <a:cubicBezTo>
                  <a:pt x="71610" y="8068"/>
                  <a:pt x="70852" y="8058"/>
                  <a:pt x="70387" y="7697"/>
                </a:cubicBezTo>
                <a:cubicBezTo>
                  <a:pt x="70988" y="6878"/>
                  <a:pt x="72484" y="7609"/>
                  <a:pt x="73303" y="6932"/>
                </a:cubicBezTo>
                <a:cubicBezTo>
                  <a:pt x="72484" y="6528"/>
                  <a:pt x="71556" y="6638"/>
                  <a:pt x="70802" y="6408"/>
                </a:cubicBezTo>
                <a:cubicBezTo>
                  <a:pt x="71709" y="5841"/>
                  <a:pt x="70104" y="5961"/>
                  <a:pt x="70256" y="5600"/>
                </a:cubicBezTo>
                <a:lnTo>
                  <a:pt x="70256" y="5600"/>
                </a:lnTo>
                <a:cubicBezTo>
                  <a:pt x="69154" y="5644"/>
                  <a:pt x="68051" y="5685"/>
                  <a:pt x="66950" y="5685"/>
                </a:cubicBezTo>
                <a:cubicBezTo>
                  <a:pt x="65848" y="5685"/>
                  <a:pt x="64748" y="5644"/>
                  <a:pt x="63651" y="5524"/>
                </a:cubicBezTo>
                <a:cubicBezTo>
                  <a:pt x="63477" y="5506"/>
                  <a:pt x="63303" y="5498"/>
                  <a:pt x="63128" y="5498"/>
                </a:cubicBezTo>
                <a:cubicBezTo>
                  <a:pt x="62986" y="5498"/>
                  <a:pt x="62844" y="5503"/>
                  <a:pt x="62701" y="5513"/>
                </a:cubicBezTo>
                <a:cubicBezTo>
                  <a:pt x="62254" y="5527"/>
                  <a:pt x="61807" y="5533"/>
                  <a:pt x="61360" y="5533"/>
                </a:cubicBezTo>
                <a:cubicBezTo>
                  <a:pt x="59062" y="5533"/>
                  <a:pt x="56775" y="5371"/>
                  <a:pt x="54480" y="5317"/>
                </a:cubicBezTo>
                <a:cubicBezTo>
                  <a:pt x="54850" y="5028"/>
                  <a:pt x="55256" y="4855"/>
                  <a:pt x="55733" y="4855"/>
                </a:cubicBezTo>
                <a:cubicBezTo>
                  <a:pt x="55960" y="4855"/>
                  <a:pt x="56204" y="4894"/>
                  <a:pt x="56467" y="4978"/>
                </a:cubicBezTo>
                <a:cubicBezTo>
                  <a:pt x="56645" y="5020"/>
                  <a:pt x="56823" y="5036"/>
                  <a:pt x="57001" y="5036"/>
                </a:cubicBezTo>
                <a:cubicBezTo>
                  <a:pt x="57052" y="5036"/>
                  <a:pt x="57104" y="5035"/>
                  <a:pt x="57155" y="5033"/>
                </a:cubicBezTo>
                <a:cubicBezTo>
                  <a:pt x="57662" y="5012"/>
                  <a:pt x="58169" y="5004"/>
                  <a:pt x="58675" y="5004"/>
                </a:cubicBezTo>
                <a:cubicBezTo>
                  <a:pt x="60884" y="5004"/>
                  <a:pt x="63084" y="5167"/>
                  <a:pt x="65278" y="5229"/>
                </a:cubicBezTo>
                <a:cubicBezTo>
                  <a:pt x="66927" y="5284"/>
                  <a:pt x="68641" y="5207"/>
                  <a:pt x="70246" y="5600"/>
                </a:cubicBezTo>
                <a:cubicBezTo>
                  <a:pt x="70639" y="5306"/>
                  <a:pt x="70999" y="5000"/>
                  <a:pt x="71490" y="4803"/>
                </a:cubicBezTo>
                <a:cubicBezTo>
                  <a:pt x="70617" y="3897"/>
                  <a:pt x="69241" y="4126"/>
                  <a:pt x="68029" y="4017"/>
                </a:cubicBezTo>
                <a:cubicBezTo>
                  <a:pt x="69208" y="3777"/>
                  <a:pt x="70693" y="4268"/>
                  <a:pt x="71578" y="3253"/>
                </a:cubicBezTo>
                <a:cubicBezTo>
                  <a:pt x="71316" y="3155"/>
                  <a:pt x="71108" y="3013"/>
                  <a:pt x="70868" y="2991"/>
                </a:cubicBezTo>
                <a:cubicBezTo>
                  <a:pt x="68968" y="2871"/>
                  <a:pt x="67079" y="2718"/>
                  <a:pt x="65169" y="2674"/>
                </a:cubicBezTo>
                <a:cubicBezTo>
                  <a:pt x="62985" y="2620"/>
                  <a:pt x="60813" y="2609"/>
                  <a:pt x="58629" y="2511"/>
                </a:cubicBezTo>
                <a:cubicBezTo>
                  <a:pt x="57253" y="2456"/>
                  <a:pt x="55943" y="2281"/>
                  <a:pt x="54590" y="2085"/>
                </a:cubicBezTo>
                <a:cubicBezTo>
                  <a:pt x="53225" y="1901"/>
                  <a:pt x="51854" y="1805"/>
                  <a:pt x="50482" y="1805"/>
                </a:cubicBezTo>
                <a:cubicBezTo>
                  <a:pt x="49977" y="1805"/>
                  <a:pt x="49472" y="1818"/>
                  <a:pt x="48967" y="1845"/>
                </a:cubicBezTo>
                <a:cubicBezTo>
                  <a:pt x="48826" y="1855"/>
                  <a:pt x="48686" y="1859"/>
                  <a:pt x="48547" y="1859"/>
                </a:cubicBezTo>
                <a:cubicBezTo>
                  <a:pt x="48222" y="1859"/>
                  <a:pt x="47901" y="1833"/>
                  <a:pt x="47580" y="1779"/>
                </a:cubicBezTo>
                <a:cubicBezTo>
                  <a:pt x="46455" y="1565"/>
                  <a:pt x="45313" y="1500"/>
                  <a:pt x="44166" y="1500"/>
                </a:cubicBezTo>
                <a:cubicBezTo>
                  <a:pt x="43500" y="1500"/>
                  <a:pt x="42832" y="1522"/>
                  <a:pt x="42165" y="1550"/>
                </a:cubicBezTo>
                <a:cubicBezTo>
                  <a:pt x="42091" y="1553"/>
                  <a:pt x="41954" y="1555"/>
                  <a:pt x="41771" y="1555"/>
                </a:cubicBezTo>
                <a:cubicBezTo>
                  <a:pt x="40662" y="1555"/>
                  <a:pt x="37871" y="1497"/>
                  <a:pt x="37252" y="1375"/>
                </a:cubicBezTo>
                <a:lnTo>
                  <a:pt x="37252" y="1375"/>
                </a:lnTo>
                <a:cubicBezTo>
                  <a:pt x="37866" y="1381"/>
                  <a:pt x="38472" y="1385"/>
                  <a:pt x="39074" y="1385"/>
                </a:cubicBezTo>
                <a:cubicBezTo>
                  <a:pt x="42020" y="1385"/>
                  <a:pt x="44855" y="1282"/>
                  <a:pt x="47810" y="720"/>
                </a:cubicBezTo>
                <a:cubicBezTo>
                  <a:pt x="47384" y="545"/>
                  <a:pt x="47264" y="458"/>
                  <a:pt x="47133" y="447"/>
                </a:cubicBezTo>
                <a:cubicBezTo>
                  <a:pt x="43311" y="142"/>
                  <a:pt x="39458" y="142"/>
                  <a:pt x="35614" y="21"/>
                </a:cubicBezTo>
                <a:cubicBezTo>
                  <a:pt x="35150" y="7"/>
                  <a:pt x="34679" y="1"/>
                  <a:pt x="34203" y="1"/>
                </a:cubicBezTo>
                <a:close/>
              </a:path>
            </a:pathLst>
          </a:custGeom>
          <a:solidFill>
            <a:srgbClr val="93C3E2">
              <a:alpha val="247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154;p68">
            <a:hlinkClick r:id="" action="ppaction://noaction"/>
          </p:cNvPr>
          <p:cNvSpPr/>
          <p:nvPr/>
        </p:nvSpPr>
        <p:spPr>
          <a:xfrm>
            <a:off x="567600" y="3162332"/>
            <a:ext cx="1469359" cy="527725"/>
          </a:xfrm>
          <a:custGeom>
            <a:avLst/>
            <a:gdLst/>
            <a:ahLst/>
            <a:cxnLst/>
            <a:rect l="l" t="t" r="r" b="b"/>
            <a:pathLst>
              <a:path w="73303" h="26327" extrusionOk="0">
                <a:moveTo>
                  <a:pt x="17415" y="3013"/>
                </a:moveTo>
                <a:lnTo>
                  <a:pt x="17415" y="3078"/>
                </a:lnTo>
                <a:lnTo>
                  <a:pt x="10143" y="3078"/>
                </a:lnTo>
                <a:lnTo>
                  <a:pt x="10143" y="3013"/>
                </a:lnTo>
                <a:close/>
                <a:moveTo>
                  <a:pt x="32852" y="3002"/>
                </a:moveTo>
                <a:cubicBezTo>
                  <a:pt x="32841" y="3035"/>
                  <a:pt x="32830" y="3057"/>
                  <a:pt x="32820" y="3089"/>
                </a:cubicBezTo>
                <a:lnTo>
                  <a:pt x="23922" y="3089"/>
                </a:lnTo>
                <a:lnTo>
                  <a:pt x="23922" y="3002"/>
                </a:lnTo>
                <a:close/>
                <a:moveTo>
                  <a:pt x="40156" y="3089"/>
                </a:moveTo>
                <a:lnTo>
                  <a:pt x="40156" y="3231"/>
                </a:lnTo>
                <a:lnTo>
                  <a:pt x="34020" y="3231"/>
                </a:lnTo>
                <a:lnTo>
                  <a:pt x="34020" y="3089"/>
                </a:lnTo>
                <a:close/>
                <a:moveTo>
                  <a:pt x="20119" y="4238"/>
                </a:moveTo>
                <a:cubicBezTo>
                  <a:pt x="22779" y="4238"/>
                  <a:pt x="25439" y="4323"/>
                  <a:pt x="28103" y="4421"/>
                </a:cubicBezTo>
                <a:lnTo>
                  <a:pt x="13965" y="4421"/>
                </a:lnTo>
                <a:cubicBezTo>
                  <a:pt x="16017" y="4288"/>
                  <a:pt x="18068" y="4238"/>
                  <a:pt x="20119" y="4238"/>
                </a:cubicBezTo>
                <a:close/>
                <a:moveTo>
                  <a:pt x="70758" y="11818"/>
                </a:moveTo>
                <a:lnTo>
                  <a:pt x="70758" y="11818"/>
                </a:lnTo>
                <a:cubicBezTo>
                  <a:pt x="70762" y="11823"/>
                  <a:pt x="70766" y="11829"/>
                  <a:pt x="70770" y="11834"/>
                </a:cubicBezTo>
                <a:cubicBezTo>
                  <a:pt x="70765" y="11828"/>
                  <a:pt x="70761" y="11822"/>
                  <a:pt x="70758" y="11818"/>
                </a:cubicBezTo>
                <a:close/>
                <a:moveTo>
                  <a:pt x="59371" y="12984"/>
                </a:moveTo>
                <a:cubicBezTo>
                  <a:pt x="61736" y="12984"/>
                  <a:pt x="64099" y="13246"/>
                  <a:pt x="66458" y="13276"/>
                </a:cubicBezTo>
                <a:lnTo>
                  <a:pt x="57679" y="13276"/>
                </a:lnTo>
                <a:lnTo>
                  <a:pt x="57679" y="13035"/>
                </a:lnTo>
                <a:cubicBezTo>
                  <a:pt x="58243" y="12999"/>
                  <a:pt x="58807" y="12984"/>
                  <a:pt x="59371" y="12984"/>
                </a:cubicBezTo>
                <a:close/>
                <a:moveTo>
                  <a:pt x="52670" y="17245"/>
                </a:moveTo>
                <a:cubicBezTo>
                  <a:pt x="53494" y="17245"/>
                  <a:pt x="54317" y="17250"/>
                  <a:pt x="55140" y="17250"/>
                </a:cubicBezTo>
                <a:cubicBezTo>
                  <a:pt x="55295" y="17250"/>
                  <a:pt x="55450" y="17250"/>
                  <a:pt x="55605" y="17250"/>
                </a:cubicBezTo>
                <a:lnTo>
                  <a:pt x="55605" y="17250"/>
                </a:lnTo>
                <a:lnTo>
                  <a:pt x="42864" y="18079"/>
                </a:lnTo>
                <a:cubicBezTo>
                  <a:pt x="46057" y="17321"/>
                  <a:pt x="49361" y="17245"/>
                  <a:pt x="52670" y="17245"/>
                </a:cubicBezTo>
                <a:close/>
                <a:moveTo>
                  <a:pt x="2556" y="9487"/>
                </a:moveTo>
                <a:cubicBezTo>
                  <a:pt x="2676" y="12533"/>
                  <a:pt x="3636" y="15383"/>
                  <a:pt x="4728" y="18330"/>
                </a:cubicBezTo>
                <a:cubicBezTo>
                  <a:pt x="3429" y="17162"/>
                  <a:pt x="1726" y="10393"/>
                  <a:pt x="2545" y="9487"/>
                </a:cubicBezTo>
                <a:close/>
                <a:moveTo>
                  <a:pt x="10089" y="22173"/>
                </a:moveTo>
                <a:lnTo>
                  <a:pt x="10089" y="22173"/>
                </a:lnTo>
                <a:cubicBezTo>
                  <a:pt x="10657" y="23134"/>
                  <a:pt x="11879" y="23407"/>
                  <a:pt x="12917" y="23866"/>
                </a:cubicBezTo>
                <a:cubicBezTo>
                  <a:pt x="12655" y="24065"/>
                  <a:pt x="12357" y="24105"/>
                  <a:pt x="12054" y="24105"/>
                </a:cubicBezTo>
                <a:cubicBezTo>
                  <a:pt x="11847" y="24105"/>
                  <a:pt x="11638" y="24087"/>
                  <a:pt x="11436" y="24087"/>
                </a:cubicBezTo>
                <a:cubicBezTo>
                  <a:pt x="11255" y="24087"/>
                  <a:pt x="11079" y="24102"/>
                  <a:pt x="10919" y="24160"/>
                </a:cubicBezTo>
                <a:cubicBezTo>
                  <a:pt x="10744" y="24488"/>
                  <a:pt x="11410" y="24543"/>
                  <a:pt x="11399" y="24837"/>
                </a:cubicBezTo>
                <a:lnTo>
                  <a:pt x="9707" y="24837"/>
                </a:lnTo>
                <a:cubicBezTo>
                  <a:pt x="9827" y="24324"/>
                  <a:pt x="10482" y="24139"/>
                  <a:pt x="10536" y="23735"/>
                </a:cubicBezTo>
                <a:cubicBezTo>
                  <a:pt x="10613" y="23222"/>
                  <a:pt x="9674" y="22916"/>
                  <a:pt x="10089" y="22173"/>
                </a:cubicBezTo>
                <a:close/>
                <a:moveTo>
                  <a:pt x="34203" y="1"/>
                </a:moveTo>
                <a:cubicBezTo>
                  <a:pt x="32890" y="1"/>
                  <a:pt x="31544" y="47"/>
                  <a:pt x="30221" y="87"/>
                </a:cubicBezTo>
                <a:cubicBezTo>
                  <a:pt x="26520" y="174"/>
                  <a:pt x="22819" y="109"/>
                  <a:pt x="19118" y="251"/>
                </a:cubicBezTo>
                <a:cubicBezTo>
                  <a:pt x="18205" y="286"/>
                  <a:pt x="17289" y="296"/>
                  <a:pt x="16371" y="296"/>
                </a:cubicBezTo>
                <a:cubicBezTo>
                  <a:pt x="14995" y="296"/>
                  <a:pt x="13615" y="273"/>
                  <a:pt x="12240" y="273"/>
                </a:cubicBezTo>
                <a:lnTo>
                  <a:pt x="9652" y="273"/>
                </a:lnTo>
                <a:cubicBezTo>
                  <a:pt x="9870" y="520"/>
                  <a:pt x="10185" y="659"/>
                  <a:pt x="10519" y="659"/>
                </a:cubicBezTo>
                <a:cubicBezTo>
                  <a:pt x="10553" y="659"/>
                  <a:pt x="10589" y="658"/>
                  <a:pt x="10624" y="655"/>
                </a:cubicBezTo>
                <a:cubicBezTo>
                  <a:pt x="11278" y="621"/>
                  <a:pt x="11929" y="608"/>
                  <a:pt x="12580" y="608"/>
                </a:cubicBezTo>
                <a:cubicBezTo>
                  <a:pt x="13820" y="608"/>
                  <a:pt x="15059" y="655"/>
                  <a:pt x="16312" y="698"/>
                </a:cubicBezTo>
                <a:cubicBezTo>
                  <a:pt x="16974" y="725"/>
                  <a:pt x="17638" y="736"/>
                  <a:pt x="18303" y="736"/>
                </a:cubicBezTo>
                <a:cubicBezTo>
                  <a:pt x="20093" y="736"/>
                  <a:pt x="21890" y="659"/>
                  <a:pt x="23681" y="611"/>
                </a:cubicBezTo>
                <a:cubicBezTo>
                  <a:pt x="25446" y="573"/>
                  <a:pt x="27209" y="561"/>
                  <a:pt x="28971" y="561"/>
                </a:cubicBezTo>
                <a:cubicBezTo>
                  <a:pt x="31712" y="561"/>
                  <a:pt x="34453" y="589"/>
                  <a:pt x="37198" y="589"/>
                </a:cubicBezTo>
                <a:cubicBezTo>
                  <a:pt x="38179" y="589"/>
                  <a:pt x="39116" y="801"/>
                  <a:pt x="40096" y="812"/>
                </a:cubicBezTo>
                <a:lnTo>
                  <a:pt x="40096" y="812"/>
                </a:lnTo>
                <a:cubicBezTo>
                  <a:pt x="32806" y="912"/>
                  <a:pt x="25527" y="1218"/>
                  <a:pt x="18285" y="1218"/>
                </a:cubicBezTo>
                <a:cubicBezTo>
                  <a:pt x="15540" y="1218"/>
                  <a:pt x="12800" y="1174"/>
                  <a:pt x="10067" y="1059"/>
                </a:cubicBezTo>
                <a:lnTo>
                  <a:pt x="10067" y="1059"/>
                </a:lnTo>
                <a:cubicBezTo>
                  <a:pt x="9718" y="1364"/>
                  <a:pt x="10285" y="1332"/>
                  <a:pt x="10165" y="1605"/>
                </a:cubicBezTo>
                <a:cubicBezTo>
                  <a:pt x="10102" y="1602"/>
                  <a:pt x="10039" y="1600"/>
                  <a:pt x="9977" y="1600"/>
                </a:cubicBezTo>
                <a:cubicBezTo>
                  <a:pt x="9132" y="1600"/>
                  <a:pt x="8294" y="1841"/>
                  <a:pt x="7418" y="1841"/>
                </a:cubicBezTo>
                <a:cubicBezTo>
                  <a:pt x="7116" y="1841"/>
                  <a:pt x="6810" y="1812"/>
                  <a:pt x="6497" y="1736"/>
                </a:cubicBezTo>
                <a:cubicBezTo>
                  <a:pt x="6351" y="1702"/>
                  <a:pt x="6204" y="1686"/>
                  <a:pt x="6063" y="1686"/>
                </a:cubicBezTo>
                <a:cubicBezTo>
                  <a:pt x="5752" y="1686"/>
                  <a:pt x="5472" y="1764"/>
                  <a:pt x="5307" y="1899"/>
                </a:cubicBezTo>
                <a:cubicBezTo>
                  <a:pt x="5012" y="2129"/>
                  <a:pt x="4979" y="2543"/>
                  <a:pt x="5329" y="2762"/>
                </a:cubicBezTo>
                <a:cubicBezTo>
                  <a:pt x="5613" y="2936"/>
                  <a:pt x="5634" y="3002"/>
                  <a:pt x="5416" y="3188"/>
                </a:cubicBezTo>
                <a:cubicBezTo>
                  <a:pt x="4903" y="3624"/>
                  <a:pt x="5187" y="3777"/>
                  <a:pt x="5885" y="3952"/>
                </a:cubicBezTo>
                <a:cubicBezTo>
                  <a:pt x="6366" y="4061"/>
                  <a:pt x="6857" y="4028"/>
                  <a:pt x="7414" y="4126"/>
                </a:cubicBezTo>
                <a:cubicBezTo>
                  <a:pt x="6923" y="4301"/>
                  <a:pt x="7086" y="4498"/>
                  <a:pt x="7392" y="4727"/>
                </a:cubicBezTo>
                <a:cubicBezTo>
                  <a:pt x="6761" y="4634"/>
                  <a:pt x="6173" y="4529"/>
                  <a:pt x="5615" y="4529"/>
                </a:cubicBezTo>
                <a:cubicBezTo>
                  <a:pt x="5121" y="4529"/>
                  <a:pt x="4650" y="4612"/>
                  <a:pt x="4193" y="4858"/>
                </a:cubicBezTo>
                <a:cubicBezTo>
                  <a:pt x="4433" y="5120"/>
                  <a:pt x="4979" y="4945"/>
                  <a:pt x="5045" y="5273"/>
                </a:cubicBezTo>
                <a:cubicBezTo>
                  <a:pt x="4533" y="5524"/>
                  <a:pt x="4087" y="5657"/>
                  <a:pt x="3677" y="5657"/>
                </a:cubicBezTo>
                <a:cubicBezTo>
                  <a:pt x="3194" y="5657"/>
                  <a:pt x="2762" y="5472"/>
                  <a:pt x="2337" y="5076"/>
                </a:cubicBezTo>
                <a:cubicBezTo>
                  <a:pt x="1595" y="6212"/>
                  <a:pt x="1802" y="7380"/>
                  <a:pt x="1224" y="8439"/>
                </a:cubicBezTo>
                <a:cubicBezTo>
                  <a:pt x="1003" y="8423"/>
                  <a:pt x="806" y="8210"/>
                  <a:pt x="529" y="8210"/>
                </a:cubicBezTo>
                <a:cubicBezTo>
                  <a:pt x="436" y="8210"/>
                  <a:pt x="334" y="8234"/>
                  <a:pt x="219" y="8297"/>
                </a:cubicBezTo>
                <a:cubicBezTo>
                  <a:pt x="1" y="8930"/>
                  <a:pt x="1038" y="8810"/>
                  <a:pt x="1333" y="9138"/>
                </a:cubicBezTo>
                <a:cubicBezTo>
                  <a:pt x="1420" y="10470"/>
                  <a:pt x="1507" y="11791"/>
                  <a:pt x="1780" y="13123"/>
                </a:cubicBezTo>
                <a:cubicBezTo>
                  <a:pt x="2359" y="15929"/>
                  <a:pt x="3560" y="18625"/>
                  <a:pt x="4706" y="21322"/>
                </a:cubicBezTo>
                <a:cubicBezTo>
                  <a:pt x="5340" y="22839"/>
                  <a:pt x="6573" y="24095"/>
                  <a:pt x="8844" y="24805"/>
                </a:cubicBezTo>
                <a:cubicBezTo>
                  <a:pt x="9412" y="24979"/>
                  <a:pt x="10078" y="25099"/>
                  <a:pt x="10547" y="25416"/>
                </a:cubicBezTo>
                <a:cubicBezTo>
                  <a:pt x="10471" y="25602"/>
                  <a:pt x="10100" y="25667"/>
                  <a:pt x="10198" y="25940"/>
                </a:cubicBezTo>
                <a:cubicBezTo>
                  <a:pt x="11105" y="26129"/>
                  <a:pt x="12029" y="26326"/>
                  <a:pt x="12997" y="26326"/>
                </a:cubicBezTo>
                <a:cubicBezTo>
                  <a:pt x="13148" y="26326"/>
                  <a:pt x="13299" y="26322"/>
                  <a:pt x="13451" y="26311"/>
                </a:cubicBezTo>
                <a:cubicBezTo>
                  <a:pt x="15220" y="26180"/>
                  <a:pt x="17000" y="26049"/>
                  <a:pt x="18747" y="25831"/>
                </a:cubicBezTo>
                <a:cubicBezTo>
                  <a:pt x="20941" y="25558"/>
                  <a:pt x="23168" y="25482"/>
                  <a:pt x="25352" y="25296"/>
                </a:cubicBezTo>
                <a:cubicBezTo>
                  <a:pt x="27546" y="25121"/>
                  <a:pt x="29741" y="24925"/>
                  <a:pt x="31935" y="24739"/>
                </a:cubicBezTo>
                <a:cubicBezTo>
                  <a:pt x="34206" y="24543"/>
                  <a:pt x="36510" y="24455"/>
                  <a:pt x="38781" y="24237"/>
                </a:cubicBezTo>
                <a:cubicBezTo>
                  <a:pt x="41947" y="23931"/>
                  <a:pt x="45135" y="23800"/>
                  <a:pt x="48312" y="23615"/>
                </a:cubicBezTo>
                <a:cubicBezTo>
                  <a:pt x="49305" y="23549"/>
                  <a:pt x="50397" y="23582"/>
                  <a:pt x="51249" y="22970"/>
                </a:cubicBezTo>
                <a:lnTo>
                  <a:pt x="50004" y="22479"/>
                </a:lnTo>
                <a:cubicBezTo>
                  <a:pt x="50605" y="22152"/>
                  <a:pt x="50255" y="21715"/>
                  <a:pt x="50080" y="21442"/>
                </a:cubicBezTo>
                <a:cubicBezTo>
                  <a:pt x="49960" y="21252"/>
                  <a:pt x="49729" y="21214"/>
                  <a:pt x="49456" y="21214"/>
                </a:cubicBezTo>
                <a:cubicBezTo>
                  <a:pt x="49266" y="21214"/>
                  <a:pt x="49057" y="21232"/>
                  <a:pt x="48851" y="21232"/>
                </a:cubicBezTo>
                <a:cubicBezTo>
                  <a:pt x="48654" y="21232"/>
                  <a:pt x="48460" y="21215"/>
                  <a:pt x="48290" y="21147"/>
                </a:cubicBezTo>
                <a:cubicBezTo>
                  <a:pt x="51576" y="20732"/>
                  <a:pt x="54884" y="20558"/>
                  <a:pt x="58312" y="19848"/>
                </a:cubicBezTo>
                <a:cubicBezTo>
                  <a:pt x="57494" y="19542"/>
                  <a:pt x="56893" y="19772"/>
                  <a:pt x="56380" y="19542"/>
                </a:cubicBezTo>
                <a:cubicBezTo>
                  <a:pt x="56620" y="19149"/>
                  <a:pt x="57384" y="19237"/>
                  <a:pt x="57646" y="18822"/>
                </a:cubicBezTo>
                <a:lnTo>
                  <a:pt x="57646" y="18822"/>
                </a:lnTo>
                <a:cubicBezTo>
                  <a:pt x="56391" y="18964"/>
                  <a:pt x="55179" y="18964"/>
                  <a:pt x="53989" y="19051"/>
                </a:cubicBezTo>
                <a:cubicBezTo>
                  <a:pt x="53234" y="19098"/>
                  <a:pt x="52479" y="19198"/>
                  <a:pt x="51756" y="19198"/>
                </a:cubicBezTo>
                <a:cubicBezTo>
                  <a:pt x="50954" y="19198"/>
                  <a:pt x="50191" y="19074"/>
                  <a:pt x="49513" y="18614"/>
                </a:cubicBezTo>
                <a:cubicBezTo>
                  <a:pt x="50528" y="18270"/>
                  <a:pt x="51601" y="18208"/>
                  <a:pt x="52693" y="18208"/>
                </a:cubicBezTo>
                <a:cubicBezTo>
                  <a:pt x="53320" y="18208"/>
                  <a:pt x="53954" y="18228"/>
                  <a:pt x="54588" y="18228"/>
                </a:cubicBezTo>
                <a:cubicBezTo>
                  <a:pt x="55056" y="18228"/>
                  <a:pt x="55523" y="18217"/>
                  <a:pt x="55987" y="18178"/>
                </a:cubicBezTo>
                <a:cubicBezTo>
                  <a:pt x="55867" y="17741"/>
                  <a:pt x="55255" y="18036"/>
                  <a:pt x="55026" y="17774"/>
                </a:cubicBezTo>
                <a:cubicBezTo>
                  <a:pt x="55528" y="17468"/>
                  <a:pt x="56304" y="17599"/>
                  <a:pt x="56849" y="17282"/>
                </a:cubicBezTo>
                <a:lnTo>
                  <a:pt x="55856" y="16573"/>
                </a:lnTo>
                <a:cubicBezTo>
                  <a:pt x="56380" y="16409"/>
                  <a:pt x="57035" y="16518"/>
                  <a:pt x="57374" y="16038"/>
                </a:cubicBezTo>
                <a:cubicBezTo>
                  <a:pt x="57069" y="15902"/>
                  <a:pt x="56761" y="15858"/>
                  <a:pt x="56448" y="15858"/>
                </a:cubicBezTo>
                <a:cubicBezTo>
                  <a:pt x="55877" y="15858"/>
                  <a:pt x="55293" y="16004"/>
                  <a:pt x="54696" y="16004"/>
                </a:cubicBezTo>
                <a:cubicBezTo>
                  <a:pt x="54412" y="16004"/>
                  <a:pt x="54126" y="15971"/>
                  <a:pt x="53836" y="15874"/>
                </a:cubicBezTo>
                <a:cubicBezTo>
                  <a:pt x="55780" y="15634"/>
                  <a:pt x="57614" y="15415"/>
                  <a:pt x="59230" y="14760"/>
                </a:cubicBezTo>
                <a:cubicBezTo>
                  <a:pt x="58913" y="14214"/>
                  <a:pt x="58203" y="14520"/>
                  <a:pt x="57646" y="14313"/>
                </a:cubicBezTo>
                <a:cubicBezTo>
                  <a:pt x="58566" y="14190"/>
                  <a:pt x="59275" y="13772"/>
                  <a:pt x="60158" y="13772"/>
                </a:cubicBezTo>
                <a:cubicBezTo>
                  <a:pt x="60219" y="13772"/>
                  <a:pt x="60280" y="13774"/>
                  <a:pt x="60343" y="13778"/>
                </a:cubicBezTo>
                <a:cubicBezTo>
                  <a:pt x="61837" y="13882"/>
                  <a:pt x="63330" y="13946"/>
                  <a:pt x="64823" y="13946"/>
                </a:cubicBezTo>
                <a:cubicBezTo>
                  <a:pt x="66147" y="13946"/>
                  <a:pt x="67470" y="13896"/>
                  <a:pt x="68794" y="13778"/>
                </a:cubicBezTo>
                <a:cubicBezTo>
                  <a:pt x="69066" y="13778"/>
                  <a:pt x="69339" y="13789"/>
                  <a:pt x="69612" y="13832"/>
                </a:cubicBezTo>
                <a:cubicBezTo>
                  <a:pt x="69828" y="13848"/>
                  <a:pt x="70043" y="13856"/>
                  <a:pt x="70261" y="13856"/>
                </a:cubicBezTo>
                <a:cubicBezTo>
                  <a:pt x="71098" y="13856"/>
                  <a:pt x="71963" y="13739"/>
                  <a:pt x="72986" y="13505"/>
                </a:cubicBezTo>
                <a:lnTo>
                  <a:pt x="69722" y="13243"/>
                </a:lnTo>
                <a:cubicBezTo>
                  <a:pt x="70562" y="12992"/>
                  <a:pt x="71305" y="12970"/>
                  <a:pt x="72036" y="12872"/>
                </a:cubicBezTo>
                <a:cubicBezTo>
                  <a:pt x="67385" y="12544"/>
                  <a:pt x="62690" y="12817"/>
                  <a:pt x="57952" y="12402"/>
                </a:cubicBezTo>
                <a:cubicBezTo>
                  <a:pt x="58160" y="12304"/>
                  <a:pt x="58476" y="12238"/>
                  <a:pt x="58323" y="11922"/>
                </a:cubicBezTo>
                <a:lnTo>
                  <a:pt x="54513" y="11922"/>
                </a:lnTo>
                <a:cubicBezTo>
                  <a:pt x="54582" y="11733"/>
                  <a:pt x="54711" y="11713"/>
                  <a:pt x="54832" y="11713"/>
                </a:cubicBezTo>
                <a:cubicBezTo>
                  <a:pt x="54865" y="11713"/>
                  <a:pt x="54898" y="11714"/>
                  <a:pt x="54928" y="11714"/>
                </a:cubicBezTo>
                <a:cubicBezTo>
                  <a:pt x="55039" y="11714"/>
                  <a:pt x="55151" y="11713"/>
                  <a:pt x="55262" y="11713"/>
                </a:cubicBezTo>
                <a:cubicBezTo>
                  <a:pt x="56854" y="11713"/>
                  <a:pt x="58446" y="11783"/>
                  <a:pt x="60037" y="11823"/>
                </a:cubicBezTo>
                <a:cubicBezTo>
                  <a:pt x="62681" y="11896"/>
                  <a:pt x="65332" y="12052"/>
                  <a:pt x="67990" y="12052"/>
                </a:cubicBezTo>
                <a:cubicBezTo>
                  <a:pt x="68527" y="12052"/>
                  <a:pt x="69064" y="12046"/>
                  <a:pt x="69601" y="12031"/>
                </a:cubicBezTo>
                <a:cubicBezTo>
                  <a:pt x="69630" y="12032"/>
                  <a:pt x="69658" y="12032"/>
                  <a:pt x="69686" y="12032"/>
                </a:cubicBezTo>
                <a:cubicBezTo>
                  <a:pt x="69996" y="12032"/>
                  <a:pt x="70306" y="11977"/>
                  <a:pt x="70606" y="11867"/>
                </a:cubicBezTo>
                <a:cubicBezTo>
                  <a:pt x="70690" y="11832"/>
                  <a:pt x="70716" y="11802"/>
                  <a:pt x="70735" y="11802"/>
                </a:cubicBezTo>
                <a:cubicBezTo>
                  <a:pt x="70742" y="11802"/>
                  <a:pt x="70749" y="11806"/>
                  <a:pt x="70758" y="11818"/>
                </a:cubicBezTo>
                <a:lnTo>
                  <a:pt x="70758" y="11818"/>
                </a:lnTo>
                <a:cubicBezTo>
                  <a:pt x="70495" y="11458"/>
                  <a:pt x="70068" y="11635"/>
                  <a:pt x="69853" y="11463"/>
                </a:cubicBezTo>
                <a:cubicBezTo>
                  <a:pt x="71250" y="11299"/>
                  <a:pt x="71436" y="11125"/>
                  <a:pt x="71010" y="10426"/>
                </a:cubicBezTo>
                <a:cubicBezTo>
                  <a:pt x="71090" y="10314"/>
                  <a:pt x="71213" y="10277"/>
                  <a:pt x="71357" y="10277"/>
                </a:cubicBezTo>
                <a:cubicBezTo>
                  <a:pt x="71621" y="10277"/>
                  <a:pt x="71958" y="10400"/>
                  <a:pt x="72232" y="10400"/>
                </a:cubicBezTo>
                <a:cubicBezTo>
                  <a:pt x="72462" y="10400"/>
                  <a:pt x="72648" y="10314"/>
                  <a:pt x="72713" y="10000"/>
                </a:cubicBezTo>
                <a:cubicBezTo>
                  <a:pt x="71894" y="9913"/>
                  <a:pt x="71043" y="10055"/>
                  <a:pt x="70377" y="9618"/>
                </a:cubicBezTo>
                <a:cubicBezTo>
                  <a:pt x="70560" y="9504"/>
                  <a:pt x="70758" y="9466"/>
                  <a:pt x="70964" y="9466"/>
                </a:cubicBezTo>
                <a:cubicBezTo>
                  <a:pt x="71345" y="9466"/>
                  <a:pt x="71750" y="9595"/>
                  <a:pt x="72135" y="9595"/>
                </a:cubicBezTo>
                <a:cubicBezTo>
                  <a:pt x="72393" y="9595"/>
                  <a:pt x="72641" y="9537"/>
                  <a:pt x="72866" y="9345"/>
                </a:cubicBezTo>
                <a:cubicBezTo>
                  <a:pt x="71719" y="8996"/>
                  <a:pt x="70235" y="9356"/>
                  <a:pt x="69263" y="8581"/>
                </a:cubicBezTo>
                <a:lnTo>
                  <a:pt x="72495" y="8275"/>
                </a:lnTo>
                <a:cubicBezTo>
                  <a:pt x="72506" y="8210"/>
                  <a:pt x="72506" y="8144"/>
                  <a:pt x="72506" y="8068"/>
                </a:cubicBezTo>
                <a:cubicBezTo>
                  <a:pt x="72462" y="8068"/>
                  <a:pt x="72418" y="8068"/>
                  <a:pt x="72374" y="8068"/>
                </a:cubicBezTo>
                <a:cubicBezTo>
                  <a:pt x="71610" y="8068"/>
                  <a:pt x="70852" y="8058"/>
                  <a:pt x="70387" y="7697"/>
                </a:cubicBezTo>
                <a:cubicBezTo>
                  <a:pt x="70988" y="6878"/>
                  <a:pt x="72484" y="7609"/>
                  <a:pt x="73303" y="6932"/>
                </a:cubicBezTo>
                <a:cubicBezTo>
                  <a:pt x="72484" y="6528"/>
                  <a:pt x="71556" y="6638"/>
                  <a:pt x="70802" y="6408"/>
                </a:cubicBezTo>
                <a:cubicBezTo>
                  <a:pt x="71709" y="5841"/>
                  <a:pt x="70104" y="5961"/>
                  <a:pt x="70256" y="5600"/>
                </a:cubicBezTo>
                <a:lnTo>
                  <a:pt x="70256" y="5600"/>
                </a:lnTo>
                <a:cubicBezTo>
                  <a:pt x="69154" y="5644"/>
                  <a:pt x="68051" y="5685"/>
                  <a:pt x="66950" y="5685"/>
                </a:cubicBezTo>
                <a:cubicBezTo>
                  <a:pt x="65848" y="5685"/>
                  <a:pt x="64748" y="5644"/>
                  <a:pt x="63651" y="5524"/>
                </a:cubicBezTo>
                <a:cubicBezTo>
                  <a:pt x="63477" y="5506"/>
                  <a:pt x="63303" y="5498"/>
                  <a:pt x="63128" y="5498"/>
                </a:cubicBezTo>
                <a:cubicBezTo>
                  <a:pt x="62986" y="5498"/>
                  <a:pt x="62844" y="5503"/>
                  <a:pt x="62701" y="5513"/>
                </a:cubicBezTo>
                <a:cubicBezTo>
                  <a:pt x="62254" y="5527"/>
                  <a:pt x="61807" y="5533"/>
                  <a:pt x="61360" y="5533"/>
                </a:cubicBezTo>
                <a:cubicBezTo>
                  <a:pt x="59062" y="5533"/>
                  <a:pt x="56775" y="5371"/>
                  <a:pt x="54480" y="5317"/>
                </a:cubicBezTo>
                <a:cubicBezTo>
                  <a:pt x="54850" y="5028"/>
                  <a:pt x="55256" y="4855"/>
                  <a:pt x="55733" y="4855"/>
                </a:cubicBezTo>
                <a:cubicBezTo>
                  <a:pt x="55960" y="4855"/>
                  <a:pt x="56204" y="4894"/>
                  <a:pt x="56467" y="4978"/>
                </a:cubicBezTo>
                <a:cubicBezTo>
                  <a:pt x="56645" y="5020"/>
                  <a:pt x="56823" y="5036"/>
                  <a:pt x="57001" y="5036"/>
                </a:cubicBezTo>
                <a:cubicBezTo>
                  <a:pt x="57052" y="5036"/>
                  <a:pt x="57104" y="5035"/>
                  <a:pt x="57155" y="5033"/>
                </a:cubicBezTo>
                <a:cubicBezTo>
                  <a:pt x="57662" y="5012"/>
                  <a:pt x="58169" y="5004"/>
                  <a:pt x="58675" y="5004"/>
                </a:cubicBezTo>
                <a:cubicBezTo>
                  <a:pt x="60884" y="5004"/>
                  <a:pt x="63084" y="5167"/>
                  <a:pt x="65278" y="5229"/>
                </a:cubicBezTo>
                <a:cubicBezTo>
                  <a:pt x="66927" y="5284"/>
                  <a:pt x="68641" y="5207"/>
                  <a:pt x="70246" y="5600"/>
                </a:cubicBezTo>
                <a:cubicBezTo>
                  <a:pt x="70639" y="5306"/>
                  <a:pt x="70999" y="5000"/>
                  <a:pt x="71490" y="4803"/>
                </a:cubicBezTo>
                <a:cubicBezTo>
                  <a:pt x="70617" y="3897"/>
                  <a:pt x="69241" y="4126"/>
                  <a:pt x="68029" y="4017"/>
                </a:cubicBezTo>
                <a:cubicBezTo>
                  <a:pt x="69208" y="3777"/>
                  <a:pt x="70693" y="4268"/>
                  <a:pt x="71578" y="3253"/>
                </a:cubicBezTo>
                <a:cubicBezTo>
                  <a:pt x="71316" y="3155"/>
                  <a:pt x="71108" y="3013"/>
                  <a:pt x="70868" y="2991"/>
                </a:cubicBezTo>
                <a:cubicBezTo>
                  <a:pt x="68968" y="2871"/>
                  <a:pt x="67079" y="2718"/>
                  <a:pt x="65169" y="2674"/>
                </a:cubicBezTo>
                <a:cubicBezTo>
                  <a:pt x="62985" y="2620"/>
                  <a:pt x="60813" y="2609"/>
                  <a:pt x="58629" y="2511"/>
                </a:cubicBezTo>
                <a:cubicBezTo>
                  <a:pt x="57253" y="2456"/>
                  <a:pt x="55943" y="2281"/>
                  <a:pt x="54590" y="2085"/>
                </a:cubicBezTo>
                <a:cubicBezTo>
                  <a:pt x="53225" y="1901"/>
                  <a:pt x="51854" y="1805"/>
                  <a:pt x="50482" y="1805"/>
                </a:cubicBezTo>
                <a:cubicBezTo>
                  <a:pt x="49977" y="1805"/>
                  <a:pt x="49472" y="1818"/>
                  <a:pt x="48967" y="1845"/>
                </a:cubicBezTo>
                <a:cubicBezTo>
                  <a:pt x="48826" y="1855"/>
                  <a:pt x="48686" y="1859"/>
                  <a:pt x="48547" y="1859"/>
                </a:cubicBezTo>
                <a:cubicBezTo>
                  <a:pt x="48222" y="1859"/>
                  <a:pt x="47901" y="1833"/>
                  <a:pt x="47580" y="1779"/>
                </a:cubicBezTo>
                <a:cubicBezTo>
                  <a:pt x="46455" y="1565"/>
                  <a:pt x="45313" y="1500"/>
                  <a:pt x="44166" y="1500"/>
                </a:cubicBezTo>
                <a:cubicBezTo>
                  <a:pt x="43500" y="1500"/>
                  <a:pt x="42832" y="1522"/>
                  <a:pt x="42165" y="1550"/>
                </a:cubicBezTo>
                <a:cubicBezTo>
                  <a:pt x="42091" y="1553"/>
                  <a:pt x="41954" y="1555"/>
                  <a:pt x="41771" y="1555"/>
                </a:cubicBezTo>
                <a:cubicBezTo>
                  <a:pt x="40662" y="1555"/>
                  <a:pt x="37871" y="1497"/>
                  <a:pt x="37252" y="1375"/>
                </a:cubicBezTo>
                <a:lnTo>
                  <a:pt x="37252" y="1375"/>
                </a:lnTo>
                <a:cubicBezTo>
                  <a:pt x="37866" y="1381"/>
                  <a:pt x="38472" y="1385"/>
                  <a:pt x="39074" y="1385"/>
                </a:cubicBezTo>
                <a:cubicBezTo>
                  <a:pt x="42020" y="1385"/>
                  <a:pt x="44855" y="1282"/>
                  <a:pt x="47810" y="720"/>
                </a:cubicBezTo>
                <a:cubicBezTo>
                  <a:pt x="47384" y="545"/>
                  <a:pt x="47264" y="458"/>
                  <a:pt x="47133" y="447"/>
                </a:cubicBezTo>
                <a:cubicBezTo>
                  <a:pt x="43311" y="142"/>
                  <a:pt x="39458" y="142"/>
                  <a:pt x="35614" y="21"/>
                </a:cubicBezTo>
                <a:cubicBezTo>
                  <a:pt x="35150" y="7"/>
                  <a:pt x="34679" y="1"/>
                  <a:pt x="34203" y="1"/>
                </a:cubicBezTo>
                <a:close/>
              </a:path>
            </a:pathLst>
          </a:custGeom>
          <a:solidFill>
            <a:srgbClr val="93C3E2">
              <a:alpha val="247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155;p68"/>
          <p:cNvSpPr/>
          <p:nvPr/>
        </p:nvSpPr>
        <p:spPr>
          <a:xfrm>
            <a:off x="5966725" y="3162332"/>
            <a:ext cx="1469359" cy="527725"/>
          </a:xfrm>
          <a:custGeom>
            <a:avLst/>
            <a:gdLst/>
            <a:ahLst/>
            <a:cxnLst/>
            <a:rect l="l" t="t" r="r" b="b"/>
            <a:pathLst>
              <a:path w="73303" h="26327" extrusionOk="0">
                <a:moveTo>
                  <a:pt x="17415" y="3013"/>
                </a:moveTo>
                <a:lnTo>
                  <a:pt x="17415" y="3078"/>
                </a:lnTo>
                <a:lnTo>
                  <a:pt x="10143" y="3078"/>
                </a:lnTo>
                <a:lnTo>
                  <a:pt x="10143" y="3013"/>
                </a:lnTo>
                <a:close/>
                <a:moveTo>
                  <a:pt x="32852" y="3002"/>
                </a:moveTo>
                <a:cubicBezTo>
                  <a:pt x="32841" y="3035"/>
                  <a:pt x="32830" y="3057"/>
                  <a:pt x="32820" y="3089"/>
                </a:cubicBezTo>
                <a:lnTo>
                  <a:pt x="23922" y="3089"/>
                </a:lnTo>
                <a:lnTo>
                  <a:pt x="23922" y="3002"/>
                </a:lnTo>
                <a:close/>
                <a:moveTo>
                  <a:pt x="40156" y="3089"/>
                </a:moveTo>
                <a:lnTo>
                  <a:pt x="40156" y="3231"/>
                </a:lnTo>
                <a:lnTo>
                  <a:pt x="34020" y="3231"/>
                </a:lnTo>
                <a:lnTo>
                  <a:pt x="34020" y="3089"/>
                </a:lnTo>
                <a:close/>
                <a:moveTo>
                  <a:pt x="20119" y="4238"/>
                </a:moveTo>
                <a:cubicBezTo>
                  <a:pt x="22779" y="4238"/>
                  <a:pt x="25439" y="4323"/>
                  <a:pt x="28103" y="4421"/>
                </a:cubicBezTo>
                <a:lnTo>
                  <a:pt x="13965" y="4421"/>
                </a:lnTo>
                <a:cubicBezTo>
                  <a:pt x="16017" y="4288"/>
                  <a:pt x="18068" y="4238"/>
                  <a:pt x="20119" y="4238"/>
                </a:cubicBezTo>
                <a:close/>
                <a:moveTo>
                  <a:pt x="70758" y="11818"/>
                </a:moveTo>
                <a:lnTo>
                  <a:pt x="70758" y="11818"/>
                </a:lnTo>
                <a:cubicBezTo>
                  <a:pt x="70762" y="11823"/>
                  <a:pt x="70766" y="11829"/>
                  <a:pt x="70770" y="11834"/>
                </a:cubicBezTo>
                <a:cubicBezTo>
                  <a:pt x="70765" y="11828"/>
                  <a:pt x="70761" y="11822"/>
                  <a:pt x="70758" y="11818"/>
                </a:cubicBezTo>
                <a:close/>
                <a:moveTo>
                  <a:pt x="59371" y="12984"/>
                </a:moveTo>
                <a:cubicBezTo>
                  <a:pt x="61736" y="12984"/>
                  <a:pt x="64099" y="13246"/>
                  <a:pt x="66458" y="13276"/>
                </a:cubicBezTo>
                <a:lnTo>
                  <a:pt x="57679" y="13276"/>
                </a:lnTo>
                <a:lnTo>
                  <a:pt x="57679" y="13035"/>
                </a:lnTo>
                <a:cubicBezTo>
                  <a:pt x="58243" y="12999"/>
                  <a:pt x="58807" y="12984"/>
                  <a:pt x="59371" y="12984"/>
                </a:cubicBezTo>
                <a:close/>
                <a:moveTo>
                  <a:pt x="52670" y="17245"/>
                </a:moveTo>
                <a:cubicBezTo>
                  <a:pt x="53494" y="17245"/>
                  <a:pt x="54317" y="17250"/>
                  <a:pt x="55140" y="17250"/>
                </a:cubicBezTo>
                <a:cubicBezTo>
                  <a:pt x="55295" y="17250"/>
                  <a:pt x="55450" y="17250"/>
                  <a:pt x="55605" y="17250"/>
                </a:cubicBezTo>
                <a:lnTo>
                  <a:pt x="55605" y="17250"/>
                </a:lnTo>
                <a:lnTo>
                  <a:pt x="42864" y="18079"/>
                </a:lnTo>
                <a:cubicBezTo>
                  <a:pt x="46057" y="17321"/>
                  <a:pt x="49361" y="17245"/>
                  <a:pt x="52670" y="17245"/>
                </a:cubicBezTo>
                <a:close/>
                <a:moveTo>
                  <a:pt x="2556" y="9487"/>
                </a:moveTo>
                <a:cubicBezTo>
                  <a:pt x="2676" y="12533"/>
                  <a:pt x="3636" y="15383"/>
                  <a:pt x="4728" y="18330"/>
                </a:cubicBezTo>
                <a:cubicBezTo>
                  <a:pt x="3429" y="17162"/>
                  <a:pt x="1726" y="10393"/>
                  <a:pt x="2545" y="9487"/>
                </a:cubicBezTo>
                <a:close/>
                <a:moveTo>
                  <a:pt x="10089" y="22173"/>
                </a:moveTo>
                <a:lnTo>
                  <a:pt x="10089" y="22173"/>
                </a:lnTo>
                <a:cubicBezTo>
                  <a:pt x="10657" y="23134"/>
                  <a:pt x="11879" y="23407"/>
                  <a:pt x="12917" y="23866"/>
                </a:cubicBezTo>
                <a:cubicBezTo>
                  <a:pt x="12655" y="24065"/>
                  <a:pt x="12357" y="24105"/>
                  <a:pt x="12054" y="24105"/>
                </a:cubicBezTo>
                <a:cubicBezTo>
                  <a:pt x="11847" y="24105"/>
                  <a:pt x="11638" y="24087"/>
                  <a:pt x="11436" y="24087"/>
                </a:cubicBezTo>
                <a:cubicBezTo>
                  <a:pt x="11255" y="24087"/>
                  <a:pt x="11079" y="24102"/>
                  <a:pt x="10919" y="24160"/>
                </a:cubicBezTo>
                <a:cubicBezTo>
                  <a:pt x="10744" y="24488"/>
                  <a:pt x="11410" y="24543"/>
                  <a:pt x="11399" y="24837"/>
                </a:cubicBezTo>
                <a:lnTo>
                  <a:pt x="9707" y="24837"/>
                </a:lnTo>
                <a:cubicBezTo>
                  <a:pt x="9827" y="24324"/>
                  <a:pt x="10482" y="24139"/>
                  <a:pt x="10536" y="23735"/>
                </a:cubicBezTo>
                <a:cubicBezTo>
                  <a:pt x="10613" y="23222"/>
                  <a:pt x="9674" y="22916"/>
                  <a:pt x="10089" y="22173"/>
                </a:cubicBezTo>
                <a:close/>
                <a:moveTo>
                  <a:pt x="34203" y="1"/>
                </a:moveTo>
                <a:cubicBezTo>
                  <a:pt x="32890" y="1"/>
                  <a:pt x="31544" y="47"/>
                  <a:pt x="30221" y="87"/>
                </a:cubicBezTo>
                <a:cubicBezTo>
                  <a:pt x="26520" y="174"/>
                  <a:pt x="22819" y="109"/>
                  <a:pt x="19118" y="251"/>
                </a:cubicBezTo>
                <a:cubicBezTo>
                  <a:pt x="18205" y="286"/>
                  <a:pt x="17289" y="296"/>
                  <a:pt x="16371" y="296"/>
                </a:cubicBezTo>
                <a:cubicBezTo>
                  <a:pt x="14995" y="296"/>
                  <a:pt x="13615" y="273"/>
                  <a:pt x="12240" y="273"/>
                </a:cubicBezTo>
                <a:lnTo>
                  <a:pt x="9652" y="273"/>
                </a:lnTo>
                <a:cubicBezTo>
                  <a:pt x="9870" y="520"/>
                  <a:pt x="10185" y="659"/>
                  <a:pt x="10519" y="659"/>
                </a:cubicBezTo>
                <a:cubicBezTo>
                  <a:pt x="10553" y="659"/>
                  <a:pt x="10589" y="658"/>
                  <a:pt x="10624" y="655"/>
                </a:cubicBezTo>
                <a:cubicBezTo>
                  <a:pt x="11278" y="621"/>
                  <a:pt x="11929" y="608"/>
                  <a:pt x="12580" y="608"/>
                </a:cubicBezTo>
                <a:cubicBezTo>
                  <a:pt x="13820" y="608"/>
                  <a:pt x="15059" y="655"/>
                  <a:pt x="16312" y="698"/>
                </a:cubicBezTo>
                <a:cubicBezTo>
                  <a:pt x="16974" y="725"/>
                  <a:pt x="17638" y="736"/>
                  <a:pt x="18303" y="736"/>
                </a:cubicBezTo>
                <a:cubicBezTo>
                  <a:pt x="20093" y="736"/>
                  <a:pt x="21890" y="659"/>
                  <a:pt x="23681" y="611"/>
                </a:cubicBezTo>
                <a:cubicBezTo>
                  <a:pt x="25446" y="573"/>
                  <a:pt x="27209" y="561"/>
                  <a:pt x="28971" y="561"/>
                </a:cubicBezTo>
                <a:cubicBezTo>
                  <a:pt x="31712" y="561"/>
                  <a:pt x="34453" y="589"/>
                  <a:pt x="37198" y="589"/>
                </a:cubicBezTo>
                <a:cubicBezTo>
                  <a:pt x="38179" y="589"/>
                  <a:pt x="39116" y="801"/>
                  <a:pt x="40096" y="812"/>
                </a:cubicBezTo>
                <a:lnTo>
                  <a:pt x="40096" y="812"/>
                </a:lnTo>
                <a:cubicBezTo>
                  <a:pt x="32806" y="912"/>
                  <a:pt x="25527" y="1218"/>
                  <a:pt x="18285" y="1218"/>
                </a:cubicBezTo>
                <a:cubicBezTo>
                  <a:pt x="15540" y="1218"/>
                  <a:pt x="12800" y="1174"/>
                  <a:pt x="10067" y="1059"/>
                </a:cubicBezTo>
                <a:lnTo>
                  <a:pt x="10067" y="1059"/>
                </a:lnTo>
                <a:cubicBezTo>
                  <a:pt x="9718" y="1364"/>
                  <a:pt x="10285" y="1332"/>
                  <a:pt x="10165" y="1605"/>
                </a:cubicBezTo>
                <a:cubicBezTo>
                  <a:pt x="10102" y="1602"/>
                  <a:pt x="10039" y="1600"/>
                  <a:pt x="9977" y="1600"/>
                </a:cubicBezTo>
                <a:cubicBezTo>
                  <a:pt x="9132" y="1600"/>
                  <a:pt x="8294" y="1841"/>
                  <a:pt x="7418" y="1841"/>
                </a:cubicBezTo>
                <a:cubicBezTo>
                  <a:pt x="7116" y="1841"/>
                  <a:pt x="6810" y="1812"/>
                  <a:pt x="6497" y="1736"/>
                </a:cubicBezTo>
                <a:cubicBezTo>
                  <a:pt x="6351" y="1702"/>
                  <a:pt x="6204" y="1686"/>
                  <a:pt x="6063" y="1686"/>
                </a:cubicBezTo>
                <a:cubicBezTo>
                  <a:pt x="5752" y="1686"/>
                  <a:pt x="5472" y="1764"/>
                  <a:pt x="5307" y="1899"/>
                </a:cubicBezTo>
                <a:cubicBezTo>
                  <a:pt x="5012" y="2129"/>
                  <a:pt x="4979" y="2543"/>
                  <a:pt x="5329" y="2762"/>
                </a:cubicBezTo>
                <a:cubicBezTo>
                  <a:pt x="5613" y="2936"/>
                  <a:pt x="5634" y="3002"/>
                  <a:pt x="5416" y="3188"/>
                </a:cubicBezTo>
                <a:cubicBezTo>
                  <a:pt x="4903" y="3624"/>
                  <a:pt x="5187" y="3777"/>
                  <a:pt x="5885" y="3952"/>
                </a:cubicBezTo>
                <a:cubicBezTo>
                  <a:pt x="6366" y="4061"/>
                  <a:pt x="6857" y="4028"/>
                  <a:pt x="7414" y="4126"/>
                </a:cubicBezTo>
                <a:cubicBezTo>
                  <a:pt x="6923" y="4301"/>
                  <a:pt x="7086" y="4498"/>
                  <a:pt x="7392" y="4727"/>
                </a:cubicBezTo>
                <a:cubicBezTo>
                  <a:pt x="6761" y="4634"/>
                  <a:pt x="6173" y="4529"/>
                  <a:pt x="5615" y="4529"/>
                </a:cubicBezTo>
                <a:cubicBezTo>
                  <a:pt x="5121" y="4529"/>
                  <a:pt x="4650" y="4612"/>
                  <a:pt x="4193" y="4858"/>
                </a:cubicBezTo>
                <a:cubicBezTo>
                  <a:pt x="4433" y="5120"/>
                  <a:pt x="4979" y="4945"/>
                  <a:pt x="5045" y="5273"/>
                </a:cubicBezTo>
                <a:cubicBezTo>
                  <a:pt x="4533" y="5524"/>
                  <a:pt x="4087" y="5657"/>
                  <a:pt x="3677" y="5657"/>
                </a:cubicBezTo>
                <a:cubicBezTo>
                  <a:pt x="3194" y="5657"/>
                  <a:pt x="2762" y="5472"/>
                  <a:pt x="2337" y="5076"/>
                </a:cubicBezTo>
                <a:cubicBezTo>
                  <a:pt x="1595" y="6212"/>
                  <a:pt x="1802" y="7380"/>
                  <a:pt x="1224" y="8439"/>
                </a:cubicBezTo>
                <a:cubicBezTo>
                  <a:pt x="1003" y="8423"/>
                  <a:pt x="806" y="8210"/>
                  <a:pt x="529" y="8210"/>
                </a:cubicBezTo>
                <a:cubicBezTo>
                  <a:pt x="436" y="8210"/>
                  <a:pt x="334" y="8234"/>
                  <a:pt x="219" y="8297"/>
                </a:cubicBezTo>
                <a:cubicBezTo>
                  <a:pt x="1" y="8930"/>
                  <a:pt x="1038" y="8810"/>
                  <a:pt x="1333" y="9138"/>
                </a:cubicBezTo>
                <a:cubicBezTo>
                  <a:pt x="1420" y="10470"/>
                  <a:pt x="1507" y="11791"/>
                  <a:pt x="1780" y="13123"/>
                </a:cubicBezTo>
                <a:cubicBezTo>
                  <a:pt x="2359" y="15929"/>
                  <a:pt x="3560" y="18625"/>
                  <a:pt x="4706" y="21322"/>
                </a:cubicBezTo>
                <a:cubicBezTo>
                  <a:pt x="5340" y="22839"/>
                  <a:pt x="6573" y="24095"/>
                  <a:pt x="8844" y="24805"/>
                </a:cubicBezTo>
                <a:cubicBezTo>
                  <a:pt x="9412" y="24979"/>
                  <a:pt x="10078" y="25099"/>
                  <a:pt x="10547" y="25416"/>
                </a:cubicBezTo>
                <a:cubicBezTo>
                  <a:pt x="10471" y="25602"/>
                  <a:pt x="10100" y="25667"/>
                  <a:pt x="10198" y="25940"/>
                </a:cubicBezTo>
                <a:cubicBezTo>
                  <a:pt x="11105" y="26129"/>
                  <a:pt x="12029" y="26326"/>
                  <a:pt x="12997" y="26326"/>
                </a:cubicBezTo>
                <a:cubicBezTo>
                  <a:pt x="13148" y="26326"/>
                  <a:pt x="13299" y="26322"/>
                  <a:pt x="13451" y="26311"/>
                </a:cubicBezTo>
                <a:cubicBezTo>
                  <a:pt x="15220" y="26180"/>
                  <a:pt x="17000" y="26049"/>
                  <a:pt x="18747" y="25831"/>
                </a:cubicBezTo>
                <a:cubicBezTo>
                  <a:pt x="20941" y="25558"/>
                  <a:pt x="23168" y="25482"/>
                  <a:pt x="25352" y="25296"/>
                </a:cubicBezTo>
                <a:cubicBezTo>
                  <a:pt x="27546" y="25121"/>
                  <a:pt x="29741" y="24925"/>
                  <a:pt x="31935" y="24739"/>
                </a:cubicBezTo>
                <a:cubicBezTo>
                  <a:pt x="34206" y="24543"/>
                  <a:pt x="36510" y="24455"/>
                  <a:pt x="38781" y="24237"/>
                </a:cubicBezTo>
                <a:cubicBezTo>
                  <a:pt x="41947" y="23931"/>
                  <a:pt x="45135" y="23800"/>
                  <a:pt x="48312" y="23615"/>
                </a:cubicBezTo>
                <a:cubicBezTo>
                  <a:pt x="49305" y="23549"/>
                  <a:pt x="50397" y="23582"/>
                  <a:pt x="51249" y="22970"/>
                </a:cubicBezTo>
                <a:lnTo>
                  <a:pt x="50004" y="22479"/>
                </a:lnTo>
                <a:cubicBezTo>
                  <a:pt x="50605" y="22152"/>
                  <a:pt x="50255" y="21715"/>
                  <a:pt x="50080" y="21442"/>
                </a:cubicBezTo>
                <a:cubicBezTo>
                  <a:pt x="49960" y="21252"/>
                  <a:pt x="49729" y="21214"/>
                  <a:pt x="49456" y="21214"/>
                </a:cubicBezTo>
                <a:cubicBezTo>
                  <a:pt x="49266" y="21214"/>
                  <a:pt x="49057" y="21232"/>
                  <a:pt x="48851" y="21232"/>
                </a:cubicBezTo>
                <a:cubicBezTo>
                  <a:pt x="48654" y="21232"/>
                  <a:pt x="48460" y="21215"/>
                  <a:pt x="48290" y="21147"/>
                </a:cubicBezTo>
                <a:cubicBezTo>
                  <a:pt x="51576" y="20732"/>
                  <a:pt x="54884" y="20558"/>
                  <a:pt x="58312" y="19848"/>
                </a:cubicBezTo>
                <a:cubicBezTo>
                  <a:pt x="57494" y="19542"/>
                  <a:pt x="56893" y="19772"/>
                  <a:pt x="56380" y="19542"/>
                </a:cubicBezTo>
                <a:cubicBezTo>
                  <a:pt x="56620" y="19149"/>
                  <a:pt x="57384" y="19237"/>
                  <a:pt x="57646" y="18822"/>
                </a:cubicBezTo>
                <a:lnTo>
                  <a:pt x="57646" y="18822"/>
                </a:lnTo>
                <a:cubicBezTo>
                  <a:pt x="56391" y="18964"/>
                  <a:pt x="55179" y="18964"/>
                  <a:pt x="53989" y="19051"/>
                </a:cubicBezTo>
                <a:cubicBezTo>
                  <a:pt x="53234" y="19098"/>
                  <a:pt x="52479" y="19198"/>
                  <a:pt x="51756" y="19198"/>
                </a:cubicBezTo>
                <a:cubicBezTo>
                  <a:pt x="50954" y="19198"/>
                  <a:pt x="50191" y="19074"/>
                  <a:pt x="49513" y="18614"/>
                </a:cubicBezTo>
                <a:cubicBezTo>
                  <a:pt x="50528" y="18270"/>
                  <a:pt x="51601" y="18208"/>
                  <a:pt x="52693" y="18208"/>
                </a:cubicBezTo>
                <a:cubicBezTo>
                  <a:pt x="53320" y="18208"/>
                  <a:pt x="53954" y="18228"/>
                  <a:pt x="54588" y="18228"/>
                </a:cubicBezTo>
                <a:cubicBezTo>
                  <a:pt x="55056" y="18228"/>
                  <a:pt x="55523" y="18217"/>
                  <a:pt x="55987" y="18178"/>
                </a:cubicBezTo>
                <a:cubicBezTo>
                  <a:pt x="55867" y="17741"/>
                  <a:pt x="55255" y="18036"/>
                  <a:pt x="55026" y="17774"/>
                </a:cubicBezTo>
                <a:cubicBezTo>
                  <a:pt x="55528" y="17468"/>
                  <a:pt x="56304" y="17599"/>
                  <a:pt x="56849" y="17282"/>
                </a:cubicBezTo>
                <a:lnTo>
                  <a:pt x="55856" y="16573"/>
                </a:lnTo>
                <a:cubicBezTo>
                  <a:pt x="56380" y="16409"/>
                  <a:pt x="57035" y="16518"/>
                  <a:pt x="57374" y="16038"/>
                </a:cubicBezTo>
                <a:cubicBezTo>
                  <a:pt x="57069" y="15902"/>
                  <a:pt x="56761" y="15858"/>
                  <a:pt x="56448" y="15858"/>
                </a:cubicBezTo>
                <a:cubicBezTo>
                  <a:pt x="55877" y="15858"/>
                  <a:pt x="55293" y="16004"/>
                  <a:pt x="54696" y="16004"/>
                </a:cubicBezTo>
                <a:cubicBezTo>
                  <a:pt x="54412" y="16004"/>
                  <a:pt x="54126" y="15971"/>
                  <a:pt x="53836" y="15874"/>
                </a:cubicBezTo>
                <a:cubicBezTo>
                  <a:pt x="55780" y="15634"/>
                  <a:pt x="57614" y="15415"/>
                  <a:pt x="59230" y="14760"/>
                </a:cubicBezTo>
                <a:cubicBezTo>
                  <a:pt x="58913" y="14214"/>
                  <a:pt x="58203" y="14520"/>
                  <a:pt x="57646" y="14313"/>
                </a:cubicBezTo>
                <a:cubicBezTo>
                  <a:pt x="58566" y="14190"/>
                  <a:pt x="59275" y="13772"/>
                  <a:pt x="60158" y="13772"/>
                </a:cubicBezTo>
                <a:cubicBezTo>
                  <a:pt x="60219" y="13772"/>
                  <a:pt x="60280" y="13774"/>
                  <a:pt x="60343" y="13778"/>
                </a:cubicBezTo>
                <a:cubicBezTo>
                  <a:pt x="61837" y="13882"/>
                  <a:pt x="63330" y="13946"/>
                  <a:pt x="64823" y="13946"/>
                </a:cubicBezTo>
                <a:cubicBezTo>
                  <a:pt x="66147" y="13946"/>
                  <a:pt x="67470" y="13896"/>
                  <a:pt x="68794" y="13778"/>
                </a:cubicBezTo>
                <a:cubicBezTo>
                  <a:pt x="69066" y="13778"/>
                  <a:pt x="69339" y="13789"/>
                  <a:pt x="69612" y="13832"/>
                </a:cubicBezTo>
                <a:cubicBezTo>
                  <a:pt x="69828" y="13848"/>
                  <a:pt x="70043" y="13856"/>
                  <a:pt x="70261" y="13856"/>
                </a:cubicBezTo>
                <a:cubicBezTo>
                  <a:pt x="71098" y="13856"/>
                  <a:pt x="71963" y="13739"/>
                  <a:pt x="72986" y="13505"/>
                </a:cubicBezTo>
                <a:lnTo>
                  <a:pt x="69722" y="13243"/>
                </a:lnTo>
                <a:cubicBezTo>
                  <a:pt x="70562" y="12992"/>
                  <a:pt x="71305" y="12970"/>
                  <a:pt x="72036" y="12872"/>
                </a:cubicBezTo>
                <a:cubicBezTo>
                  <a:pt x="67385" y="12544"/>
                  <a:pt x="62690" y="12817"/>
                  <a:pt x="57952" y="12402"/>
                </a:cubicBezTo>
                <a:cubicBezTo>
                  <a:pt x="58160" y="12304"/>
                  <a:pt x="58476" y="12238"/>
                  <a:pt x="58323" y="11922"/>
                </a:cubicBezTo>
                <a:lnTo>
                  <a:pt x="54513" y="11922"/>
                </a:lnTo>
                <a:cubicBezTo>
                  <a:pt x="54582" y="11733"/>
                  <a:pt x="54711" y="11713"/>
                  <a:pt x="54832" y="11713"/>
                </a:cubicBezTo>
                <a:cubicBezTo>
                  <a:pt x="54865" y="11713"/>
                  <a:pt x="54898" y="11714"/>
                  <a:pt x="54928" y="11714"/>
                </a:cubicBezTo>
                <a:cubicBezTo>
                  <a:pt x="55039" y="11714"/>
                  <a:pt x="55151" y="11713"/>
                  <a:pt x="55262" y="11713"/>
                </a:cubicBezTo>
                <a:cubicBezTo>
                  <a:pt x="56854" y="11713"/>
                  <a:pt x="58446" y="11783"/>
                  <a:pt x="60037" y="11823"/>
                </a:cubicBezTo>
                <a:cubicBezTo>
                  <a:pt x="62681" y="11896"/>
                  <a:pt x="65332" y="12052"/>
                  <a:pt x="67990" y="12052"/>
                </a:cubicBezTo>
                <a:cubicBezTo>
                  <a:pt x="68527" y="12052"/>
                  <a:pt x="69064" y="12046"/>
                  <a:pt x="69601" y="12031"/>
                </a:cubicBezTo>
                <a:cubicBezTo>
                  <a:pt x="69630" y="12032"/>
                  <a:pt x="69658" y="12032"/>
                  <a:pt x="69686" y="12032"/>
                </a:cubicBezTo>
                <a:cubicBezTo>
                  <a:pt x="69996" y="12032"/>
                  <a:pt x="70306" y="11977"/>
                  <a:pt x="70606" y="11867"/>
                </a:cubicBezTo>
                <a:cubicBezTo>
                  <a:pt x="70690" y="11832"/>
                  <a:pt x="70716" y="11802"/>
                  <a:pt x="70735" y="11802"/>
                </a:cubicBezTo>
                <a:cubicBezTo>
                  <a:pt x="70742" y="11802"/>
                  <a:pt x="70749" y="11806"/>
                  <a:pt x="70758" y="11818"/>
                </a:cubicBezTo>
                <a:lnTo>
                  <a:pt x="70758" y="11818"/>
                </a:lnTo>
                <a:cubicBezTo>
                  <a:pt x="70495" y="11458"/>
                  <a:pt x="70068" y="11635"/>
                  <a:pt x="69853" y="11463"/>
                </a:cubicBezTo>
                <a:cubicBezTo>
                  <a:pt x="71250" y="11299"/>
                  <a:pt x="71436" y="11125"/>
                  <a:pt x="71010" y="10426"/>
                </a:cubicBezTo>
                <a:cubicBezTo>
                  <a:pt x="71090" y="10314"/>
                  <a:pt x="71213" y="10277"/>
                  <a:pt x="71357" y="10277"/>
                </a:cubicBezTo>
                <a:cubicBezTo>
                  <a:pt x="71621" y="10277"/>
                  <a:pt x="71958" y="10400"/>
                  <a:pt x="72232" y="10400"/>
                </a:cubicBezTo>
                <a:cubicBezTo>
                  <a:pt x="72462" y="10400"/>
                  <a:pt x="72648" y="10314"/>
                  <a:pt x="72713" y="10000"/>
                </a:cubicBezTo>
                <a:cubicBezTo>
                  <a:pt x="71894" y="9913"/>
                  <a:pt x="71043" y="10055"/>
                  <a:pt x="70377" y="9618"/>
                </a:cubicBezTo>
                <a:cubicBezTo>
                  <a:pt x="70560" y="9504"/>
                  <a:pt x="70758" y="9466"/>
                  <a:pt x="70964" y="9466"/>
                </a:cubicBezTo>
                <a:cubicBezTo>
                  <a:pt x="71345" y="9466"/>
                  <a:pt x="71750" y="9595"/>
                  <a:pt x="72135" y="9595"/>
                </a:cubicBezTo>
                <a:cubicBezTo>
                  <a:pt x="72393" y="9595"/>
                  <a:pt x="72641" y="9537"/>
                  <a:pt x="72866" y="9345"/>
                </a:cubicBezTo>
                <a:cubicBezTo>
                  <a:pt x="71719" y="8996"/>
                  <a:pt x="70235" y="9356"/>
                  <a:pt x="69263" y="8581"/>
                </a:cubicBezTo>
                <a:lnTo>
                  <a:pt x="72495" y="8275"/>
                </a:lnTo>
                <a:cubicBezTo>
                  <a:pt x="72506" y="8210"/>
                  <a:pt x="72506" y="8144"/>
                  <a:pt x="72506" y="8068"/>
                </a:cubicBezTo>
                <a:cubicBezTo>
                  <a:pt x="72462" y="8068"/>
                  <a:pt x="72418" y="8068"/>
                  <a:pt x="72374" y="8068"/>
                </a:cubicBezTo>
                <a:cubicBezTo>
                  <a:pt x="71610" y="8068"/>
                  <a:pt x="70852" y="8058"/>
                  <a:pt x="70387" y="7697"/>
                </a:cubicBezTo>
                <a:cubicBezTo>
                  <a:pt x="70988" y="6878"/>
                  <a:pt x="72484" y="7609"/>
                  <a:pt x="73303" y="6932"/>
                </a:cubicBezTo>
                <a:cubicBezTo>
                  <a:pt x="72484" y="6528"/>
                  <a:pt x="71556" y="6638"/>
                  <a:pt x="70802" y="6408"/>
                </a:cubicBezTo>
                <a:cubicBezTo>
                  <a:pt x="71709" y="5841"/>
                  <a:pt x="70104" y="5961"/>
                  <a:pt x="70256" y="5600"/>
                </a:cubicBezTo>
                <a:lnTo>
                  <a:pt x="70256" y="5600"/>
                </a:lnTo>
                <a:cubicBezTo>
                  <a:pt x="69154" y="5644"/>
                  <a:pt x="68051" y="5685"/>
                  <a:pt x="66950" y="5685"/>
                </a:cubicBezTo>
                <a:cubicBezTo>
                  <a:pt x="65848" y="5685"/>
                  <a:pt x="64748" y="5644"/>
                  <a:pt x="63651" y="5524"/>
                </a:cubicBezTo>
                <a:cubicBezTo>
                  <a:pt x="63477" y="5506"/>
                  <a:pt x="63303" y="5498"/>
                  <a:pt x="63128" y="5498"/>
                </a:cubicBezTo>
                <a:cubicBezTo>
                  <a:pt x="62986" y="5498"/>
                  <a:pt x="62844" y="5503"/>
                  <a:pt x="62701" y="5513"/>
                </a:cubicBezTo>
                <a:cubicBezTo>
                  <a:pt x="62254" y="5527"/>
                  <a:pt x="61807" y="5533"/>
                  <a:pt x="61360" y="5533"/>
                </a:cubicBezTo>
                <a:cubicBezTo>
                  <a:pt x="59062" y="5533"/>
                  <a:pt x="56775" y="5371"/>
                  <a:pt x="54480" y="5317"/>
                </a:cubicBezTo>
                <a:cubicBezTo>
                  <a:pt x="54850" y="5028"/>
                  <a:pt x="55256" y="4855"/>
                  <a:pt x="55733" y="4855"/>
                </a:cubicBezTo>
                <a:cubicBezTo>
                  <a:pt x="55960" y="4855"/>
                  <a:pt x="56204" y="4894"/>
                  <a:pt x="56467" y="4978"/>
                </a:cubicBezTo>
                <a:cubicBezTo>
                  <a:pt x="56645" y="5020"/>
                  <a:pt x="56823" y="5036"/>
                  <a:pt x="57001" y="5036"/>
                </a:cubicBezTo>
                <a:cubicBezTo>
                  <a:pt x="57052" y="5036"/>
                  <a:pt x="57104" y="5035"/>
                  <a:pt x="57155" y="5033"/>
                </a:cubicBezTo>
                <a:cubicBezTo>
                  <a:pt x="57662" y="5012"/>
                  <a:pt x="58169" y="5004"/>
                  <a:pt x="58675" y="5004"/>
                </a:cubicBezTo>
                <a:cubicBezTo>
                  <a:pt x="60884" y="5004"/>
                  <a:pt x="63084" y="5167"/>
                  <a:pt x="65278" y="5229"/>
                </a:cubicBezTo>
                <a:cubicBezTo>
                  <a:pt x="66927" y="5284"/>
                  <a:pt x="68641" y="5207"/>
                  <a:pt x="70246" y="5600"/>
                </a:cubicBezTo>
                <a:cubicBezTo>
                  <a:pt x="70639" y="5306"/>
                  <a:pt x="70999" y="5000"/>
                  <a:pt x="71490" y="4803"/>
                </a:cubicBezTo>
                <a:cubicBezTo>
                  <a:pt x="70617" y="3897"/>
                  <a:pt x="69241" y="4126"/>
                  <a:pt x="68029" y="4017"/>
                </a:cubicBezTo>
                <a:cubicBezTo>
                  <a:pt x="69208" y="3777"/>
                  <a:pt x="70693" y="4268"/>
                  <a:pt x="71578" y="3253"/>
                </a:cubicBezTo>
                <a:cubicBezTo>
                  <a:pt x="71316" y="3155"/>
                  <a:pt x="71108" y="3013"/>
                  <a:pt x="70868" y="2991"/>
                </a:cubicBezTo>
                <a:cubicBezTo>
                  <a:pt x="68968" y="2871"/>
                  <a:pt x="67079" y="2718"/>
                  <a:pt x="65169" y="2674"/>
                </a:cubicBezTo>
                <a:cubicBezTo>
                  <a:pt x="62985" y="2620"/>
                  <a:pt x="60813" y="2609"/>
                  <a:pt x="58629" y="2511"/>
                </a:cubicBezTo>
                <a:cubicBezTo>
                  <a:pt x="57253" y="2456"/>
                  <a:pt x="55943" y="2281"/>
                  <a:pt x="54590" y="2085"/>
                </a:cubicBezTo>
                <a:cubicBezTo>
                  <a:pt x="53225" y="1901"/>
                  <a:pt x="51854" y="1805"/>
                  <a:pt x="50482" y="1805"/>
                </a:cubicBezTo>
                <a:cubicBezTo>
                  <a:pt x="49977" y="1805"/>
                  <a:pt x="49472" y="1818"/>
                  <a:pt x="48967" y="1845"/>
                </a:cubicBezTo>
                <a:cubicBezTo>
                  <a:pt x="48826" y="1855"/>
                  <a:pt x="48686" y="1859"/>
                  <a:pt x="48547" y="1859"/>
                </a:cubicBezTo>
                <a:cubicBezTo>
                  <a:pt x="48222" y="1859"/>
                  <a:pt x="47901" y="1833"/>
                  <a:pt x="47580" y="1779"/>
                </a:cubicBezTo>
                <a:cubicBezTo>
                  <a:pt x="46455" y="1565"/>
                  <a:pt x="45313" y="1500"/>
                  <a:pt x="44166" y="1500"/>
                </a:cubicBezTo>
                <a:cubicBezTo>
                  <a:pt x="43500" y="1500"/>
                  <a:pt x="42832" y="1522"/>
                  <a:pt x="42165" y="1550"/>
                </a:cubicBezTo>
                <a:cubicBezTo>
                  <a:pt x="42091" y="1553"/>
                  <a:pt x="41954" y="1555"/>
                  <a:pt x="41771" y="1555"/>
                </a:cubicBezTo>
                <a:cubicBezTo>
                  <a:pt x="40662" y="1555"/>
                  <a:pt x="37871" y="1497"/>
                  <a:pt x="37252" y="1375"/>
                </a:cubicBezTo>
                <a:lnTo>
                  <a:pt x="37252" y="1375"/>
                </a:lnTo>
                <a:cubicBezTo>
                  <a:pt x="37866" y="1381"/>
                  <a:pt x="38472" y="1385"/>
                  <a:pt x="39074" y="1385"/>
                </a:cubicBezTo>
                <a:cubicBezTo>
                  <a:pt x="42020" y="1385"/>
                  <a:pt x="44855" y="1282"/>
                  <a:pt x="47810" y="720"/>
                </a:cubicBezTo>
                <a:cubicBezTo>
                  <a:pt x="47384" y="545"/>
                  <a:pt x="47264" y="458"/>
                  <a:pt x="47133" y="447"/>
                </a:cubicBezTo>
                <a:cubicBezTo>
                  <a:pt x="43311" y="142"/>
                  <a:pt x="39458" y="142"/>
                  <a:pt x="35614" y="21"/>
                </a:cubicBezTo>
                <a:cubicBezTo>
                  <a:pt x="35150" y="7"/>
                  <a:pt x="34679" y="1"/>
                  <a:pt x="34203" y="1"/>
                </a:cubicBezTo>
                <a:close/>
              </a:path>
            </a:pathLst>
          </a:custGeom>
          <a:solidFill>
            <a:srgbClr val="93C3E2">
              <a:alpha val="247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156;p68">
            <a:hlinkClick r:id="" action="ppaction://noaction"/>
          </p:cNvPr>
          <p:cNvSpPr/>
          <p:nvPr/>
        </p:nvSpPr>
        <p:spPr>
          <a:xfrm>
            <a:off x="3235850" y="1356270"/>
            <a:ext cx="1469359" cy="527725"/>
          </a:xfrm>
          <a:custGeom>
            <a:avLst/>
            <a:gdLst/>
            <a:ahLst/>
            <a:cxnLst/>
            <a:rect l="l" t="t" r="r" b="b"/>
            <a:pathLst>
              <a:path w="73303" h="26327" extrusionOk="0">
                <a:moveTo>
                  <a:pt x="17415" y="3013"/>
                </a:moveTo>
                <a:lnTo>
                  <a:pt x="17415" y="3078"/>
                </a:lnTo>
                <a:lnTo>
                  <a:pt x="10143" y="3078"/>
                </a:lnTo>
                <a:lnTo>
                  <a:pt x="10143" y="3013"/>
                </a:lnTo>
                <a:close/>
                <a:moveTo>
                  <a:pt x="32852" y="3002"/>
                </a:moveTo>
                <a:cubicBezTo>
                  <a:pt x="32841" y="3035"/>
                  <a:pt x="32830" y="3057"/>
                  <a:pt x="32820" y="3089"/>
                </a:cubicBezTo>
                <a:lnTo>
                  <a:pt x="23922" y="3089"/>
                </a:lnTo>
                <a:lnTo>
                  <a:pt x="23922" y="3002"/>
                </a:lnTo>
                <a:close/>
                <a:moveTo>
                  <a:pt x="40156" y="3089"/>
                </a:moveTo>
                <a:lnTo>
                  <a:pt x="40156" y="3231"/>
                </a:lnTo>
                <a:lnTo>
                  <a:pt x="34020" y="3231"/>
                </a:lnTo>
                <a:lnTo>
                  <a:pt x="34020" y="3089"/>
                </a:lnTo>
                <a:close/>
                <a:moveTo>
                  <a:pt x="20119" y="4238"/>
                </a:moveTo>
                <a:cubicBezTo>
                  <a:pt x="22779" y="4238"/>
                  <a:pt x="25439" y="4323"/>
                  <a:pt x="28103" y="4421"/>
                </a:cubicBezTo>
                <a:lnTo>
                  <a:pt x="13965" y="4421"/>
                </a:lnTo>
                <a:cubicBezTo>
                  <a:pt x="16017" y="4288"/>
                  <a:pt x="18068" y="4238"/>
                  <a:pt x="20119" y="4238"/>
                </a:cubicBezTo>
                <a:close/>
                <a:moveTo>
                  <a:pt x="70758" y="11818"/>
                </a:moveTo>
                <a:lnTo>
                  <a:pt x="70758" y="11818"/>
                </a:lnTo>
                <a:cubicBezTo>
                  <a:pt x="70762" y="11823"/>
                  <a:pt x="70766" y="11829"/>
                  <a:pt x="70770" y="11834"/>
                </a:cubicBezTo>
                <a:cubicBezTo>
                  <a:pt x="70765" y="11828"/>
                  <a:pt x="70761" y="11822"/>
                  <a:pt x="70758" y="11818"/>
                </a:cubicBezTo>
                <a:close/>
                <a:moveTo>
                  <a:pt x="59371" y="12984"/>
                </a:moveTo>
                <a:cubicBezTo>
                  <a:pt x="61736" y="12984"/>
                  <a:pt x="64099" y="13246"/>
                  <a:pt x="66458" y="13276"/>
                </a:cubicBezTo>
                <a:lnTo>
                  <a:pt x="57679" y="13276"/>
                </a:lnTo>
                <a:lnTo>
                  <a:pt x="57679" y="13035"/>
                </a:lnTo>
                <a:cubicBezTo>
                  <a:pt x="58243" y="12999"/>
                  <a:pt x="58807" y="12984"/>
                  <a:pt x="59371" y="12984"/>
                </a:cubicBezTo>
                <a:close/>
                <a:moveTo>
                  <a:pt x="52670" y="17245"/>
                </a:moveTo>
                <a:cubicBezTo>
                  <a:pt x="53494" y="17245"/>
                  <a:pt x="54317" y="17250"/>
                  <a:pt x="55140" y="17250"/>
                </a:cubicBezTo>
                <a:cubicBezTo>
                  <a:pt x="55295" y="17250"/>
                  <a:pt x="55450" y="17250"/>
                  <a:pt x="55605" y="17250"/>
                </a:cubicBezTo>
                <a:lnTo>
                  <a:pt x="55605" y="17250"/>
                </a:lnTo>
                <a:lnTo>
                  <a:pt x="42864" y="18079"/>
                </a:lnTo>
                <a:cubicBezTo>
                  <a:pt x="46057" y="17321"/>
                  <a:pt x="49361" y="17245"/>
                  <a:pt x="52670" y="17245"/>
                </a:cubicBezTo>
                <a:close/>
                <a:moveTo>
                  <a:pt x="2556" y="9487"/>
                </a:moveTo>
                <a:cubicBezTo>
                  <a:pt x="2676" y="12533"/>
                  <a:pt x="3636" y="15383"/>
                  <a:pt x="4728" y="18330"/>
                </a:cubicBezTo>
                <a:cubicBezTo>
                  <a:pt x="3429" y="17162"/>
                  <a:pt x="1726" y="10393"/>
                  <a:pt x="2545" y="9487"/>
                </a:cubicBezTo>
                <a:close/>
                <a:moveTo>
                  <a:pt x="10089" y="22173"/>
                </a:moveTo>
                <a:lnTo>
                  <a:pt x="10089" y="22173"/>
                </a:lnTo>
                <a:cubicBezTo>
                  <a:pt x="10657" y="23134"/>
                  <a:pt x="11879" y="23407"/>
                  <a:pt x="12917" y="23866"/>
                </a:cubicBezTo>
                <a:cubicBezTo>
                  <a:pt x="12655" y="24065"/>
                  <a:pt x="12357" y="24105"/>
                  <a:pt x="12054" y="24105"/>
                </a:cubicBezTo>
                <a:cubicBezTo>
                  <a:pt x="11847" y="24105"/>
                  <a:pt x="11638" y="24087"/>
                  <a:pt x="11436" y="24087"/>
                </a:cubicBezTo>
                <a:cubicBezTo>
                  <a:pt x="11255" y="24087"/>
                  <a:pt x="11079" y="24102"/>
                  <a:pt x="10919" y="24160"/>
                </a:cubicBezTo>
                <a:cubicBezTo>
                  <a:pt x="10744" y="24488"/>
                  <a:pt x="11410" y="24543"/>
                  <a:pt x="11399" y="24837"/>
                </a:cubicBezTo>
                <a:lnTo>
                  <a:pt x="9707" y="24837"/>
                </a:lnTo>
                <a:cubicBezTo>
                  <a:pt x="9827" y="24324"/>
                  <a:pt x="10482" y="24139"/>
                  <a:pt x="10536" y="23735"/>
                </a:cubicBezTo>
                <a:cubicBezTo>
                  <a:pt x="10613" y="23222"/>
                  <a:pt x="9674" y="22916"/>
                  <a:pt x="10089" y="22173"/>
                </a:cubicBezTo>
                <a:close/>
                <a:moveTo>
                  <a:pt x="34203" y="1"/>
                </a:moveTo>
                <a:cubicBezTo>
                  <a:pt x="32890" y="1"/>
                  <a:pt x="31544" y="47"/>
                  <a:pt x="30221" y="87"/>
                </a:cubicBezTo>
                <a:cubicBezTo>
                  <a:pt x="26520" y="174"/>
                  <a:pt x="22819" y="109"/>
                  <a:pt x="19118" y="251"/>
                </a:cubicBezTo>
                <a:cubicBezTo>
                  <a:pt x="18205" y="286"/>
                  <a:pt x="17289" y="296"/>
                  <a:pt x="16371" y="296"/>
                </a:cubicBezTo>
                <a:cubicBezTo>
                  <a:pt x="14995" y="296"/>
                  <a:pt x="13615" y="273"/>
                  <a:pt x="12240" y="273"/>
                </a:cubicBezTo>
                <a:lnTo>
                  <a:pt x="9652" y="273"/>
                </a:lnTo>
                <a:cubicBezTo>
                  <a:pt x="9870" y="520"/>
                  <a:pt x="10185" y="659"/>
                  <a:pt x="10519" y="659"/>
                </a:cubicBezTo>
                <a:cubicBezTo>
                  <a:pt x="10553" y="659"/>
                  <a:pt x="10589" y="658"/>
                  <a:pt x="10624" y="655"/>
                </a:cubicBezTo>
                <a:cubicBezTo>
                  <a:pt x="11278" y="621"/>
                  <a:pt x="11929" y="608"/>
                  <a:pt x="12580" y="608"/>
                </a:cubicBezTo>
                <a:cubicBezTo>
                  <a:pt x="13820" y="608"/>
                  <a:pt x="15059" y="655"/>
                  <a:pt x="16312" y="698"/>
                </a:cubicBezTo>
                <a:cubicBezTo>
                  <a:pt x="16974" y="725"/>
                  <a:pt x="17638" y="736"/>
                  <a:pt x="18303" y="736"/>
                </a:cubicBezTo>
                <a:cubicBezTo>
                  <a:pt x="20093" y="736"/>
                  <a:pt x="21890" y="659"/>
                  <a:pt x="23681" y="611"/>
                </a:cubicBezTo>
                <a:cubicBezTo>
                  <a:pt x="25446" y="573"/>
                  <a:pt x="27209" y="561"/>
                  <a:pt x="28971" y="561"/>
                </a:cubicBezTo>
                <a:cubicBezTo>
                  <a:pt x="31712" y="561"/>
                  <a:pt x="34453" y="589"/>
                  <a:pt x="37198" y="589"/>
                </a:cubicBezTo>
                <a:cubicBezTo>
                  <a:pt x="38179" y="589"/>
                  <a:pt x="39116" y="801"/>
                  <a:pt x="40096" y="812"/>
                </a:cubicBezTo>
                <a:lnTo>
                  <a:pt x="40096" y="812"/>
                </a:lnTo>
                <a:cubicBezTo>
                  <a:pt x="32806" y="912"/>
                  <a:pt x="25527" y="1218"/>
                  <a:pt x="18285" y="1218"/>
                </a:cubicBezTo>
                <a:cubicBezTo>
                  <a:pt x="15540" y="1218"/>
                  <a:pt x="12800" y="1174"/>
                  <a:pt x="10067" y="1059"/>
                </a:cubicBezTo>
                <a:lnTo>
                  <a:pt x="10067" y="1059"/>
                </a:lnTo>
                <a:cubicBezTo>
                  <a:pt x="9718" y="1364"/>
                  <a:pt x="10285" y="1332"/>
                  <a:pt x="10165" y="1605"/>
                </a:cubicBezTo>
                <a:cubicBezTo>
                  <a:pt x="10102" y="1602"/>
                  <a:pt x="10039" y="1600"/>
                  <a:pt x="9977" y="1600"/>
                </a:cubicBezTo>
                <a:cubicBezTo>
                  <a:pt x="9132" y="1600"/>
                  <a:pt x="8294" y="1841"/>
                  <a:pt x="7418" y="1841"/>
                </a:cubicBezTo>
                <a:cubicBezTo>
                  <a:pt x="7116" y="1841"/>
                  <a:pt x="6810" y="1812"/>
                  <a:pt x="6497" y="1736"/>
                </a:cubicBezTo>
                <a:cubicBezTo>
                  <a:pt x="6351" y="1702"/>
                  <a:pt x="6204" y="1686"/>
                  <a:pt x="6063" y="1686"/>
                </a:cubicBezTo>
                <a:cubicBezTo>
                  <a:pt x="5752" y="1686"/>
                  <a:pt x="5472" y="1764"/>
                  <a:pt x="5307" y="1899"/>
                </a:cubicBezTo>
                <a:cubicBezTo>
                  <a:pt x="5012" y="2129"/>
                  <a:pt x="4979" y="2543"/>
                  <a:pt x="5329" y="2762"/>
                </a:cubicBezTo>
                <a:cubicBezTo>
                  <a:pt x="5613" y="2936"/>
                  <a:pt x="5634" y="3002"/>
                  <a:pt x="5416" y="3188"/>
                </a:cubicBezTo>
                <a:cubicBezTo>
                  <a:pt x="4903" y="3624"/>
                  <a:pt x="5187" y="3777"/>
                  <a:pt x="5885" y="3952"/>
                </a:cubicBezTo>
                <a:cubicBezTo>
                  <a:pt x="6366" y="4061"/>
                  <a:pt x="6857" y="4028"/>
                  <a:pt x="7414" y="4126"/>
                </a:cubicBezTo>
                <a:cubicBezTo>
                  <a:pt x="6923" y="4301"/>
                  <a:pt x="7086" y="4498"/>
                  <a:pt x="7392" y="4727"/>
                </a:cubicBezTo>
                <a:cubicBezTo>
                  <a:pt x="6761" y="4634"/>
                  <a:pt x="6173" y="4529"/>
                  <a:pt x="5615" y="4529"/>
                </a:cubicBezTo>
                <a:cubicBezTo>
                  <a:pt x="5121" y="4529"/>
                  <a:pt x="4650" y="4612"/>
                  <a:pt x="4193" y="4858"/>
                </a:cubicBezTo>
                <a:cubicBezTo>
                  <a:pt x="4433" y="5120"/>
                  <a:pt x="4979" y="4945"/>
                  <a:pt x="5045" y="5273"/>
                </a:cubicBezTo>
                <a:cubicBezTo>
                  <a:pt x="4533" y="5524"/>
                  <a:pt x="4087" y="5657"/>
                  <a:pt x="3677" y="5657"/>
                </a:cubicBezTo>
                <a:cubicBezTo>
                  <a:pt x="3194" y="5657"/>
                  <a:pt x="2762" y="5472"/>
                  <a:pt x="2337" y="5076"/>
                </a:cubicBezTo>
                <a:cubicBezTo>
                  <a:pt x="1595" y="6212"/>
                  <a:pt x="1802" y="7380"/>
                  <a:pt x="1224" y="8439"/>
                </a:cubicBezTo>
                <a:cubicBezTo>
                  <a:pt x="1003" y="8423"/>
                  <a:pt x="806" y="8210"/>
                  <a:pt x="529" y="8210"/>
                </a:cubicBezTo>
                <a:cubicBezTo>
                  <a:pt x="436" y="8210"/>
                  <a:pt x="334" y="8234"/>
                  <a:pt x="219" y="8297"/>
                </a:cubicBezTo>
                <a:cubicBezTo>
                  <a:pt x="1" y="8930"/>
                  <a:pt x="1038" y="8810"/>
                  <a:pt x="1333" y="9138"/>
                </a:cubicBezTo>
                <a:cubicBezTo>
                  <a:pt x="1420" y="10470"/>
                  <a:pt x="1507" y="11791"/>
                  <a:pt x="1780" y="13123"/>
                </a:cubicBezTo>
                <a:cubicBezTo>
                  <a:pt x="2359" y="15929"/>
                  <a:pt x="3560" y="18625"/>
                  <a:pt x="4706" y="21322"/>
                </a:cubicBezTo>
                <a:cubicBezTo>
                  <a:pt x="5340" y="22839"/>
                  <a:pt x="6573" y="24095"/>
                  <a:pt x="8844" y="24805"/>
                </a:cubicBezTo>
                <a:cubicBezTo>
                  <a:pt x="9412" y="24979"/>
                  <a:pt x="10078" y="25099"/>
                  <a:pt x="10547" y="25416"/>
                </a:cubicBezTo>
                <a:cubicBezTo>
                  <a:pt x="10471" y="25602"/>
                  <a:pt x="10100" y="25667"/>
                  <a:pt x="10198" y="25940"/>
                </a:cubicBezTo>
                <a:cubicBezTo>
                  <a:pt x="11105" y="26129"/>
                  <a:pt x="12029" y="26326"/>
                  <a:pt x="12997" y="26326"/>
                </a:cubicBezTo>
                <a:cubicBezTo>
                  <a:pt x="13148" y="26326"/>
                  <a:pt x="13299" y="26322"/>
                  <a:pt x="13451" y="26311"/>
                </a:cubicBezTo>
                <a:cubicBezTo>
                  <a:pt x="15220" y="26180"/>
                  <a:pt x="17000" y="26049"/>
                  <a:pt x="18747" y="25831"/>
                </a:cubicBezTo>
                <a:cubicBezTo>
                  <a:pt x="20941" y="25558"/>
                  <a:pt x="23168" y="25482"/>
                  <a:pt x="25352" y="25296"/>
                </a:cubicBezTo>
                <a:cubicBezTo>
                  <a:pt x="27546" y="25121"/>
                  <a:pt x="29741" y="24925"/>
                  <a:pt x="31935" y="24739"/>
                </a:cubicBezTo>
                <a:cubicBezTo>
                  <a:pt x="34206" y="24543"/>
                  <a:pt x="36510" y="24455"/>
                  <a:pt x="38781" y="24237"/>
                </a:cubicBezTo>
                <a:cubicBezTo>
                  <a:pt x="41947" y="23931"/>
                  <a:pt x="45135" y="23800"/>
                  <a:pt x="48312" y="23615"/>
                </a:cubicBezTo>
                <a:cubicBezTo>
                  <a:pt x="49305" y="23549"/>
                  <a:pt x="50397" y="23582"/>
                  <a:pt x="51249" y="22970"/>
                </a:cubicBezTo>
                <a:lnTo>
                  <a:pt x="50004" y="22479"/>
                </a:lnTo>
                <a:cubicBezTo>
                  <a:pt x="50605" y="22152"/>
                  <a:pt x="50255" y="21715"/>
                  <a:pt x="50080" y="21442"/>
                </a:cubicBezTo>
                <a:cubicBezTo>
                  <a:pt x="49960" y="21252"/>
                  <a:pt x="49729" y="21214"/>
                  <a:pt x="49456" y="21214"/>
                </a:cubicBezTo>
                <a:cubicBezTo>
                  <a:pt x="49266" y="21214"/>
                  <a:pt x="49057" y="21232"/>
                  <a:pt x="48851" y="21232"/>
                </a:cubicBezTo>
                <a:cubicBezTo>
                  <a:pt x="48654" y="21232"/>
                  <a:pt x="48460" y="21215"/>
                  <a:pt x="48290" y="21147"/>
                </a:cubicBezTo>
                <a:cubicBezTo>
                  <a:pt x="51576" y="20732"/>
                  <a:pt x="54884" y="20558"/>
                  <a:pt x="58312" y="19848"/>
                </a:cubicBezTo>
                <a:cubicBezTo>
                  <a:pt x="57494" y="19542"/>
                  <a:pt x="56893" y="19772"/>
                  <a:pt x="56380" y="19542"/>
                </a:cubicBezTo>
                <a:cubicBezTo>
                  <a:pt x="56620" y="19149"/>
                  <a:pt x="57384" y="19237"/>
                  <a:pt x="57646" y="18822"/>
                </a:cubicBezTo>
                <a:lnTo>
                  <a:pt x="57646" y="18822"/>
                </a:lnTo>
                <a:cubicBezTo>
                  <a:pt x="56391" y="18964"/>
                  <a:pt x="55179" y="18964"/>
                  <a:pt x="53989" y="19051"/>
                </a:cubicBezTo>
                <a:cubicBezTo>
                  <a:pt x="53234" y="19098"/>
                  <a:pt x="52479" y="19198"/>
                  <a:pt x="51756" y="19198"/>
                </a:cubicBezTo>
                <a:cubicBezTo>
                  <a:pt x="50954" y="19198"/>
                  <a:pt x="50191" y="19074"/>
                  <a:pt x="49513" y="18614"/>
                </a:cubicBezTo>
                <a:cubicBezTo>
                  <a:pt x="50528" y="18270"/>
                  <a:pt x="51601" y="18208"/>
                  <a:pt x="52693" y="18208"/>
                </a:cubicBezTo>
                <a:cubicBezTo>
                  <a:pt x="53320" y="18208"/>
                  <a:pt x="53954" y="18228"/>
                  <a:pt x="54588" y="18228"/>
                </a:cubicBezTo>
                <a:cubicBezTo>
                  <a:pt x="55056" y="18228"/>
                  <a:pt x="55523" y="18217"/>
                  <a:pt x="55987" y="18178"/>
                </a:cubicBezTo>
                <a:cubicBezTo>
                  <a:pt x="55867" y="17741"/>
                  <a:pt x="55255" y="18036"/>
                  <a:pt x="55026" y="17774"/>
                </a:cubicBezTo>
                <a:cubicBezTo>
                  <a:pt x="55528" y="17468"/>
                  <a:pt x="56304" y="17599"/>
                  <a:pt x="56849" y="17282"/>
                </a:cubicBezTo>
                <a:lnTo>
                  <a:pt x="55856" y="16573"/>
                </a:lnTo>
                <a:cubicBezTo>
                  <a:pt x="56380" y="16409"/>
                  <a:pt x="57035" y="16518"/>
                  <a:pt x="57374" y="16038"/>
                </a:cubicBezTo>
                <a:cubicBezTo>
                  <a:pt x="57069" y="15902"/>
                  <a:pt x="56761" y="15858"/>
                  <a:pt x="56448" y="15858"/>
                </a:cubicBezTo>
                <a:cubicBezTo>
                  <a:pt x="55877" y="15858"/>
                  <a:pt x="55293" y="16004"/>
                  <a:pt x="54696" y="16004"/>
                </a:cubicBezTo>
                <a:cubicBezTo>
                  <a:pt x="54412" y="16004"/>
                  <a:pt x="54126" y="15971"/>
                  <a:pt x="53836" y="15874"/>
                </a:cubicBezTo>
                <a:cubicBezTo>
                  <a:pt x="55780" y="15634"/>
                  <a:pt x="57614" y="15415"/>
                  <a:pt x="59230" y="14760"/>
                </a:cubicBezTo>
                <a:cubicBezTo>
                  <a:pt x="58913" y="14214"/>
                  <a:pt x="58203" y="14520"/>
                  <a:pt x="57646" y="14313"/>
                </a:cubicBezTo>
                <a:cubicBezTo>
                  <a:pt x="58566" y="14190"/>
                  <a:pt x="59275" y="13772"/>
                  <a:pt x="60158" y="13772"/>
                </a:cubicBezTo>
                <a:cubicBezTo>
                  <a:pt x="60219" y="13772"/>
                  <a:pt x="60280" y="13774"/>
                  <a:pt x="60343" y="13778"/>
                </a:cubicBezTo>
                <a:cubicBezTo>
                  <a:pt x="61837" y="13882"/>
                  <a:pt x="63330" y="13946"/>
                  <a:pt x="64823" y="13946"/>
                </a:cubicBezTo>
                <a:cubicBezTo>
                  <a:pt x="66147" y="13946"/>
                  <a:pt x="67470" y="13896"/>
                  <a:pt x="68794" y="13778"/>
                </a:cubicBezTo>
                <a:cubicBezTo>
                  <a:pt x="69066" y="13778"/>
                  <a:pt x="69339" y="13789"/>
                  <a:pt x="69612" y="13832"/>
                </a:cubicBezTo>
                <a:cubicBezTo>
                  <a:pt x="69828" y="13848"/>
                  <a:pt x="70043" y="13856"/>
                  <a:pt x="70261" y="13856"/>
                </a:cubicBezTo>
                <a:cubicBezTo>
                  <a:pt x="71098" y="13856"/>
                  <a:pt x="71963" y="13739"/>
                  <a:pt x="72986" y="13505"/>
                </a:cubicBezTo>
                <a:lnTo>
                  <a:pt x="69722" y="13243"/>
                </a:lnTo>
                <a:cubicBezTo>
                  <a:pt x="70562" y="12992"/>
                  <a:pt x="71305" y="12970"/>
                  <a:pt x="72036" y="12872"/>
                </a:cubicBezTo>
                <a:cubicBezTo>
                  <a:pt x="67385" y="12544"/>
                  <a:pt x="62690" y="12817"/>
                  <a:pt x="57952" y="12402"/>
                </a:cubicBezTo>
                <a:cubicBezTo>
                  <a:pt x="58160" y="12304"/>
                  <a:pt x="58476" y="12238"/>
                  <a:pt x="58323" y="11922"/>
                </a:cubicBezTo>
                <a:lnTo>
                  <a:pt x="54513" y="11922"/>
                </a:lnTo>
                <a:cubicBezTo>
                  <a:pt x="54582" y="11733"/>
                  <a:pt x="54711" y="11713"/>
                  <a:pt x="54832" y="11713"/>
                </a:cubicBezTo>
                <a:cubicBezTo>
                  <a:pt x="54865" y="11713"/>
                  <a:pt x="54898" y="11714"/>
                  <a:pt x="54928" y="11714"/>
                </a:cubicBezTo>
                <a:cubicBezTo>
                  <a:pt x="55039" y="11714"/>
                  <a:pt x="55151" y="11713"/>
                  <a:pt x="55262" y="11713"/>
                </a:cubicBezTo>
                <a:cubicBezTo>
                  <a:pt x="56854" y="11713"/>
                  <a:pt x="58446" y="11783"/>
                  <a:pt x="60037" y="11823"/>
                </a:cubicBezTo>
                <a:cubicBezTo>
                  <a:pt x="62681" y="11896"/>
                  <a:pt x="65332" y="12052"/>
                  <a:pt x="67990" y="12052"/>
                </a:cubicBezTo>
                <a:cubicBezTo>
                  <a:pt x="68527" y="12052"/>
                  <a:pt x="69064" y="12046"/>
                  <a:pt x="69601" y="12031"/>
                </a:cubicBezTo>
                <a:cubicBezTo>
                  <a:pt x="69630" y="12032"/>
                  <a:pt x="69658" y="12032"/>
                  <a:pt x="69686" y="12032"/>
                </a:cubicBezTo>
                <a:cubicBezTo>
                  <a:pt x="69996" y="12032"/>
                  <a:pt x="70306" y="11977"/>
                  <a:pt x="70606" y="11867"/>
                </a:cubicBezTo>
                <a:cubicBezTo>
                  <a:pt x="70690" y="11832"/>
                  <a:pt x="70716" y="11802"/>
                  <a:pt x="70735" y="11802"/>
                </a:cubicBezTo>
                <a:cubicBezTo>
                  <a:pt x="70742" y="11802"/>
                  <a:pt x="70749" y="11806"/>
                  <a:pt x="70758" y="11818"/>
                </a:cubicBezTo>
                <a:lnTo>
                  <a:pt x="70758" y="11818"/>
                </a:lnTo>
                <a:cubicBezTo>
                  <a:pt x="70495" y="11458"/>
                  <a:pt x="70068" y="11635"/>
                  <a:pt x="69853" y="11463"/>
                </a:cubicBezTo>
                <a:cubicBezTo>
                  <a:pt x="71250" y="11299"/>
                  <a:pt x="71436" y="11125"/>
                  <a:pt x="71010" y="10426"/>
                </a:cubicBezTo>
                <a:cubicBezTo>
                  <a:pt x="71090" y="10314"/>
                  <a:pt x="71213" y="10277"/>
                  <a:pt x="71357" y="10277"/>
                </a:cubicBezTo>
                <a:cubicBezTo>
                  <a:pt x="71621" y="10277"/>
                  <a:pt x="71958" y="10400"/>
                  <a:pt x="72232" y="10400"/>
                </a:cubicBezTo>
                <a:cubicBezTo>
                  <a:pt x="72462" y="10400"/>
                  <a:pt x="72648" y="10314"/>
                  <a:pt x="72713" y="10000"/>
                </a:cubicBezTo>
                <a:cubicBezTo>
                  <a:pt x="71894" y="9913"/>
                  <a:pt x="71043" y="10055"/>
                  <a:pt x="70377" y="9618"/>
                </a:cubicBezTo>
                <a:cubicBezTo>
                  <a:pt x="70560" y="9504"/>
                  <a:pt x="70758" y="9466"/>
                  <a:pt x="70964" y="9466"/>
                </a:cubicBezTo>
                <a:cubicBezTo>
                  <a:pt x="71345" y="9466"/>
                  <a:pt x="71750" y="9595"/>
                  <a:pt x="72135" y="9595"/>
                </a:cubicBezTo>
                <a:cubicBezTo>
                  <a:pt x="72393" y="9595"/>
                  <a:pt x="72641" y="9537"/>
                  <a:pt x="72866" y="9345"/>
                </a:cubicBezTo>
                <a:cubicBezTo>
                  <a:pt x="71719" y="8996"/>
                  <a:pt x="70235" y="9356"/>
                  <a:pt x="69263" y="8581"/>
                </a:cubicBezTo>
                <a:lnTo>
                  <a:pt x="72495" y="8275"/>
                </a:lnTo>
                <a:cubicBezTo>
                  <a:pt x="72506" y="8210"/>
                  <a:pt x="72506" y="8144"/>
                  <a:pt x="72506" y="8068"/>
                </a:cubicBezTo>
                <a:cubicBezTo>
                  <a:pt x="72462" y="8068"/>
                  <a:pt x="72418" y="8068"/>
                  <a:pt x="72374" y="8068"/>
                </a:cubicBezTo>
                <a:cubicBezTo>
                  <a:pt x="71610" y="8068"/>
                  <a:pt x="70852" y="8058"/>
                  <a:pt x="70387" y="7697"/>
                </a:cubicBezTo>
                <a:cubicBezTo>
                  <a:pt x="70988" y="6878"/>
                  <a:pt x="72484" y="7609"/>
                  <a:pt x="73303" y="6932"/>
                </a:cubicBezTo>
                <a:cubicBezTo>
                  <a:pt x="72484" y="6528"/>
                  <a:pt x="71556" y="6638"/>
                  <a:pt x="70802" y="6408"/>
                </a:cubicBezTo>
                <a:cubicBezTo>
                  <a:pt x="71709" y="5841"/>
                  <a:pt x="70104" y="5961"/>
                  <a:pt x="70256" y="5600"/>
                </a:cubicBezTo>
                <a:lnTo>
                  <a:pt x="70256" y="5600"/>
                </a:lnTo>
                <a:cubicBezTo>
                  <a:pt x="69154" y="5644"/>
                  <a:pt x="68051" y="5685"/>
                  <a:pt x="66950" y="5685"/>
                </a:cubicBezTo>
                <a:cubicBezTo>
                  <a:pt x="65848" y="5685"/>
                  <a:pt x="64748" y="5644"/>
                  <a:pt x="63651" y="5524"/>
                </a:cubicBezTo>
                <a:cubicBezTo>
                  <a:pt x="63477" y="5506"/>
                  <a:pt x="63303" y="5498"/>
                  <a:pt x="63128" y="5498"/>
                </a:cubicBezTo>
                <a:cubicBezTo>
                  <a:pt x="62986" y="5498"/>
                  <a:pt x="62844" y="5503"/>
                  <a:pt x="62701" y="5513"/>
                </a:cubicBezTo>
                <a:cubicBezTo>
                  <a:pt x="62254" y="5527"/>
                  <a:pt x="61807" y="5533"/>
                  <a:pt x="61360" y="5533"/>
                </a:cubicBezTo>
                <a:cubicBezTo>
                  <a:pt x="59062" y="5533"/>
                  <a:pt x="56775" y="5371"/>
                  <a:pt x="54480" y="5317"/>
                </a:cubicBezTo>
                <a:cubicBezTo>
                  <a:pt x="54850" y="5028"/>
                  <a:pt x="55256" y="4855"/>
                  <a:pt x="55733" y="4855"/>
                </a:cubicBezTo>
                <a:cubicBezTo>
                  <a:pt x="55960" y="4855"/>
                  <a:pt x="56204" y="4894"/>
                  <a:pt x="56467" y="4978"/>
                </a:cubicBezTo>
                <a:cubicBezTo>
                  <a:pt x="56645" y="5020"/>
                  <a:pt x="56823" y="5036"/>
                  <a:pt x="57001" y="5036"/>
                </a:cubicBezTo>
                <a:cubicBezTo>
                  <a:pt x="57052" y="5036"/>
                  <a:pt x="57104" y="5035"/>
                  <a:pt x="57155" y="5033"/>
                </a:cubicBezTo>
                <a:cubicBezTo>
                  <a:pt x="57662" y="5012"/>
                  <a:pt x="58169" y="5004"/>
                  <a:pt x="58675" y="5004"/>
                </a:cubicBezTo>
                <a:cubicBezTo>
                  <a:pt x="60884" y="5004"/>
                  <a:pt x="63084" y="5167"/>
                  <a:pt x="65278" y="5229"/>
                </a:cubicBezTo>
                <a:cubicBezTo>
                  <a:pt x="66927" y="5284"/>
                  <a:pt x="68641" y="5207"/>
                  <a:pt x="70246" y="5600"/>
                </a:cubicBezTo>
                <a:cubicBezTo>
                  <a:pt x="70639" y="5306"/>
                  <a:pt x="70999" y="5000"/>
                  <a:pt x="71490" y="4803"/>
                </a:cubicBezTo>
                <a:cubicBezTo>
                  <a:pt x="70617" y="3897"/>
                  <a:pt x="69241" y="4126"/>
                  <a:pt x="68029" y="4017"/>
                </a:cubicBezTo>
                <a:cubicBezTo>
                  <a:pt x="69208" y="3777"/>
                  <a:pt x="70693" y="4268"/>
                  <a:pt x="71578" y="3253"/>
                </a:cubicBezTo>
                <a:cubicBezTo>
                  <a:pt x="71316" y="3155"/>
                  <a:pt x="71108" y="3013"/>
                  <a:pt x="70868" y="2991"/>
                </a:cubicBezTo>
                <a:cubicBezTo>
                  <a:pt x="68968" y="2871"/>
                  <a:pt x="67079" y="2718"/>
                  <a:pt x="65169" y="2674"/>
                </a:cubicBezTo>
                <a:cubicBezTo>
                  <a:pt x="62985" y="2620"/>
                  <a:pt x="60813" y="2609"/>
                  <a:pt x="58629" y="2511"/>
                </a:cubicBezTo>
                <a:cubicBezTo>
                  <a:pt x="57253" y="2456"/>
                  <a:pt x="55943" y="2281"/>
                  <a:pt x="54590" y="2085"/>
                </a:cubicBezTo>
                <a:cubicBezTo>
                  <a:pt x="53225" y="1901"/>
                  <a:pt x="51854" y="1805"/>
                  <a:pt x="50482" y="1805"/>
                </a:cubicBezTo>
                <a:cubicBezTo>
                  <a:pt x="49977" y="1805"/>
                  <a:pt x="49472" y="1818"/>
                  <a:pt x="48967" y="1845"/>
                </a:cubicBezTo>
                <a:cubicBezTo>
                  <a:pt x="48826" y="1855"/>
                  <a:pt x="48686" y="1859"/>
                  <a:pt x="48547" y="1859"/>
                </a:cubicBezTo>
                <a:cubicBezTo>
                  <a:pt x="48222" y="1859"/>
                  <a:pt x="47901" y="1833"/>
                  <a:pt x="47580" y="1779"/>
                </a:cubicBezTo>
                <a:cubicBezTo>
                  <a:pt x="46455" y="1565"/>
                  <a:pt x="45313" y="1500"/>
                  <a:pt x="44166" y="1500"/>
                </a:cubicBezTo>
                <a:cubicBezTo>
                  <a:pt x="43500" y="1500"/>
                  <a:pt x="42832" y="1522"/>
                  <a:pt x="42165" y="1550"/>
                </a:cubicBezTo>
                <a:cubicBezTo>
                  <a:pt x="42091" y="1553"/>
                  <a:pt x="41954" y="1555"/>
                  <a:pt x="41771" y="1555"/>
                </a:cubicBezTo>
                <a:cubicBezTo>
                  <a:pt x="40662" y="1555"/>
                  <a:pt x="37871" y="1497"/>
                  <a:pt x="37252" y="1375"/>
                </a:cubicBezTo>
                <a:lnTo>
                  <a:pt x="37252" y="1375"/>
                </a:lnTo>
                <a:cubicBezTo>
                  <a:pt x="37866" y="1381"/>
                  <a:pt x="38472" y="1385"/>
                  <a:pt x="39074" y="1385"/>
                </a:cubicBezTo>
                <a:cubicBezTo>
                  <a:pt x="42020" y="1385"/>
                  <a:pt x="44855" y="1282"/>
                  <a:pt x="47810" y="720"/>
                </a:cubicBezTo>
                <a:cubicBezTo>
                  <a:pt x="47384" y="545"/>
                  <a:pt x="47264" y="458"/>
                  <a:pt x="47133" y="447"/>
                </a:cubicBezTo>
                <a:cubicBezTo>
                  <a:pt x="43311" y="142"/>
                  <a:pt x="39458" y="142"/>
                  <a:pt x="35614" y="21"/>
                </a:cubicBezTo>
                <a:cubicBezTo>
                  <a:pt x="35150" y="7"/>
                  <a:pt x="34679" y="1"/>
                  <a:pt x="34203" y="1"/>
                </a:cubicBezTo>
                <a:close/>
              </a:path>
            </a:pathLst>
          </a:custGeom>
          <a:solidFill>
            <a:srgbClr val="93C3E2">
              <a:alpha val="247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1157;p68">
            <a:hlinkClick r:id="rId2" action="ppaction://hlinksldjump"/>
          </p:cNvPr>
          <p:cNvSpPr/>
          <p:nvPr/>
        </p:nvSpPr>
        <p:spPr>
          <a:xfrm>
            <a:off x="562775" y="1356270"/>
            <a:ext cx="1469359" cy="527725"/>
          </a:xfrm>
          <a:custGeom>
            <a:avLst/>
            <a:gdLst/>
            <a:ahLst/>
            <a:cxnLst/>
            <a:rect l="l" t="t" r="r" b="b"/>
            <a:pathLst>
              <a:path w="73303" h="26327" extrusionOk="0">
                <a:moveTo>
                  <a:pt x="17415" y="3013"/>
                </a:moveTo>
                <a:lnTo>
                  <a:pt x="17415" y="3078"/>
                </a:lnTo>
                <a:lnTo>
                  <a:pt x="10143" y="3078"/>
                </a:lnTo>
                <a:lnTo>
                  <a:pt x="10143" y="3013"/>
                </a:lnTo>
                <a:close/>
                <a:moveTo>
                  <a:pt x="32852" y="3002"/>
                </a:moveTo>
                <a:cubicBezTo>
                  <a:pt x="32841" y="3035"/>
                  <a:pt x="32830" y="3057"/>
                  <a:pt x="32820" y="3089"/>
                </a:cubicBezTo>
                <a:lnTo>
                  <a:pt x="23922" y="3089"/>
                </a:lnTo>
                <a:lnTo>
                  <a:pt x="23922" y="3002"/>
                </a:lnTo>
                <a:close/>
                <a:moveTo>
                  <a:pt x="40156" y="3089"/>
                </a:moveTo>
                <a:lnTo>
                  <a:pt x="40156" y="3231"/>
                </a:lnTo>
                <a:lnTo>
                  <a:pt x="34020" y="3231"/>
                </a:lnTo>
                <a:lnTo>
                  <a:pt x="34020" y="3089"/>
                </a:lnTo>
                <a:close/>
                <a:moveTo>
                  <a:pt x="20119" y="4238"/>
                </a:moveTo>
                <a:cubicBezTo>
                  <a:pt x="22779" y="4238"/>
                  <a:pt x="25439" y="4323"/>
                  <a:pt x="28103" y="4421"/>
                </a:cubicBezTo>
                <a:lnTo>
                  <a:pt x="13965" y="4421"/>
                </a:lnTo>
                <a:cubicBezTo>
                  <a:pt x="16017" y="4288"/>
                  <a:pt x="18068" y="4238"/>
                  <a:pt x="20119" y="4238"/>
                </a:cubicBezTo>
                <a:close/>
                <a:moveTo>
                  <a:pt x="70758" y="11818"/>
                </a:moveTo>
                <a:lnTo>
                  <a:pt x="70758" y="11818"/>
                </a:lnTo>
                <a:cubicBezTo>
                  <a:pt x="70762" y="11823"/>
                  <a:pt x="70766" y="11829"/>
                  <a:pt x="70770" y="11834"/>
                </a:cubicBezTo>
                <a:cubicBezTo>
                  <a:pt x="70765" y="11828"/>
                  <a:pt x="70761" y="11822"/>
                  <a:pt x="70758" y="11818"/>
                </a:cubicBezTo>
                <a:close/>
                <a:moveTo>
                  <a:pt x="59371" y="12984"/>
                </a:moveTo>
                <a:cubicBezTo>
                  <a:pt x="61736" y="12984"/>
                  <a:pt x="64099" y="13246"/>
                  <a:pt x="66458" y="13276"/>
                </a:cubicBezTo>
                <a:lnTo>
                  <a:pt x="57679" y="13276"/>
                </a:lnTo>
                <a:lnTo>
                  <a:pt x="57679" y="13035"/>
                </a:lnTo>
                <a:cubicBezTo>
                  <a:pt x="58243" y="12999"/>
                  <a:pt x="58807" y="12984"/>
                  <a:pt x="59371" y="12984"/>
                </a:cubicBezTo>
                <a:close/>
                <a:moveTo>
                  <a:pt x="52670" y="17245"/>
                </a:moveTo>
                <a:cubicBezTo>
                  <a:pt x="53494" y="17245"/>
                  <a:pt x="54317" y="17250"/>
                  <a:pt x="55140" y="17250"/>
                </a:cubicBezTo>
                <a:cubicBezTo>
                  <a:pt x="55295" y="17250"/>
                  <a:pt x="55450" y="17250"/>
                  <a:pt x="55605" y="17250"/>
                </a:cubicBezTo>
                <a:lnTo>
                  <a:pt x="55605" y="17250"/>
                </a:lnTo>
                <a:lnTo>
                  <a:pt x="42864" y="18079"/>
                </a:lnTo>
                <a:cubicBezTo>
                  <a:pt x="46057" y="17321"/>
                  <a:pt x="49361" y="17245"/>
                  <a:pt x="52670" y="17245"/>
                </a:cubicBezTo>
                <a:close/>
                <a:moveTo>
                  <a:pt x="2556" y="9487"/>
                </a:moveTo>
                <a:cubicBezTo>
                  <a:pt x="2676" y="12533"/>
                  <a:pt x="3636" y="15383"/>
                  <a:pt x="4728" y="18330"/>
                </a:cubicBezTo>
                <a:cubicBezTo>
                  <a:pt x="3429" y="17162"/>
                  <a:pt x="1726" y="10393"/>
                  <a:pt x="2545" y="9487"/>
                </a:cubicBezTo>
                <a:close/>
                <a:moveTo>
                  <a:pt x="10089" y="22173"/>
                </a:moveTo>
                <a:lnTo>
                  <a:pt x="10089" y="22173"/>
                </a:lnTo>
                <a:cubicBezTo>
                  <a:pt x="10657" y="23134"/>
                  <a:pt x="11879" y="23407"/>
                  <a:pt x="12917" y="23866"/>
                </a:cubicBezTo>
                <a:cubicBezTo>
                  <a:pt x="12655" y="24065"/>
                  <a:pt x="12357" y="24105"/>
                  <a:pt x="12054" y="24105"/>
                </a:cubicBezTo>
                <a:cubicBezTo>
                  <a:pt x="11847" y="24105"/>
                  <a:pt x="11638" y="24087"/>
                  <a:pt x="11436" y="24087"/>
                </a:cubicBezTo>
                <a:cubicBezTo>
                  <a:pt x="11255" y="24087"/>
                  <a:pt x="11079" y="24102"/>
                  <a:pt x="10919" y="24160"/>
                </a:cubicBezTo>
                <a:cubicBezTo>
                  <a:pt x="10744" y="24488"/>
                  <a:pt x="11410" y="24543"/>
                  <a:pt x="11399" y="24837"/>
                </a:cubicBezTo>
                <a:lnTo>
                  <a:pt x="9707" y="24837"/>
                </a:lnTo>
                <a:cubicBezTo>
                  <a:pt x="9827" y="24324"/>
                  <a:pt x="10482" y="24139"/>
                  <a:pt x="10536" y="23735"/>
                </a:cubicBezTo>
                <a:cubicBezTo>
                  <a:pt x="10613" y="23222"/>
                  <a:pt x="9674" y="22916"/>
                  <a:pt x="10089" y="22173"/>
                </a:cubicBezTo>
                <a:close/>
                <a:moveTo>
                  <a:pt x="34203" y="1"/>
                </a:moveTo>
                <a:cubicBezTo>
                  <a:pt x="32890" y="1"/>
                  <a:pt x="31544" y="47"/>
                  <a:pt x="30221" y="87"/>
                </a:cubicBezTo>
                <a:cubicBezTo>
                  <a:pt x="26520" y="174"/>
                  <a:pt x="22819" y="109"/>
                  <a:pt x="19118" y="251"/>
                </a:cubicBezTo>
                <a:cubicBezTo>
                  <a:pt x="18205" y="286"/>
                  <a:pt x="17289" y="296"/>
                  <a:pt x="16371" y="296"/>
                </a:cubicBezTo>
                <a:cubicBezTo>
                  <a:pt x="14995" y="296"/>
                  <a:pt x="13615" y="273"/>
                  <a:pt x="12240" y="273"/>
                </a:cubicBezTo>
                <a:lnTo>
                  <a:pt x="9652" y="273"/>
                </a:lnTo>
                <a:cubicBezTo>
                  <a:pt x="9870" y="520"/>
                  <a:pt x="10185" y="659"/>
                  <a:pt x="10519" y="659"/>
                </a:cubicBezTo>
                <a:cubicBezTo>
                  <a:pt x="10553" y="659"/>
                  <a:pt x="10589" y="658"/>
                  <a:pt x="10624" y="655"/>
                </a:cubicBezTo>
                <a:cubicBezTo>
                  <a:pt x="11278" y="621"/>
                  <a:pt x="11929" y="608"/>
                  <a:pt x="12580" y="608"/>
                </a:cubicBezTo>
                <a:cubicBezTo>
                  <a:pt x="13820" y="608"/>
                  <a:pt x="15059" y="655"/>
                  <a:pt x="16312" y="698"/>
                </a:cubicBezTo>
                <a:cubicBezTo>
                  <a:pt x="16974" y="725"/>
                  <a:pt x="17638" y="736"/>
                  <a:pt x="18303" y="736"/>
                </a:cubicBezTo>
                <a:cubicBezTo>
                  <a:pt x="20093" y="736"/>
                  <a:pt x="21890" y="659"/>
                  <a:pt x="23681" y="611"/>
                </a:cubicBezTo>
                <a:cubicBezTo>
                  <a:pt x="25446" y="573"/>
                  <a:pt x="27209" y="561"/>
                  <a:pt x="28971" y="561"/>
                </a:cubicBezTo>
                <a:cubicBezTo>
                  <a:pt x="31712" y="561"/>
                  <a:pt x="34453" y="589"/>
                  <a:pt x="37198" y="589"/>
                </a:cubicBezTo>
                <a:cubicBezTo>
                  <a:pt x="38179" y="589"/>
                  <a:pt x="39116" y="801"/>
                  <a:pt x="40096" y="812"/>
                </a:cubicBezTo>
                <a:lnTo>
                  <a:pt x="40096" y="812"/>
                </a:lnTo>
                <a:cubicBezTo>
                  <a:pt x="32806" y="912"/>
                  <a:pt x="25527" y="1218"/>
                  <a:pt x="18285" y="1218"/>
                </a:cubicBezTo>
                <a:cubicBezTo>
                  <a:pt x="15540" y="1218"/>
                  <a:pt x="12800" y="1174"/>
                  <a:pt x="10067" y="1059"/>
                </a:cubicBezTo>
                <a:lnTo>
                  <a:pt x="10067" y="1059"/>
                </a:lnTo>
                <a:cubicBezTo>
                  <a:pt x="9718" y="1364"/>
                  <a:pt x="10285" y="1332"/>
                  <a:pt x="10165" y="1605"/>
                </a:cubicBezTo>
                <a:cubicBezTo>
                  <a:pt x="10102" y="1602"/>
                  <a:pt x="10039" y="1600"/>
                  <a:pt x="9977" y="1600"/>
                </a:cubicBezTo>
                <a:cubicBezTo>
                  <a:pt x="9132" y="1600"/>
                  <a:pt x="8294" y="1841"/>
                  <a:pt x="7418" y="1841"/>
                </a:cubicBezTo>
                <a:cubicBezTo>
                  <a:pt x="7116" y="1841"/>
                  <a:pt x="6810" y="1812"/>
                  <a:pt x="6497" y="1736"/>
                </a:cubicBezTo>
                <a:cubicBezTo>
                  <a:pt x="6351" y="1702"/>
                  <a:pt x="6204" y="1686"/>
                  <a:pt x="6063" y="1686"/>
                </a:cubicBezTo>
                <a:cubicBezTo>
                  <a:pt x="5752" y="1686"/>
                  <a:pt x="5472" y="1764"/>
                  <a:pt x="5307" y="1899"/>
                </a:cubicBezTo>
                <a:cubicBezTo>
                  <a:pt x="5012" y="2129"/>
                  <a:pt x="4979" y="2543"/>
                  <a:pt x="5329" y="2762"/>
                </a:cubicBezTo>
                <a:cubicBezTo>
                  <a:pt x="5613" y="2936"/>
                  <a:pt x="5634" y="3002"/>
                  <a:pt x="5416" y="3188"/>
                </a:cubicBezTo>
                <a:cubicBezTo>
                  <a:pt x="4903" y="3624"/>
                  <a:pt x="5187" y="3777"/>
                  <a:pt x="5885" y="3952"/>
                </a:cubicBezTo>
                <a:cubicBezTo>
                  <a:pt x="6366" y="4061"/>
                  <a:pt x="6857" y="4028"/>
                  <a:pt x="7414" y="4126"/>
                </a:cubicBezTo>
                <a:cubicBezTo>
                  <a:pt x="6923" y="4301"/>
                  <a:pt x="7086" y="4498"/>
                  <a:pt x="7392" y="4727"/>
                </a:cubicBezTo>
                <a:cubicBezTo>
                  <a:pt x="6761" y="4634"/>
                  <a:pt x="6173" y="4529"/>
                  <a:pt x="5615" y="4529"/>
                </a:cubicBezTo>
                <a:cubicBezTo>
                  <a:pt x="5121" y="4529"/>
                  <a:pt x="4650" y="4612"/>
                  <a:pt x="4193" y="4858"/>
                </a:cubicBezTo>
                <a:cubicBezTo>
                  <a:pt x="4433" y="5120"/>
                  <a:pt x="4979" y="4945"/>
                  <a:pt x="5045" y="5273"/>
                </a:cubicBezTo>
                <a:cubicBezTo>
                  <a:pt x="4533" y="5524"/>
                  <a:pt x="4087" y="5657"/>
                  <a:pt x="3677" y="5657"/>
                </a:cubicBezTo>
                <a:cubicBezTo>
                  <a:pt x="3194" y="5657"/>
                  <a:pt x="2762" y="5472"/>
                  <a:pt x="2337" y="5076"/>
                </a:cubicBezTo>
                <a:cubicBezTo>
                  <a:pt x="1595" y="6212"/>
                  <a:pt x="1802" y="7380"/>
                  <a:pt x="1224" y="8439"/>
                </a:cubicBezTo>
                <a:cubicBezTo>
                  <a:pt x="1003" y="8423"/>
                  <a:pt x="806" y="8210"/>
                  <a:pt x="529" y="8210"/>
                </a:cubicBezTo>
                <a:cubicBezTo>
                  <a:pt x="436" y="8210"/>
                  <a:pt x="334" y="8234"/>
                  <a:pt x="219" y="8297"/>
                </a:cubicBezTo>
                <a:cubicBezTo>
                  <a:pt x="1" y="8930"/>
                  <a:pt x="1038" y="8810"/>
                  <a:pt x="1333" y="9138"/>
                </a:cubicBezTo>
                <a:cubicBezTo>
                  <a:pt x="1420" y="10470"/>
                  <a:pt x="1507" y="11791"/>
                  <a:pt x="1780" y="13123"/>
                </a:cubicBezTo>
                <a:cubicBezTo>
                  <a:pt x="2359" y="15929"/>
                  <a:pt x="3560" y="18625"/>
                  <a:pt x="4706" y="21322"/>
                </a:cubicBezTo>
                <a:cubicBezTo>
                  <a:pt x="5340" y="22839"/>
                  <a:pt x="6573" y="24095"/>
                  <a:pt x="8844" y="24805"/>
                </a:cubicBezTo>
                <a:cubicBezTo>
                  <a:pt x="9412" y="24979"/>
                  <a:pt x="10078" y="25099"/>
                  <a:pt x="10547" y="25416"/>
                </a:cubicBezTo>
                <a:cubicBezTo>
                  <a:pt x="10471" y="25602"/>
                  <a:pt x="10100" y="25667"/>
                  <a:pt x="10198" y="25940"/>
                </a:cubicBezTo>
                <a:cubicBezTo>
                  <a:pt x="11105" y="26129"/>
                  <a:pt x="12029" y="26326"/>
                  <a:pt x="12997" y="26326"/>
                </a:cubicBezTo>
                <a:cubicBezTo>
                  <a:pt x="13148" y="26326"/>
                  <a:pt x="13299" y="26322"/>
                  <a:pt x="13451" y="26311"/>
                </a:cubicBezTo>
                <a:cubicBezTo>
                  <a:pt x="15220" y="26180"/>
                  <a:pt x="17000" y="26049"/>
                  <a:pt x="18747" y="25831"/>
                </a:cubicBezTo>
                <a:cubicBezTo>
                  <a:pt x="20941" y="25558"/>
                  <a:pt x="23168" y="25482"/>
                  <a:pt x="25352" y="25296"/>
                </a:cubicBezTo>
                <a:cubicBezTo>
                  <a:pt x="27546" y="25121"/>
                  <a:pt x="29741" y="24925"/>
                  <a:pt x="31935" y="24739"/>
                </a:cubicBezTo>
                <a:cubicBezTo>
                  <a:pt x="34206" y="24543"/>
                  <a:pt x="36510" y="24455"/>
                  <a:pt x="38781" y="24237"/>
                </a:cubicBezTo>
                <a:cubicBezTo>
                  <a:pt x="41947" y="23931"/>
                  <a:pt x="45135" y="23800"/>
                  <a:pt x="48312" y="23615"/>
                </a:cubicBezTo>
                <a:cubicBezTo>
                  <a:pt x="49305" y="23549"/>
                  <a:pt x="50397" y="23582"/>
                  <a:pt x="51249" y="22970"/>
                </a:cubicBezTo>
                <a:lnTo>
                  <a:pt x="50004" y="22479"/>
                </a:lnTo>
                <a:cubicBezTo>
                  <a:pt x="50605" y="22152"/>
                  <a:pt x="50255" y="21715"/>
                  <a:pt x="50080" y="21442"/>
                </a:cubicBezTo>
                <a:cubicBezTo>
                  <a:pt x="49960" y="21252"/>
                  <a:pt x="49729" y="21214"/>
                  <a:pt x="49456" y="21214"/>
                </a:cubicBezTo>
                <a:cubicBezTo>
                  <a:pt x="49266" y="21214"/>
                  <a:pt x="49057" y="21232"/>
                  <a:pt x="48851" y="21232"/>
                </a:cubicBezTo>
                <a:cubicBezTo>
                  <a:pt x="48654" y="21232"/>
                  <a:pt x="48460" y="21215"/>
                  <a:pt x="48290" y="21147"/>
                </a:cubicBezTo>
                <a:cubicBezTo>
                  <a:pt x="51576" y="20732"/>
                  <a:pt x="54884" y="20558"/>
                  <a:pt x="58312" y="19848"/>
                </a:cubicBezTo>
                <a:cubicBezTo>
                  <a:pt x="57494" y="19542"/>
                  <a:pt x="56893" y="19772"/>
                  <a:pt x="56380" y="19542"/>
                </a:cubicBezTo>
                <a:cubicBezTo>
                  <a:pt x="56620" y="19149"/>
                  <a:pt x="57384" y="19237"/>
                  <a:pt x="57646" y="18822"/>
                </a:cubicBezTo>
                <a:lnTo>
                  <a:pt x="57646" y="18822"/>
                </a:lnTo>
                <a:cubicBezTo>
                  <a:pt x="56391" y="18964"/>
                  <a:pt x="55179" y="18964"/>
                  <a:pt x="53989" y="19051"/>
                </a:cubicBezTo>
                <a:cubicBezTo>
                  <a:pt x="53234" y="19098"/>
                  <a:pt x="52479" y="19198"/>
                  <a:pt x="51756" y="19198"/>
                </a:cubicBezTo>
                <a:cubicBezTo>
                  <a:pt x="50954" y="19198"/>
                  <a:pt x="50191" y="19074"/>
                  <a:pt x="49513" y="18614"/>
                </a:cubicBezTo>
                <a:cubicBezTo>
                  <a:pt x="50528" y="18270"/>
                  <a:pt x="51601" y="18208"/>
                  <a:pt x="52693" y="18208"/>
                </a:cubicBezTo>
                <a:cubicBezTo>
                  <a:pt x="53320" y="18208"/>
                  <a:pt x="53954" y="18228"/>
                  <a:pt x="54588" y="18228"/>
                </a:cubicBezTo>
                <a:cubicBezTo>
                  <a:pt x="55056" y="18228"/>
                  <a:pt x="55523" y="18217"/>
                  <a:pt x="55987" y="18178"/>
                </a:cubicBezTo>
                <a:cubicBezTo>
                  <a:pt x="55867" y="17741"/>
                  <a:pt x="55255" y="18036"/>
                  <a:pt x="55026" y="17774"/>
                </a:cubicBezTo>
                <a:cubicBezTo>
                  <a:pt x="55528" y="17468"/>
                  <a:pt x="56304" y="17599"/>
                  <a:pt x="56849" y="17282"/>
                </a:cubicBezTo>
                <a:lnTo>
                  <a:pt x="55856" y="16573"/>
                </a:lnTo>
                <a:cubicBezTo>
                  <a:pt x="56380" y="16409"/>
                  <a:pt x="57035" y="16518"/>
                  <a:pt x="57374" y="16038"/>
                </a:cubicBezTo>
                <a:cubicBezTo>
                  <a:pt x="57069" y="15902"/>
                  <a:pt x="56761" y="15858"/>
                  <a:pt x="56448" y="15858"/>
                </a:cubicBezTo>
                <a:cubicBezTo>
                  <a:pt x="55877" y="15858"/>
                  <a:pt x="55293" y="16004"/>
                  <a:pt x="54696" y="16004"/>
                </a:cubicBezTo>
                <a:cubicBezTo>
                  <a:pt x="54412" y="16004"/>
                  <a:pt x="54126" y="15971"/>
                  <a:pt x="53836" y="15874"/>
                </a:cubicBezTo>
                <a:cubicBezTo>
                  <a:pt x="55780" y="15634"/>
                  <a:pt x="57614" y="15415"/>
                  <a:pt x="59230" y="14760"/>
                </a:cubicBezTo>
                <a:cubicBezTo>
                  <a:pt x="58913" y="14214"/>
                  <a:pt x="58203" y="14520"/>
                  <a:pt x="57646" y="14313"/>
                </a:cubicBezTo>
                <a:cubicBezTo>
                  <a:pt x="58566" y="14190"/>
                  <a:pt x="59275" y="13772"/>
                  <a:pt x="60158" y="13772"/>
                </a:cubicBezTo>
                <a:cubicBezTo>
                  <a:pt x="60219" y="13772"/>
                  <a:pt x="60280" y="13774"/>
                  <a:pt x="60343" y="13778"/>
                </a:cubicBezTo>
                <a:cubicBezTo>
                  <a:pt x="61837" y="13882"/>
                  <a:pt x="63330" y="13946"/>
                  <a:pt x="64823" y="13946"/>
                </a:cubicBezTo>
                <a:cubicBezTo>
                  <a:pt x="66147" y="13946"/>
                  <a:pt x="67470" y="13896"/>
                  <a:pt x="68794" y="13778"/>
                </a:cubicBezTo>
                <a:cubicBezTo>
                  <a:pt x="69066" y="13778"/>
                  <a:pt x="69339" y="13789"/>
                  <a:pt x="69612" y="13832"/>
                </a:cubicBezTo>
                <a:cubicBezTo>
                  <a:pt x="69828" y="13848"/>
                  <a:pt x="70043" y="13856"/>
                  <a:pt x="70261" y="13856"/>
                </a:cubicBezTo>
                <a:cubicBezTo>
                  <a:pt x="71098" y="13856"/>
                  <a:pt x="71963" y="13739"/>
                  <a:pt x="72986" y="13505"/>
                </a:cubicBezTo>
                <a:lnTo>
                  <a:pt x="69722" y="13243"/>
                </a:lnTo>
                <a:cubicBezTo>
                  <a:pt x="70562" y="12992"/>
                  <a:pt x="71305" y="12970"/>
                  <a:pt x="72036" y="12872"/>
                </a:cubicBezTo>
                <a:cubicBezTo>
                  <a:pt x="67385" y="12544"/>
                  <a:pt x="62690" y="12817"/>
                  <a:pt x="57952" y="12402"/>
                </a:cubicBezTo>
                <a:cubicBezTo>
                  <a:pt x="58160" y="12304"/>
                  <a:pt x="58476" y="12238"/>
                  <a:pt x="58323" y="11922"/>
                </a:cubicBezTo>
                <a:lnTo>
                  <a:pt x="54513" y="11922"/>
                </a:lnTo>
                <a:cubicBezTo>
                  <a:pt x="54582" y="11733"/>
                  <a:pt x="54711" y="11713"/>
                  <a:pt x="54832" y="11713"/>
                </a:cubicBezTo>
                <a:cubicBezTo>
                  <a:pt x="54865" y="11713"/>
                  <a:pt x="54898" y="11714"/>
                  <a:pt x="54928" y="11714"/>
                </a:cubicBezTo>
                <a:cubicBezTo>
                  <a:pt x="55039" y="11714"/>
                  <a:pt x="55151" y="11713"/>
                  <a:pt x="55262" y="11713"/>
                </a:cubicBezTo>
                <a:cubicBezTo>
                  <a:pt x="56854" y="11713"/>
                  <a:pt x="58446" y="11783"/>
                  <a:pt x="60037" y="11823"/>
                </a:cubicBezTo>
                <a:cubicBezTo>
                  <a:pt x="62681" y="11896"/>
                  <a:pt x="65332" y="12052"/>
                  <a:pt x="67990" y="12052"/>
                </a:cubicBezTo>
                <a:cubicBezTo>
                  <a:pt x="68527" y="12052"/>
                  <a:pt x="69064" y="12046"/>
                  <a:pt x="69601" y="12031"/>
                </a:cubicBezTo>
                <a:cubicBezTo>
                  <a:pt x="69630" y="12032"/>
                  <a:pt x="69658" y="12032"/>
                  <a:pt x="69686" y="12032"/>
                </a:cubicBezTo>
                <a:cubicBezTo>
                  <a:pt x="69996" y="12032"/>
                  <a:pt x="70306" y="11977"/>
                  <a:pt x="70606" y="11867"/>
                </a:cubicBezTo>
                <a:cubicBezTo>
                  <a:pt x="70690" y="11832"/>
                  <a:pt x="70716" y="11802"/>
                  <a:pt x="70735" y="11802"/>
                </a:cubicBezTo>
                <a:cubicBezTo>
                  <a:pt x="70742" y="11802"/>
                  <a:pt x="70749" y="11806"/>
                  <a:pt x="70758" y="11818"/>
                </a:cubicBezTo>
                <a:lnTo>
                  <a:pt x="70758" y="11818"/>
                </a:lnTo>
                <a:cubicBezTo>
                  <a:pt x="70495" y="11458"/>
                  <a:pt x="70068" y="11635"/>
                  <a:pt x="69853" y="11463"/>
                </a:cubicBezTo>
                <a:cubicBezTo>
                  <a:pt x="71250" y="11299"/>
                  <a:pt x="71436" y="11125"/>
                  <a:pt x="71010" y="10426"/>
                </a:cubicBezTo>
                <a:cubicBezTo>
                  <a:pt x="71090" y="10314"/>
                  <a:pt x="71213" y="10277"/>
                  <a:pt x="71357" y="10277"/>
                </a:cubicBezTo>
                <a:cubicBezTo>
                  <a:pt x="71621" y="10277"/>
                  <a:pt x="71958" y="10400"/>
                  <a:pt x="72232" y="10400"/>
                </a:cubicBezTo>
                <a:cubicBezTo>
                  <a:pt x="72462" y="10400"/>
                  <a:pt x="72648" y="10314"/>
                  <a:pt x="72713" y="10000"/>
                </a:cubicBezTo>
                <a:cubicBezTo>
                  <a:pt x="71894" y="9913"/>
                  <a:pt x="71043" y="10055"/>
                  <a:pt x="70377" y="9618"/>
                </a:cubicBezTo>
                <a:cubicBezTo>
                  <a:pt x="70560" y="9504"/>
                  <a:pt x="70758" y="9466"/>
                  <a:pt x="70964" y="9466"/>
                </a:cubicBezTo>
                <a:cubicBezTo>
                  <a:pt x="71345" y="9466"/>
                  <a:pt x="71750" y="9595"/>
                  <a:pt x="72135" y="9595"/>
                </a:cubicBezTo>
                <a:cubicBezTo>
                  <a:pt x="72393" y="9595"/>
                  <a:pt x="72641" y="9537"/>
                  <a:pt x="72866" y="9345"/>
                </a:cubicBezTo>
                <a:cubicBezTo>
                  <a:pt x="71719" y="8996"/>
                  <a:pt x="70235" y="9356"/>
                  <a:pt x="69263" y="8581"/>
                </a:cubicBezTo>
                <a:lnTo>
                  <a:pt x="72495" y="8275"/>
                </a:lnTo>
                <a:cubicBezTo>
                  <a:pt x="72506" y="8210"/>
                  <a:pt x="72506" y="8144"/>
                  <a:pt x="72506" y="8068"/>
                </a:cubicBezTo>
                <a:cubicBezTo>
                  <a:pt x="72462" y="8068"/>
                  <a:pt x="72418" y="8068"/>
                  <a:pt x="72374" y="8068"/>
                </a:cubicBezTo>
                <a:cubicBezTo>
                  <a:pt x="71610" y="8068"/>
                  <a:pt x="70852" y="8058"/>
                  <a:pt x="70387" y="7697"/>
                </a:cubicBezTo>
                <a:cubicBezTo>
                  <a:pt x="70988" y="6878"/>
                  <a:pt x="72484" y="7609"/>
                  <a:pt x="73303" y="6932"/>
                </a:cubicBezTo>
                <a:cubicBezTo>
                  <a:pt x="72484" y="6528"/>
                  <a:pt x="71556" y="6638"/>
                  <a:pt x="70802" y="6408"/>
                </a:cubicBezTo>
                <a:cubicBezTo>
                  <a:pt x="71709" y="5841"/>
                  <a:pt x="70104" y="5961"/>
                  <a:pt x="70256" y="5600"/>
                </a:cubicBezTo>
                <a:lnTo>
                  <a:pt x="70256" y="5600"/>
                </a:lnTo>
                <a:cubicBezTo>
                  <a:pt x="69154" y="5644"/>
                  <a:pt x="68051" y="5685"/>
                  <a:pt x="66950" y="5685"/>
                </a:cubicBezTo>
                <a:cubicBezTo>
                  <a:pt x="65848" y="5685"/>
                  <a:pt x="64748" y="5644"/>
                  <a:pt x="63651" y="5524"/>
                </a:cubicBezTo>
                <a:cubicBezTo>
                  <a:pt x="63477" y="5506"/>
                  <a:pt x="63303" y="5498"/>
                  <a:pt x="63128" y="5498"/>
                </a:cubicBezTo>
                <a:cubicBezTo>
                  <a:pt x="62986" y="5498"/>
                  <a:pt x="62844" y="5503"/>
                  <a:pt x="62701" y="5513"/>
                </a:cubicBezTo>
                <a:cubicBezTo>
                  <a:pt x="62254" y="5527"/>
                  <a:pt x="61807" y="5533"/>
                  <a:pt x="61360" y="5533"/>
                </a:cubicBezTo>
                <a:cubicBezTo>
                  <a:pt x="59062" y="5533"/>
                  <a:pt x="56775" y="5371"/>
                  <a:pt x="54480" y="5317"/>
                </a:cubicBezTo>
                <a:cubicBezTo>
                  <a:pt x="54850" y="5028"/>
                  <a:pt x="55256" y="4855"/>
                  <a:pt x="55733" y="4855"/>
                </a:cubicBezTo>
                <a:cubicBezTo>
                  <a:pt x="55960" y="4855"/>
                  <a:pt x="56204" y="4894"/>
                  <a:pt x="56467" y="4978"/>
                </a:cubicBezTo>
                <a:cubicBezTo>
                  <a:pt x="56645" y="5020"/>
                  <a:pt x="56823" y="5036"/>
                  <a:pt x="57001" y="5036"/>
                </a:cubicBezTo>
                <a:cubicBezTo>
                  <a:pt x="57052" y="5036"/>
                  <a:pt x="57104" y="5035"/>
                  <a:pt x="57155" y="5033"/>
                </a:cubicBezTo>
                <a:cubicBezTo>
                  <a:pt x="57662" y="5012"/>
                  <a:pt x="58169" y="5004"/>
                  <a:pt x="58675" y="5004"/>
                </a:cubicBezTo>
                <a:cubicBezTo>
                  <a:pt x="60884" y="5004"/>
                  <a:pt x="63084" y="5167"/>
                  <a:pt x="65278" y="5229"/>
                </a:cubicBezTo>
                <a:cubicBezTo>
                  <a:pt x="66927" y="5284"/>
                  <a:pt x="68641" y="5207"/>
                  <a:pt x="70246" y="5600"/>
                </a:cubicBezTo>
                <a:cubicBezTo>
                  <a:pt x="70639" y="5306"/>
                  <a:pt x="70999" y="5000"/>
                  <a:pt x="71490" y="4803"/>
                </a:cubicBezTo>
                <a:cubicBezTo>
                  <a:pt x="70617" y="3897"/>
                  <a:pt x="69241" y="4126"/>
                  <a:pt x="68029" y="4017"/>
                </a:cubicBezTo>
                <a:cubicBezTo>
                  <a:pt x="69208" y="3777"/>
                  <a:pt x="70693" y="4268"/>
                  <a:pt x="71578" y="3253"/>
                </a:cubicBezTo>
                <a:cubicBezTo>
                  <a:pt x="71316" y="3155"/>
                  <a:pt x="71108" y="3013"/>
                  <a:pt x="70868" y="2991"/>
                </a:cubicBezTo>
                <a:cubicBezTo>
                  <a:pt x="68968" y="2871"/>
                  <a:pt x="67079" y="2718"/>
                  <a:pt x="65169" y="2674"/>
                </a:cubicBezTo>
                <a:cubicBezTo>
                  <a:pt x="62985" y="2620"/>
                  <a:pt x="60813" y="2609"/>
                  <a:pt x="58629" y="2511"/>
                </a:cubicBezTo>
                <a:cubicBezTo>
                  <a:pt x="57253" y="2456"/>
                  <a:pt x="55943" y="2281"/>
                  <a:pt x="54590" y="2085"/>
                </a:cubicBezTo>
                <a:cubicBezTo>
                  <a:pt x="53225" y="1901"/>
                  <a:pt x="51854" y="1805"/>
                  <a:pt x="50482" y="1805"/>
                </a:cubicBezTo>
                <a:cubicBezTo>
                  <a:pt x="49977" y="1805"/>
                  <a:pt x="49472" y="1818"/>
                  <a:pt x="48967" y="1845"/>
                </a:cubicBezTo>
                <a:cubicBezTo>
                  <a:pt x="48826" y="1855"/>
                  <a:pt x="48686" y="1859"/>
                  <a:pt x="48547" y="1859"/>
                </a:cubicBezTo>
                <a:cubicBezTo>
                  <a:pt x="48222" y="1859"/>
                  <a:pt x="47901" y="1833"/>
                  <a:pt x="47580" y="1779"/>
                </a:cubicBezTo>
                <a:cubicBezTo>
                  <a:pt x="46455" y="1565"/>
                  <a:pt x="45313" y="1500"/>
                  <a:pt x="44166" y="1500"/>
                </a:cubicBezTo>
                <a:cubicBezTo>
                  <a:pt x="43500" y="1500"/>
                  <a:pt x="42832" y="1522"/>
                  <a:pt x="42165" y="1550"/>
                </a:cubicBezTo>
                <a:cubicBezTo>
                  <a:pt x="42091" y="1553"/>
                  <a:pt x="41954" y="1555"/>
                  <a:pt x="41771" y="1555"/>
                </a:cubicBezTo>
                <a:cubicBezTo>
                  <a:pt x="40662" y="1555"/>
                  <a:pt x="37871" y="1497"/>
                  <a:pt x="37252" y="1375"/>
                </a:cubicBezTo>
                <a:lnTo>
                  <a:pt x="37252" y="1375"/>
                </a:lnTo>
                <a:cubicBezTo>
                  <a:pt x="37866" y="1381"/>
                  <a:pt x="38472" y="1385"/>
                  <a:pt x="39074" y="1385"/>
                </a:cubicBezTo>
                <a:cubicBezTo>
                  <a:pt x="42020" y="1385"/>
                  <a:pt x="44855" y="1282"/>
                  <a:pt x="47810" y="720"/>
                </a:cubicBezTo>
                <a:cubicBezTo>
                  <a:pt x="47384" y="545"/>
                  <a:pt x="47264" y="458"/>
                  <a:pt x="47133" y="447"/>
                </a:cubicBezTo>
                <a:cubicBezTo>
                  <a:pt x="43311" y="142"/>
                  <a:pt x="39458" y="142"/>
                  <a:pt x="35614" y="21"/>
                </a:cubicBezTo>
                <a:cubicBezTo>
                  <a:pt x="35150" y="7"/>
                  <a:pt x="34679" y="1"/>
                  <a:pt x="34203" y="1"/>
                </a:cubicBezTo>
                <a:close/>
              </a:path>
            </a:pathLst>
          </a:custGeom>
          <a:solidFill>
            <a:srgbClr val="93C3E2">
              <a:alpha val="247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1158;p68">
            <a:hlinkClick r:id="" action="ppaction://noaction"/>
          </p:cNvPr>
          <p:cNvSpPr/>
          <p:nvPr/>
        </p:nvSpPr>
        <p:spPr>
          <a:xfrm>
            <a:off x="5961900" y="1356270"/>
            <a:ext cx="1469359" cy="527725"/>
          </a:xfrm>
          <a:custGeom>
            <a:avLst/>
            <a:gdLst/>
            <a:ahLst/>
            <a:cxnLst/>
            <a:rect l="l" t="t" r="r" b="b"/>
            <a:pathLst>
              <a:path w="73303" h="26327" extrusionOk="0">
                <a:moveTo>
                  <a:pt x="17415" y="3013"/>
                </a:moveTo>
                <a:lnTo>
                  <a:pt x="17415" y="3078"/>
                </a:lnTo>
                <a:lnTo>
                  <a:pt x="10143" y="3078"/>
                </a:lnTo>
                <a:lnTo>
                  <a:pt x="10143" y="3013"/>
                </a:lnTo>
                <a:close/>
                <a:moveTo>
                  <a:pt x="32852" y="3002"/>
                </a:moveTo>
                <a:cubicBezTo>
                  <a:pt x="32841" y="3035"/>
                  <a:pt x="32830" y="3057"/>
                  <a:pt x="32820" y="3089"/>
                </a:cubicBezTo>
                <a:lnTo>
                  <a:pt x="23922" y="3089"/>
                </a:lnTo>
                <a:lnTo>
                  <a:pt x="23922" y="3002"/>
                </a:lnTo>
                <a:close/>
                <a:moveTo>
                  <a:pt x="40156" y="3089"/>
                </a:moveTo>
                <a:lnTo>
                  <a:pt x="40156" y="3231"/>
                </a:lnTo>
                <a:lnTo>
                  <a:pt x="34020" y="3231"/>
                </a:lnTo>
                <a:lnTo>
                  <a:pt x="34020" y="3089"/>
                </a:lnTo>
                <a:close/>
                <a:moveTo>
                  <a:pt x="20119" y="4238"/>
                </a:moveTo>
                <a:cubicBezTo>
                  <a:pt x="22779" y="4238"/>
                  <a:pt x="25439" y="4323"/>
                  <a:pt x="28103" y="4421"/>
                </a:cubicBezTo>
                <a:lnTo>
                  <a:pt x="13965" y="4421"/>
                </a:lnTo>
                <a:cubicBezTo>
                  <a:pt x="16017" y="4288"/>
                  <a:pt x="18068" y="4238"/>
                  <a:pt x="20119" y="4238"/>
                </a:cubicBezTo>
                <a:close/>
                <a:moveTo>
                  <a:pt x="70758" y="11818"/>
                </a:moveTo>
                <a:lnTo>
                  <a:pt x="70758" y="11818"/>
                </a:lnTo>
                <a:cubicBezTo>
                  <a:pt x="70762" y="11823"/>
                  <a:pt x="70766" y="11829"/>
                  <a:pt x="70770" y="11834"/>
                </a:cubicBezTo>
                <a:cubicBezTo>
                  <a:pt x="70765" y="11828"/>
                  <a:pt x="70761" y="11822"/>
                  <a:pt x="70758" y="11818"/>
                </a:cubicBezTo>
                <a:close/>
                <a:moveTo>
                  <a:pt x="59371" y="12984"/>
                </a:moveTo>
                <a:cubicBezTo>
                  <a:pt x="61736" y="12984"/>
                  <a:pt x="64099" y="13246"/>
                  <a:pt x="66458" y="13276"/>
                </a:cubicBezTo>
                <a:lnTo>
                  <a:pt x="57679" y="13276"/>
                </a:lnTo>
                <a:lnTo>
                  <a:pt x="57679" y="13035"/>
                </a:lnTo>
                <a:cubicBezTo>
                  <a:pt x="58243" y="12999"/>
                  <a:pt x="58807" y="12984"/>
                  <a:pt x="59371" y="12984"/>
                </a:cubicBezTo>
                <a:close/>
                <a:moveTo>
                  <a:pt x="52670" y="17245"/>
                </a:moveTo>
                <a:cubicBezTo>
                  <a:pt x="53494" y="17245"/>
                  <a:pt x="54317" y="17250"/>
                  <a:pt x="55140" y="17250"/>
                </a:cubicBezTo>
                <a:cubicBezTo>
                  <a:pt x="55295" y="17250"/>
                  <a:pt x="55450" y="17250"/>
                  <a:pt x="55605" y="17250"/>
                </a:cubicBezTo>
                <a:lnTo>
                  <a:pt x="55605" y="17250"/>
                </a:lnTo>
                <a:lnTo>
                  <a:pt x="42864" y="18079"/>
                </a:lnTo>
                <a:cubicBezTo>
                  <a:pt x="46057" y="17321"/>
                  <a:pt x="49361" y="17245"/>
                  <a:pt x="52670" y="17245"/>
                </a:cubicBezTo>
                <a:close/>
                <a:moveTo>
                  <a:pt x="2556" y="9487"/>
                </a:moveTo>
                <a:cubicBezTo>
                  <a:pt x="2676" y="12533"/>
                  <a:pt x="3636" y="15383"/>
                  <a:pt x="4728" y="18330"/>
                </a:cubicBezTo>
                <a:cubicBezTo>
                  <a:pt x="3429" y="17162"/>
                  <a:pt x="1726" y="10393"/>
                  <a:pt x="2545" y="9487"/>
                </a:cubicBezTo>
                <a:close/>
                <a:moveTo>
                  <a:pt x="10089" y="22173"/>
                </a:moveTo>
                <a:lnTo>
                  <a:pt x="10089" y="22173"/>
                </a:lnTo>
                <a:cubicBezTo>
                  <a:pt x="10657" y="23134"/>
                  <a:pt x="11879" y="23407"/>
                  <a:pt x="12917" y="23866"/>
                </a:cubicBezTo>
                <a:cubicBezTo>
                  <a:pt x="12655" y="24065"/>
                  <a:pt x="12357" y="24105"/>
                  <a:pt x="12054" y="24105"/>
                </a:cubicBezTo>
                <a:cubicBezTo>
                  <a:pt x="11847" y="24105"/>
                  <a:pt x="11638" y="24087"/>
                  <a:pt x="11436" y="24087"/>
                </a:cubicBezTo>
                <a:cubicBezTo>
                  <a:pt x="11255" y="24087"/>
                  <a:pt x="11079" y="24102"/>
                  <a:pt x="10919" y="24160"/>
                </a:cubicBezTo>
                <a:cubicBezTo>
                  <a:pt x="10744" y="24488"/>
                  <a:pt x="11410" y="24543"/>
                  <a:pt x="11399" y="24837"/>
                </a:cubicBezTo>
                <a:lnTo>
                  <a:pt x="9707" y="24837"/>
                </a:lnTo>
                <a:cubicBezTo>
                  <a:pt x="9827" y="24324"/>
                  <a:pt x="10482" y="24139"/>
                  <a:pt x="10536" y="23735"/>
                </a:cubicBezTo>
                <a:cubicBezTo>
                  <a:pt x="10613" y="23222"/>
                  <a:pt x="9674" y="22916"/>
                  <a:pt x="10089" y="22173"/>
                </a:cubicBezTo>
                <a:close/>
                <a:moveTo>
                  <a:pt x="34203" y="1"/>
                </a:moveTo>
                <a:cubicBezTo>
                  <a:pt x="32890" y="1"/>
                  <a:pt x="31544" y="47"/>
                  <a:pt x="30221" y="87"/>
                </a:cubicBezTo>
                <a:cubicBezTo>
                  <a:pt x="26520" y="174"/>
                  <a:pt x="22819" y="109"/>
                  <a:pt x="19118" y="251"/>
                </a:cubicBezTo>
                <a:cubicBezTo>
                  <a:pt x="18205" y="286"/>
                  <a:pt x="17289" y="296"/>
                  <a:pt x="16371" y="296"/>
                </a:cubicBezTo>
                <a:cubicBezTo>
                  <a:pt x="14995" y="296"/>
                  <a:pt x="13615" y="273"/>
                  <a:pt x="12240" y="273"/>
                </a:cubicBezTo>
                <a:lnTo>
                  <a:pt x="9652" y="273"/>
                </a:lnTo>
                <a:cubicBezTo>
                  <a:pt x="9870" y="520"/>
                  <a:pt x="10185" y="659"/>
                  <a:pt x="10519" y="659"/>
                </a:cubicBezTo>
                <a:cubicBezTo>
                  <a:pt x="10553" y="659"/>
                  <a:pt x="10589" y="658"/>
                  <a:pt x="10624" y="655"/>
                </a:cubicBezTo>
                <a:cubicBezTo>
                  <a:pt x="11278" y="621"/>
                  <a:pt x="11929" y="608"/>
                  <a:pt x="12580" y="608"/>
                </a:cubicBezTo>
                <a:cubicBezTo>
                  <a:pt x="13820" y="608"/>
                  <a:pt x="15059" y="655"/>
                  <a:pt x="16312" y="698"/>
                </a:cubicBezTo>
                <a:cubicBezTo>
                  <a:pt x="16974" y="725"/>
                  <a:pt x="17638" y="736"/>
                  <a:pt x="18303" y="736"/>
                </a:cubicBezTo>
                <a:cubicBezTo>
                  <a:pt x="20093" y="736"/>
                  <a:pt x="21890" y="659"/>
                  <a:pt x="23681" y="611"/>
                </a:cubicBezTo>
                <a:cubicBezTo>
                  <a:pt x="25446" y="573"/>
                  <a:pt x="27209" y="561"/>
                  <a:pt x="28971" y="561"/>
                </a:cubicBezTo>
                <a:cubicBezTo>
                  <a:pt x="31712" y="561"/>
                  <a:pt x="34453" y="589"/>
                  <a:pt x="37198" y="589"/>
                </a:cubicBezTo>
                <a:cubicBezTo>
                  <a:pt x="38179" y="589"/>
                  <a:pt x="39116" y="801"/>
                  <a:pt x="40096" y="812"/>
                </a:cubicBezTo>
                <a:lnTo>
                  <a:pt x="40096" y="812"/>
                </a:lnTo>
                <a:cubicBezTo>
                  <a:pt x="32806" y="912"/>
                  <a:pt x="25527" y="1218"/>
                  <a:pt x="18285" y="1218"/>
                </a:cubicBezTo>
                <a:cubicBezTo>
                  <a:pt x="15540" y="1218"/>
                  <a:pt x="12800" y="1174"/>
                  <a:pt x="10067" y="1059"/>
                </a:cubicBezTo>
                <a:lnTo>
                  <a:pt x="10067" y="1059"/>
                </a:lnTo>
                <a:cubicBezTo>
                  <a:pt x="9718" y="1364"/>
                  <a:pt x="10285" y="1332"/>
                  <a:pt x="10165" y="1605"/>
                </a:cubicBezTo>
                <a:cubicBezTo>
                  <a:pt x="10102" y="1602"/>
                  <a:pt x="10039" y="1600"/>
                  <a:pt x="9977" y="1600"/>
                </a:cubicBezTo>
                <a:cubicBezTo>
                  <a:pt x="9132" y="1600"/>
                  <a:pt x="8294" y="1841"/>
                  <a:pt x="7418" y="1841"/>
                </a:cubicBezTo>
                <a:cubicBezTo>
                  <a:pt x="7116" y="1841"/>
                  <a:pt x="6810" y="1812"/>
                  <a:pt x="6497" y="1736"/>
                </a:cubicBezTo>
                <a:cubicBezTo>
                  <a:pt x="6351" y="1702"/>
                  <a:pt x="6204" y="1686"/>
                  <a:pt x="6063" y="1686"/>
                </a:cubicBezTo>
                <a:cubicBezTo>
                  <a:pt x="5752" y="1686"/>
                  <a:pt x="5472" y="1764"/>
                  <a:pt x="5307" y="1899"/>
                </a:cubicBezTo>
                <a:cubicBezTo>
                  <a:pt x="5012" y="2129"/>
                  <a:pt x="4979" y="2543"/>
                  <a:pt x="5329" y="2762"/>
                </a:cubicBezTo>
                <a:cubicBezTo>
                  <a:pt x="5613" y="2936"/>
                  <a:pt x="5634" y="3002"/>
                  <a:pt x="5416" y="3188"/>
                </a:cubicBezTo>
                <a:cubicBezTo>
                  <a:pt x="4903" y="3624"/>
                  <a:pt x="5187" y="3777"/>
                  <a:pt x="5885" y="3952"/>
                </a:cubicBezTo>
                <a:cubicBezTo>
                  <a:pt x="6366" y="4061"/>
                  <a:pt x="6857" y="4028"/>
                  <a:pt x="7414" y="4126"/>
                </a:cubicBezTo>
                <a:cubicBezTo>
                  <a:pt x="6923" y="4301"/>
                  <a:pt x="7086" y="4498"/>
                  <a:pt x="7392" y="4727"/>
                </a:cubicBezTo>
                <a:cubicBezTo>
                  <a:pt x="6761" y="4634"/>
                  <a:pt x="6173" y="4529"/>
                  <a:pt x="5615" y="4529"/>
                </a:cubicBezTo>
                <a:cubicBezTo>
                  <a:pt x="5121" y="4529"/>
                  <a:pt x="4650" y="4612"/>
                  <a:pt x="4193" y="4858"/>
                </a:cubicBezTo>
                <a:cubicBezTo>
                  <a:pt x="4433" y="5120"/>
                  <a:pt x="4979" y="4945"/>
                  <a:pt x="5045" y="5273"/>
                </a:cubicBezTo>
                <a:cubicBezTo>
                  <a:pt x="4533" y="5524"/>
                  <a:pt x="4087" y="5657"/>
                  <a:pt x="3677" y="5657"/>
                </a:cubicBezTo>
                <a:cubicBezTo>
                  <a:pt x="3194" y="5657"/>
                  <a:pt x="2762" y="5472"/>
                  <a:pt x="2337" y="5076"/>
                </a:cubicBezTo>
                <a:cubicBezTo>
                  <a:pt x="1595" y="6212"/>
                  <a:pt x="1802" y="7380"/>
                  <a:pt x="1224" y="8439"/>
                </a:cubicBezTo>
                <a:cubicBezTo>
                  <a:pt x="1003" y="8423"/>
                  <a:pt x="806" y="8210"/>
                  <a:pt x="529" y="8210"/>
                </a:cubicBezTo>
                <a:cubicBezTo>
                  <a:pt x="436" y="8210"/>
                  <a:pt x="334" y="8234"/>
                  <a:pt x="219" y="8297"/>
                </a:cubicBezTo>
                <a:cubicBezTo>
                  <a:pt x="1" y="8930"/>
                  <a:pt x="1038" y="8810"/>
                  <a:pt x="1333" y="9138"/>
                </a:cubicBezTo>
                <a:cubicBezTo>
                  <a:pt x="1420" y="10470"/>
                  <a:pt x="1507" y="11791"/>
                  <a:pt x="1780" y="13123"/>
                </a:cubicBezTo>
                <a:cubicBezTo>
                  <a:pt x="2359" y="15929"/>
                  <a:pt x="3560" y="18625"/>
                  <a:pt x="4706" y="21322"/>
                </a:cubicBezTo>
                <a:cubicBezTo>
                  <a:pt x="5340" y="22839"/>
                  <a:pt x="6573" y="24095"/>
                  <a:pt x="8844" y="24805"/>
                </a:cubicBezTo>
                <a:cubicBezTo>
                  <a:pt x="9412" y="24979"/>
                  <a:pt x="10078" y="25099"/>
                  <a:pt x="10547" y="25416"/>
                </a:cubicBezTo>
                <a:cubicBezTo>
                  <a:pt x="10471" y="25602"/>
                  <a:pt x="10100" y="25667"/>
                  <a:pt x="10198" y="25940"/>
                </a:cubicBezTo>
                <a:cubicBezTo>
                  <a:pt x="11105" y="26129"/>
                  <a:pt x="12029" y="26326"/>
                  <a:pt x="12997" y="26326"/>
                </a:cubicBezTo>
                <a:cubicBezTo>
                  <a:pt x="13148" y="26326"/>
                  <a:pt x="13299" y="26322"/>
                  <a:pt x="13451" y="26311"/>
                </a:cubicBezTo>
                <a:cubicBezTo>
                  <a:pt x="15220" y="26180"/>
                  <a:pt x="17000" y="26049"/>
                  <a:pt x="18747" y="25831"/>
                </a:cubicBezTo>
                <a:cubicBezTo>
                  <a:pt x="20941" y="25558"/>
                  <a:pt x="23168" y="25482"/>
                  <a:pt x="25352" y="25296"/>
                </a:cubicBezTo>
                <a:cubicBezTo>
                  <a:pt x="27546" y="25121"/>
                  <a:pt x="29741" y="24925"/>
                  <a:pt x="31935" y="24739"/>
                </a:cubicBezTo>
                <a:cubicBezTo>
                  <a:pt x="34206" y="24543"/>
                  <a:pt x="36510" y="24455"/>
                  <a:pt x="38781" y="24237"/>
                </a:cubicBezTo>
                <a:cubicBezTo>
                  <a:pt x="41947" y="23931"/>
                  <a:pt x="45135" y="23800"/>
                  <a:pt x="48312" y="23615"/>
                </a:cubicBezTo>
                <a:cubicBezTo>
                  <a:pt x="49305" y="23549"/>
                  <a:pt x="50397" y="23582"/>
                  <a:pt x="51249" y="22970"/>
                </a:cubicBezTo>
                <a:lnTo>
                  <a:pt x="50004" y="22479"/>
                </a:lnTo>
                <a:cubicBezTo>
                  <a:pt x="50605" y="22152"/>
                  <a:pt x="50255" y="21715"/>
                  <a:pt x="50080" y="21442"/>
                </a:cubicBezTo>
                <a:cubicBezTo>
                  <a:pt x="49960" y="21252"/>
                  <a:pt x="49729" y="21214"/>
                  <a:pt x="49456" y="21214"/>
                </a:cubicBezTo>
                <a:cubicBezTo>
                  <a:pt x="49266" y="21214"/>
                  <a:pt x="49057" y="21232"/>
                  <a:pt x="48851" y="21232"/>
                </a:cubicBezTo>
                <a:cubicBezTo>
                  <a:pt x="48654" y="21232"/>
                  <a:pt x="48460" y="21215"/>
                  <a:pt x="48290" y="21147"/>
                </a:cubicBezTo>
                <a:cubicBezTo>
                  <a:pt x="51576" y="20732"/>
                  <a:pt x="54884" y="20558"/>
                  <a:pt x="58312" y="19848"/>
                </a:cubicBezTo>
                <a:cubicBezTo>
                  <a:pt x="57494" y="19542"/>
                  <a:pt x="56893" y="19772"/>
                  <a:pt x="56380" y="19542"/>
                </a:cubicBezTo>
                <a:cubicBezTo>
                  <a:pt x="56620" y="19149"/>
                  <a:pt x="57384" y="19237"/>
                  <a:pt x="57646" y="18822"/>
                </a:cubicBezTo>
                <a:lnTo>
                  <a:pt x="57646" y="18822"/>
                </a:lnTo>
                <a:cubicBezTo>
                  <a:pt x="56391" y="18964"/>
                  <a:pt x="55179" y="18964"/>
                  <a:pt x="53989" y="19051"/>
                </a:cubicBezTo>
                <a:cubicBezTo>
                  <a:pt x="53234" y="19098"/>
                  <a:pt x="52479" y="19198"/>
                  <a:pt x="51756" y="19198"/>
                </a:cubicBezTo>
                <a:cubicBezTo>
                  <a:pt x="50954" y="19198"/>
                  <a:pt x="50191" y="19074"/>
                  <a:pt x="49513" y="18614"/>
                </a:cubicBezTo>
                <a:cubicBezTo>
                  <a:pt x="50528" y="18270"/>
                  <a:pt x="51601" y="18208"/>
                  <a:pt x="52693" y="18208"/>
                </a:cubicBezTo>
                <a:cubicBezTo>
                  <a:pt x="53320" y="18208"/>
                  <a:pt x="53954" y="18228"/>
                  <a:pt x="54588" y="18228"/>
                </a:cubicBezTo>
                <a:cubicBezTo>
                  <a:pt x="55056" y="18228"/>
                  <a:pt x="55523" y="18217"/>
                  <a:pt x="55987" y="18178"/>
                </a:cubicBezTo>
                <a:cubicBezTo>
                  <a:pt x="55867" y="17741"/>
                  <a:pt x="55255" y="18036"/>
                  <a:pt x="55026" y="17774"/>
                </a:cubicBezTo>
                <a:cubicBezTo>
                  <a:pt x="55528" y="17468"/>
                  <a:pt x="56304" y="17599"/>
                  <a:pt x="56849" y="17282"/>
                </a:cubicBezTo>
                <a:lnTo>
                  <a:pt x="55856" y="16573"/>
                </a:lnTo>
                <a:cubicBezTo>
                  <a:pt x="56380" y="16409"/>
                  <a:pt x="57035" y="16518"/>
                  <a:pt x="57374" y="16038"/>
                </a:cubicBezTo>
                <a:cubicBezTo>
                  <a:pt x="57069" y="15902"/>
                  <a:pt x="56761" y="15858"/>
                  <a:pt x="56448" y="15858"/>
                </a:cubicBezTo>
                <a:cubicBezTo>
                  <a:pt x="55877" y="15858"/>
                  <a:pt x="55293" y="16004"/>
                  <a:pt x="54696" y="16004"/>
                </a:cubicBezTo>
                <a:cubicBezTo>
                  <a:pt x="54412" y="16004"/>
                  <a:pt x="54126" y="15971"/>
                  <a:pt x="53836" y="15874"/>
                </a:cubicBezTo>
                <a:cubicBezTo>
                  <a:pt x="55780" y="15634"/>
                  <a:pt x="57614" y="15415"/>
                  <a:pt x="59230" y="14760"/>
                </a:cubicBezTo>
                <a:cubicBezTo>
                  <a:pt x="58913" y="14214"/>
                  <a:pt x="58203" y="14520"/>
                  <a:pt x="57646" y="14313"/>
                </a:cubicBezTo>
                <a:cubicBezTo>
                  <a:pt x="58566" y="14190"/>
                  <a:pt x="59275" y="13772"/>
                  <a:pt x="60158" y="13772"/>
                </a:cubicBezTo>
                <a:cubicBezTo>
                  <a:pt x="60219" y="13772"/>
                  <a:pt x="60280" y="13774"/>
                  <a:pt x="60343" y="13778"/>
                </a:cubicBezTo>
                <a:cubicBezTo>
                  <a:pt x="61837" y="13882"/>
                  <a:pt x="63330" y="13946"/>
                  <a:pt x="64823" y="13946"/>
                </a:cubicBezTo>
                <a:cubicBezTo>
                  <a:pt x="66147" y="13946"/>
                  <a:pt x="67470" y="13896"/>
                  <a:pt x="68794" y="13778"/>
                </a:cubicBezTo>
                <a:cubicBezTo>
                  <a:pt x="69066" y="13778"/>
                  <a:pt x="69339" y="13789"/>
                  <a:pt x="69612" y="13832"/>
                </a:cubicBezTo>
                <a:cubicBezTo>
                  <a:pt x="69828" y="13848"/>
                  <a:pt x="70043" y="13856"/>
                  <a:pt x="70261" y="13856"/>
                </a:cubicBezTo>
                <a:cubicBezTo>
                  <a:pt x="71098" y="13856"/>
                  <a:pt x="71963" y="13739"/>
                  <a:pt x="72986" y="13505"/>
                </a:cubicBezTo>
                <a:lnTo>
                  <a:pt x="69722" y="13243"/>
                </a:lnTo>
                <a:cubicBezTo>
                  <a:pt x="70562" y="12992"/>
                  <a:pt x="71305" y="12970"/>
                  <a:pt x="72036" y="12872"/>
                </a:cubicBezTo>
                <a:cubicBezTo>
                  <a:pt x="67385" y="12544"/>
                  <a:pt x="62690" y="12817"/>
                  <a:pt x="57952" y="12402"/>
                </a:cubicBezTo>
                <a:cubicBezTo>
                  <a:pt x="58160" y="12304"/>
                  <a:pt x="58476" y="12238"/>
                  <a:pt x="58323" y="11922"/>
                </a:cubicBezTo>
                <a:lnTo>
                  <a:pt x="54513" y="11922"/>
                </a:lnTo>
                <a:cubicBezTo>
                  <a:pt x="54582" y="11733"/>
                  <a:pt x="54711" y="11713"/>
                  <a:pt x="54832" y="11713"/>
                </a:cubicBezTo>
                <a:cubicBezTo>
                  <a:pt x="54865" y="11713"/>
                  <a:pt x="54898" y="11714"/>
                  <a:pt x="54928" y="11714"/>
                </a:cubicBezTo>
                <a:cubicBezTo>
                  <a:pt x="55039" y="11714"/>
                  <a:pt x="55151" y="11713"/>
                  <a:pt x="55262" y="11713"/>
                </a:cubicBezTo>
                <a:cubicBezTo>
                  <a:pt x="56854" y="11713"/>
                  <a:pt x="58446" y="11783"/>
                  <a:pt x="60037" y="11823"/>
                </a:cubicBezTo>
                <a:cubicBezTo>
                  <a:pt x="62681" y="11896"/>
                  <a:pt x="65332" y="12052"/>
                  <a:pt x="67990" y="12052"/>
                </a:cubicBezTo>
                <a:cubicBezTo>
                  <a:pt x="68527" y="12052"/>
                  <a:pt x="69064" y="12046"/>
                  <a:pt x="69601" y="12031"/>
                </a:cubicBezTo>
                <a:cubicBezTo>
                  <a:pt x="69630" y="12032"/>
                  <a:pt x="69658" y="12032"/>
                  <a:pt x="69686" y="12032"/>
                </a:cubicBezTo>
                <a:cubicBezTo>
                  <a:pt x="69996" y="12032"/>
                  <a:pt x="70306" y="11977"/>
                  <a:pt x="70606" y="11867"/>
                </a:cubicBezTo>
                <a:cubicBezTo>
                  <a:pt x="70690" y="11832"/>
                  <a:pt x="70716" y="11802"/>
                  <a:pt x="70735" y="11802"/>
                </a:cubicBezTo>
                <a:cubicBezTo>
                  <a:pt x="70742" y="11802"/>
                  <a:pt x="70749" y="11806"/>
                  <a:pt x="70758" y="11818"/>
                </a:cubicBezTo>
                <a:lnTo>
                  <a:pt x="70758" y="11818"/>
                </a:lnTo>
                <a:cubicBezTo>
                  <a:pt x="70495" y="11458"/>
                  <a:pt x="70068" y="11635"/>
                  <a:pt x="69853" y="11463"/>
                </a:cubicBezTo>
                <a:cubicBezTo>
                  <a:pt x="71250" y="11299"/>
                  <a:pt x="71436" y="11125"/>
                  <a:pt x="71010" y="10426"/>
                </a:cubicBezTo>
                <a:cubicBezTo>
                  <a:pt x="71090" y="10314"/>
                  <a:pt x="71213" y="10277"/>
                  <a:pt x="71357" y="10277"/>
                </a:cubicBezTo>
                <a:cubicBezTo>
                  <a:pt x="71621" y="10277"/>
                  <a:pt x="71958" y="10400"/>
                  <a:pt x="72232" y="10400"/>
                </a:cubicBezTo>
                <a:cubicBezTo>
                  <a:pt x="72462" y="10400"/>
                  <a:pt x="72648" y="10314"/>
                  <a:pt x="72713" y="10000"/>
                </a:cubicBezTo>
                <a:cubicBezTo>
                  <a:pt x="71894" y="9913"/>
                  <a:pt x="71043" y="10055"/>
                  <a:pt x="70377" y="9618"/>
                </a:cubicBezTo>
                <a:cubicBezTo>
                  <a:pt x="70560" y="9504"/>
                  <a:pt x="70758" y="9466"/>
                  <a:pt x="70964" y="9466"/>
                </a:cubicBezTo>
                <a:cubicBezTo>
                  <a:pt x="71345" y="9466"/>
                  <a:pt x="71750" y="9595"/>
                  <a:pt x="72135" y="9595"/>
                </a:cubicBezTo>
                <a:cubicBezTo>
                  <a:pt x="72393" y="9595"/>
                  <a:pt x="72641" y="9537"/>
                  <a:pt x="72866" y="9345"/>
                </a:cubicBezTo>
                <a:cubicBezTo>
                  <a:pt x="71719" y="8996"/>
                  <a:pt x="70235" y="9356"/>
                  <a:pt x="69263" y="8581"/>
                </a:cubicBezTo>
                <a:lnTo>
                  <a:pt x="72495" y="8275"/>
                </a:lnTo>
                <a:cubicBezTo>
                  <a:pt x="72506" y="8210"/>
                  <a:pt x="72506" y="8144"/>
                  <a:pt x="72506" y="8068"/>
                </a:cubicBezTo>
                <a:cubicBezTo>
                  <a:pt x="72462" y="8068"/>
                  <a:pt x="72418" y="8068"/>
                  <a:pt x="72374" y="8068"/>
                </a:cubicBezTo>
                <a:cubicBezTo>
                  <a:pt x="71610" y="8068"/>
                  <a:pt x="70852" y="8058"/>
                  <a:pt x="70387" y="7697"/>
                </a:cubicBezTo>
                <a:cubicBezTo>
                  <a:pt x="70988" y="6878"/>
                  <a:pt x="72484" y="7609"/>
                  <a:pt x="73303" y="6932"/>
                </a:cubicBezTo>
                <a:cubicBezTo>
                  <a:pt x="72484" y="6528"/>
                  <a:pt x="71556" y="6638"/>
                  <a:pt x="70802" y="6408"/>
                </a:cubicBezTo>
                <a:cubicBezTo>
                  <a:pt x="71709" y="5841"/>
                  <a:pt x="70104" y="5961"/>
                  <a:pt x="70256" y="5600"/>
                </a:cubicBezTo>
                <a:lnTo>
                  <a:pt x="70256" y="5600"/>
                </a:lnTo>
                <a:cubicBezTo>
                  <a:pt x="69154" y="5644"/>
                  <a:pt x="68051" y="5685"/>
                  <a:pt x="66950" y="5685"/>
                </a:cubicBezTo>
                <a:cubicBezTo>
                  <a:pt x="65848" y="5685"/>
                  <a:pt x="64748" y="5644"/>
                  <a:pt x="63651" y="5524"/>
                </a:cubicBezTo>
                <a:cubicBezTo>
                  <a:pt x="63477" y="5506"/>
                  <a:pt x="63303" y="5498"/>
                  <a:pt x="63128" y="5498"/>
                </a:cubicBezTo>
                <a:cubicBezTo>
                  <a:pt x="62986" y="5498"/>
                  <a:pt x="62844" y="5503"/>
                  <a:pt x="62701" y="5513"/>
                </a:cubicBezTo>
                <a:cubicBezTo>
                  <a:pt x="62254" y="5527"/>
                  <a:pt x="61807" y="5533"/>
                  <a:pt x="61360" y="5533"/>
                </a:cubicBezTo>
                <a:cubicBezTo>
                  <a:pt x="59062" y="5533"/>
                  <a:pt x="56775" y="5371"/>
                  <a:pt x="54480" y="5317"/>
                </a:cubicBezTo>
                <a:cubicBezTo>
                  <a:pt x="54850" y="5028"/>
                  <a:pt x="55256" y="4855"/>
                  <a:pt x="55733" y="4855"/>
                </a:cubicBezTo>
                <a:cubicBezTo>
                  <a:pt x="55960" y="4855"/>
                  <a:pt x="56204" y="4894"/>
                  <a:pt x="56467" y="4978"/>
                </a:cubicBezTo>
                <a:cubicBezTo>
                  <a:pt x="56645" y="5020"/>
                  <a:pt x="56823" y="5036"/>
                  <a:pt x="57001" y="5036"/>
                </a:cubicBezTo>
                <a:cubicBezTo>
                  <a:pt x="57052" y="5036"/>
                  <a:pt x="57104" y="5035"/>
                  <a:pt x="57155" y="5033"/>
                </a:cubicBezTo>
                <a:cubicBezTo>
                  <a:pt x="57662" y="5012"/>
                  <a:pt x="58169" y="5004"/>
                  <a:pt x="58675" y="5004"/>
                </a:cubicBezTo>
                <a:cubicBezTo>
                  <a:pt x="60884" y="5004"/>
                  <a:pt x="63084" y="5167"/>
                  <a:pt x="65278" y="5229"/>
                </a:cubicBezTo>
                <a:cubicBezTo>
                  <a:pt x="66927" y="5284"/>
                  <a:pt x="68641" y="5207"/>
                  <a:pt x="70246" y="5600"/>
                </a:cubicBezTo>
                <a:cubicBezTo>
                  <a:pt x="70639" y="5306"/>
                  <a:pt x="70999" y="5000"/>
                  <a:pt x="71490" y="4803"/>
                </a:cubicBezTo>
                <a:cubicBezTo>
                  <a:pt x="70617" y="3897"/>
                  <a:pt x="69241" y="4126"/>
                  <a:pt x="68029" y="4017"/>
                </a:cubicBezTo>
                <a:cubicBezTo>
                  <a:pt x="69208" y="3777"/>
                  <a:pt x="70693" y="4268"/>
                  <a:pt x="71578" y="3253"/>
                </a:cubicBezTo>
                <a:cubicBezTo>
                  <a:pt x="71316" y="3155"/>
                  <a:pt x="71108" y="3013"/>
                  <a:pt x="70868" y="2991"/>
                </a:cubicBezTo>
                <a:cubicBezTo>
                  <a:pt x="68968" y="2871"/>
                  <a:pt x="67079" y="2718"/>
                  <a:pt x="65169" y="2674"/>
                </a:cubicBezTo>
                <a:cubicBezTo>
                  <a:pt x="62985" y="2620"/>
                  <a:pt x="60813" y="2609"/>
                  <a:pt x="58629" y="2511"/>
                </a:cubicBezTo>
                <a:cubicBezTo>
                  <a:pt x="57253" y="2456"/>
                  <a:pt x="55943" y="2281"/>
                  <a:pt x="54590" y="2085"/>
                </a:cubicBezTo>
                <a:cubicBezTo>
                  <a:pt x="53225" y="1901"/>
                  <a:pt x="51854" y="1805"/>
                  <a:pt x="50482" y="1805"/>
                </a:cubicBezTo>
                <a:cubicBezTo>
                  <a:pt x="49977" y="1805"/>
                  <a:pt x="49472" y="1818"/>
                  <a:pt x="48967" y="1845"/>
                </a:cubicBezTo>
                <a:cubicBezTo>
                  <a:pt x="48826" y="1855"/>
                  <a:pt x="48686" y="1859"/>
                  <a:pt x="48547" y="1859"/>
                </a:cubicBezTo>
                <a:cubicBezTo>
                  <a:pt x="48222" y="1859"/>
                  <a:pt x="47901" y="1833"/>
                  <a:pt x="47580" y="1779"/>
                </a:cubicBezTo>
                <a:cubicBezTo>
                  <a:pt x="46455" y="1565"/>
                  <a:pt x="45313" y="1500"/>
                  <a:pt x="44166" y="1500"/>
                </a:cubicBezTo>
                <a:cubicBezTo>
                  <a:pt x="43500" y="1500"/>
                  <a:pt x="42832" y="1522"/>
                  <a:pt x="42165" y="1550"/>
                </a:cubicBezTo>
                <a:cubicBezTo>
                  <a:pt x="42091" y="1553"/>
                  <a:pt x="41954" y="1555"/>
                  <a:pt x="41771" y="1555"/>
                </a:cubicBezTo>
                <a:cubicBezTo>
                  <a:pt x="40662" y="1555"/>
                  <a:pt x="37871" y="1497"/>
                  <a:pt x="37252" y="1375"/>
                </a:cubicBezTo>
                <a:lnTo>
                  <a:pt x="37252" y="1375"/>
                </a:lnTo>
                <a:cubicBezTo>
                  <a:pt x="37866" y="1381"/>
                  <a:pt x="38472" y="1385"/>
                  <a:pt x="39074" y="1385"/>
                </a:cubicBezTo>
                <a:cubicBezTo>
                  <a:pt x="42020" y="1385"/>
                  <a:pt x="44855" y="1282"/>
                  <a:pt x="47810" y="720"/>
                </a:cubicBezTo>
                <a:cubicBezTo>
                  <a:pt x="47384" y="545"/>
                  <a:pt x="47264" y="458"/>
                  <a:pt x="47133" y="447"/>
                </a:cubicBezTo>
                <a:cubicBezTo>
                  <a:pt x="43311" y="142"/>
                  <a:pt x="39458" y="142"/>
                  <a:pt x="35614" y="21"/>
                </a:cubicBezTo>
                <a:cubicBezTo>
                  <a:pt x="35150" y="7"/>
                  <a:pt x="34679" y="1"/>
                  <a:pt x="34203" y="1"/>
                </a:cubicBezTo>
                <a:close/>
              </a:path>
            </a:pathLst>
          </a:custGeom>
          <a:solidFill>
            <a:srgbClr val="93C3E2">
              <a:alpha val="247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1159;p68">
            <a:hlinkClick r:id="rId2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20000" y="1905537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solidFill>
                  <a:schemeClr val="hlink"/>
                </a:solidFill>
                <a:uFill>
                  <a:noFill/>
                </a:uFill>
                <a:latin typeface="+mj-lt"/>
              </a:rPr>
              <a:t>Роборука</a:t>
            </a:r>
            <a:endParaRPr sz="2400" dirty="0">
              <a:latin typeface="+mj-lt"/>
            </a:endParaRPr>
          </a:p>
        </p:txBody>
      </p:sp>
      <p:sp>
        <p:nvSpPr>
          <p:cNvPr id="69" name="Google Shape;1160;p68">
            <a:hlinkClick r:id="rId2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326178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01</a:t>
            </a:r>
            <a:endParaRPr dirty="0">
              <a:latin typeface="+mj-lt"/>
            </a:endParaRPr>
          </a:p>
        </p:txBody>
      </p:sp>
      <p:sp>
        <p:nvSpPr>
          <p:cNvPr id="70" name="Google Shape;1161;p68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0990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latin typeface="+mj-lt"/>
              </a:rPr>
              <a:t>Понять принцип управления роботом</a:t>
            </a:r>
            <a:endParaRPr dirty="0">
              <a:latin typeface="+mj-lt"/>
            </a:endParaRPr>
          </a:p>
        </p:txBody>
      </p:sp>
      <p:sp>
        <p:nvSpPr>
          <p:cNvPr id="71" name="Google Shape;1162;p68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3403800" y="1905537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ArUco_1</a:t>
            </a:r>
            <a:endParaRPr sz="2400" dirty="0">
              <a:latin typeface="+mj-lt"/>
            </a:endParaRPr>
          </a:p>
        </p:txBody>
      </p:sp>
      <p:sp>
        <p:nvSpPr>
          <p:cNvPr id="72" name="Google Shape;1163;p68">
            <a:hlinkClick r:id="" action="ppaction://noaction"/>
          </p:cNvPr>
          <p:cNvSpPr txBox="1">
            <a:spLocks noGrp="1"/>
          </p:cNvSpPr>
          <p:nvPr>
            <p:ph type="title" idx="4"/>
          </p:nvPr>
        </p:nvSpPr>
        <p:spPr>
          <a:xfrm>
            <a:off x="3403800" y="1326178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hlink"/>
                </a:solidFill>
                <a:uFill>
                  <a:noFill/>
                </a:uFill>
                <a:latin typeface="+mj-lt"/>
                <a:hlinkClick r:id="" action="ppaction://noaction"/>
              </a:rPr>
              <a:t>02</a:t>
            </a:r>
            <a:endParaRPr dirty="0">
              <a:latin typeface="+mj-lt"/>
            </a:endParaRPr>
          </a:p>
        </p:txBody>
      </p:sp>
      <p:sp>
        <p:nvSpPr>
          <p:cNvPr id="73" name="Google Shape;1164;p68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3403800" y="230990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Научиться распознавать маркеры</a:t>
            </a:r>
            <a:endParaRPr dirty="0">
              <a:latin typeface="+mj-lt"/>
            </a:endParaRPr>
          </a:p>
        </p:txBody>
      </p:sp>
      <p:sp>
        <p:nvSpPr>
          <p:cNvPr id="74" name="Google Shape;1165;p68"/>
          <p:cNvSpPr txBox="1">
            <a:spLocks noGrp="1"/>
          </p:cNvSpPr>
          <p:nvPr>
            <p:ph type="title" idx="6"/>
          </p:nvPr>
        </p:nvSpPr>
        <p:spPr>
          <a:xfrm>
            <a:off x="6087600" y="1905537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+mj-lt"/>
              </a:rPr>
              <a:t>СК</a:t>
            </a:r>
            <a:endParaRPr dirty="0">
              <a:latin typeface="+mj-lt"/>
            </a:endParaRPr>
          </a:p>
        </p:txBody>
      </p:sp>
      <p:sp>
        <p:nvSpPr>
          <p:cNvPr id="75" name="Google Shape;1166;p68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6087600" y="1326178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hlink"/>
                </a:solidFill>
                <a:uFill>
                  <a:noFill/>
                </a:uFill>
                <a:latin typeface="+mj-lt"/>
                <a:hlinkClick r:id="" action="ppaction://noaction"/>
              </a:rPr>
              <a:t>03</a:t>
            </a:r>
            <a:endParaRPr dirty="0">
              <a:latin typeface="+mj-lt"/>
            </a:endParaRPr>
          </a:p>
        </p:txBody>
      </p:sp>
      <p:sp>
        <p:nvSpPr>
          <p:cNvPr id="76" name="Google Shape;1167;p68"/>
          <p:cNvSpPr txBox="1">
            <a:spLocks noGrp="1"/>
          </p:cNvSpPr>
          <p:nvPr>
            <p:ph type="subTitle" idx="8"/>
          </p:nvPr>
        </p:nvSpPr>
        <p:spPr>
          <a:xfrm>
            <a:off x="6087600" y="230990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latin typeface="+mj-lt"/>
              </a:rPr>
              <a:t>Создать систему координат для робота</a:t>
            </a:r>
            <a:endParaRPr dirty="0">
              <a:latin typeface="+mj-lt"/>
            </a:endParaRPr>
          </a:p>
        </p:txBody>
      </p:sp>
      <p:sp>
        <p:nvSpPr>
          <p:cNvPr id="77" name="Google Shape;1168;p68"/>
          <p:cNvSpPr txBox="1">
            <a:spLocks noGrp="1"/>
          </p:cNvSpPr>
          <p:nvPr>
            <p:ph type="title" idx="9"/>
          </p:nvPr>
        </p:nvSpPr>
        <p:spPr>
          <a:xfrm>
            <a:off x="720000" y="3726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+mj-lt"/>
              </a:rPr>
              <a:t>Задачи</a:t>
            </a:r>
            <a:endParaRPr dirty="0">
              <a:latin typeface="+mj-lt"/>
            </a:endParaRPr>
          </a:p>
        </p:txBody>
      </p:sp>
      <p:sp>
        <p:nvSpPr>
          <p:cNvPr id="78" name="Google Shape;1169;p68">
            <a:hlinkClick r:id="" action="ppaction://noaction"/>
          </p:cNvPr>
          <p:cNvSpPr txBox="1">
            <a:spLocks noGrp="1"/>
          </p:cNvSpPr>
          <p:nvPr>
            <p:ph type="title" idx="17"/>
          </p:nvPr>
        </p:nvSpPr>
        <p:spPr>
          <a:xfrm>
            <a:off x="3403800" y="3129494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hlink"/>
                </a:solidFill>
                <a:uFill>
                  <a:noFill/>
                </a:uFill>
                <a:latin typeface="+mj-lt"/>
                <a:hlinkClick r:id="" action="ppaction://noaction"/>
              </a:rPr>
              <a:t>05</a:t>
            </a:r>
            <a:endParaRPr dirty="0">
              <a:latin typeface="+mj-lt"/>
            </a:endParaRPr>
          </a:p>
        </p:txBody>
      </p:sp>
      <p:sp>
        <p:nvSpPr>
          <p:cNvPr id="79" name="Google Shape;1170;p68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>
            <a:off x="720000" y="3708853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dirty="0">
                <a:latin typeface="+mj-lt"/>
              </a:rPr>
              <a:t>ArUco_2</a:t>
            </a:r>
            <a:endParaRPr dirty="0">
              <a:latin typeface="+mj-lt"/>
            </a:endParaRPr>
          </a:p>
        </p:txBody>
      </p:sp>
      <p:sp>
        <p:nvSpPr>
          <p:cNvPr id="80" name="Google Shape;1171;p68">
            <a:hlinkClick r:id="" action="ppaction://noaction"/>
          </p:cNvPr>
          <p:cNvSpPr txBox="1">
            <a:spLocks noGrp="1"/>
          </p:cNvSpPr>
          <p:nvPr>
            <p:ph type="title" idx="14"/>
          </p:nvPr>
        </p:nvSpPr>
        <p:spPr>
          <a:xfrm>
            <a:off x="720000" y="3129494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hlink"/>
                </a:solidFill>
                <a:uFill>
                  <a:noFill/>
                </a:uFill>
                <a:latin typeface="+mj-lt"/>
                <a:hlinkClick r:id="" action="ppaction://noaction"/>
              </a:rPr>
              <a:t>04</a:t>
            </a:r>
            <a:endParaRPr dirty="0">
              <a:latin typeface="+mj-lt"/>
            </a:endParaRPr>
          </a:p>
        </p:txBody>
      </p:sp>
      <p:sp>
        <p:nvSpPr>
          <p:cNvPr id="81" name="Google Shape;1172;p68">
            <a:hlinkClick r:id="" action="ppaction://noaction"/>
          </p:cNvPr>
          <p:cNvSpPr txBox="1">
            <a:spLocks noGrp="1"/>
          </p:cNvSpPr>
          <p:nvPr>
            <p:ph type="subTitle" idx="15"/>
          </p:nvPr>
        </p:nvSpPr>
        <p:spPr>
          <a:xfrm>
            <a:off x="720000" y="41132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Научиться определять координаты и угол поворота маркеров</a:t>
            </a:r>
            <a:endParaRPr dirty="0">
              <a:latin typeface="+mj-lt"/>
            </a:endParaRPr>
          </a:p>
        </p:txBody>
      </p:sp>
      <p:sp>
        <p:nvSpPr>
          <p:cNvPr id="82" name="Google Shape;1173;p68">
            <a:hlinkClick r:id="" action="ppaction://noaction"/>
          </p:cNvPr>
          <p:cNvSpPr txBox="1">
            <a:spLocks noGrp="1"/>
          </p:cNvSpPr>
          <p:nvPr>
            <p:ph type="title" idx="16"/>
          </p:nvPr>
        </p:nvSpPr>
        <p:spPr>
          <a:xfrm>
            <a:off x="3403800" y="3708853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Алгоритм</a:t>
            </a:r>
            <a:endParaRPr dirty="0">
              <a:latin typeface="+mj-lt"/>
            </a:endParaRPr>
          </a:p>
        </p:txBody>
      </p:sp>
      <p:sp>
        <p:nvSpPr>
          <p:cNvPr id="83" name="Google Shape;1174;p68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3403800" y="41132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hlink"/>
                </a:solidFill>
                <a:uFill>
                  <a:noFill/>
                </a:uFill>
                <a:latin typeface="+mj-lt"/>
              </a:rPr>
              <a:t>Продумать алгоритм работы робота</a:t>
            </a:r>
            <a:endParaRPr dirty="0">
              <a:latin typeface="+mj-lt"/>
            </a:endParaRPr>
          </a:p>
        </p:txBody>
      </p:sp>
      <p:sp>
        <p:nvSpPr>
          <p:cNvPr id="84" name="Google Shape;1175;p68"/>
          <p:cNvSpPr txBox="1">
            <a:spLocks noGrp="1"/>
          </p:cNvSpPr>
          <p:nvPr>
            <p:ph type="title" idx="19"/>
          </p:nvPr>
        </p:nvSpPr>
        <p:spPr>
          <a:xfrm>
            <a:off x="6087600" y="3708853"/>
            <a:ext cx="23364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+mj-lt"/>
              </a:rPr>
              <a:t>Финал</a:t>
            </a:r>
            <a:endParaRPr dirty="0">
              <a:latin typeface="+mj-lt"/>
            </a:endParaRPr>
          </a:p>
        </p:txBody>
      </p:sp>
      <p:sp>
        <p:nvSpPr>
          <p:cNvPr id="85" name="Google Shape;1176;p68"/>
          <p:cNvSpPr txBox="1">
            <a:spLocks noGrp="1"/>
          </p:cNvSpPr>
          <p:nvPr>
            <p:ph type="title" idx="20"/>
          </p:nvPr>
        </p:nvSpPr>
        <p:spPr>
          <a:xfrm>
            <a:off x="6087600" y="3129494"/>
            <a:ext cx="768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06</a:t>
            </a:r>
            <a:endParaRPr dirty="0">
              <a:latin typeface="+mj-lt"/>
            </a:endParaRPr>
          </a:p>
        </p:txBody>
      </p:sp>
      <p:sp>
        <p:nvSpPr>
          <p:cNvPr id="86" name="Google Shape;1177;p68"/>
          <p:cNvSpPr txBox="1">
            <a:spLocks noGrp="1"/>
          </p:cNvSpPr>
          <p:nvPr>
            <p:ph type="subTitle" idx="21"/>
          </p:nvPr>
        </p:nvSpPr>
        <p:spPr>
          <a:xfrm>
            <a:off x="6087600" y="41132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ru-RU" dirty="0">
                <a:latin typeface="+mj-lt"/>
              </a:rPr>
              <a:t>Заставить </a:t>
            </a:r>
            <a:r>
              <a:rPr lang="ru-RU" dirty="0" err="1">
                <a:latin typeface="+mj-lt"/>
              </a:rPr>
              <a:t>чудоробота</a:t>
            </a:r>
            <a:r>
              <a:rPr lang="ru-RU" dirty="0">
                <a:latin typeface="+mj-lt"/>
              </a:rPr>
              <a:t> работать с </a:t>
            </a:r>
            <a:r>
              <a:rPr lang="ru-RU" dirty="0" err="1">
                <a:latin typeface="+mj-lt"/>
              </a:rPr>
              <a:t>чудокодом</a:t>
            </a:r>
            <a:r>
              <a:rPr lang="ru-RU" dirty="0">
                <a:latin typeface="+mj-lt"/>
              </a:rPr>
              <a:t>…</a:t>
            </a:r>
            <a:endParaRPr dirty="0">
              <a:latin typeface="+mj-lt"/>
            </a:endParaRPr>
          </a:p>
        </p:txBody>
      </p:sp>
      <p:grpSp>
        <p:nvGrpSpPr>
          <p:cNvPr id="87" name="Google Shape;1178;p68"/>
          <p:cNvGrpSpPr/>
          <p:nvPr/>
        </p:nvGrpSpPr>
        <p:grpSpPr>
          <a:xfrm rot="-810959" flipH="1">
            <a:off x="381311" y="312074"/>
            <a:ext cx="1686673" cy="1031082"/>
            <a:chOff x="2047575" y="3931025"/>
            <a:chExt cx="409775" cy="250500"/>
          </a:xfrm>
        </p:grpSpPr>
        <p:sp>
          <p:nvSpPr>
            <p:cNvPr id="88" name="Google Shape;1179;p68"/>
            <p:cNvSpPr/>
            <p:nvPr/>
          </p:nvSpPr>
          <p:spPr>
            <a:xfrm>
              <a:off x="2155350" y="3931025"/>
              <a:ext cx="298450" cy="151725"/>
            </a:xfrm>
            <a:custGeom>
              <a:avLst/>
              <a:gdLst/>
              <a:ahLst/>
              <a:cxnLst/>
              <a:rect l="l" t="t" r="r" b="b"/>
              <a:pathLst>
                <a:path w="11938" h="6069" extrusionOk="0">
                  <a:moveTo>
                    <a:pt x="1" y="4736"/>
                  </a:moveTo>
                  <a:cubicBezTo>
                    <a:pt x="2269" y="1400"/>
                    <a:pt x="5936" y="1"/>
                    <a:pt x="9870" y="201"/>
                  </a:cubicBezTo>
                  <a:cubicBezTo>
                    <a:pt x="9271" y="734"/>
                    <a:pt x="8471" y="1134"/>
                    <a:pt x="7870" y="1734"/>
                  </a:cubicBezTo>
                  <a:cubicBezTo>
                    <a:pt x="9221" y="1751"/>
                    <a:pt x="10271" y="1933"/>
                    <a:pt x="11339" y="2467"/>
                  </a:cubicBezTo>
                  <a:cubicBezTo>
                    <a:pt x="10428" y="2968"/>
                    <a:pt x="9870" y="3134"/>
                    <a:pt x="9204" y="3400"/>
                  </a:cubicBezTo>
                  <a:cubicBezTo>
                    <a:pt x="10207" y="3926"/>
                    <a:pt x="11471" y="4335"/>
                    <a:pt x="11937" y="5402"/>
                  </a:cubicBezTo>
                  <a:cubicBezTo>
                    <a:pt x="9937" y="5668"/>
                    <a:pt x="7669" y="5467"/>
                    <a:pt x="5602" y="5534"/>
                  </a:cubicBezTo>
                  <a:cubicBezTo>
                    <a:pt x="3802" y="5668"/>
                    <a:pt x="2134" y="5668"/>
                    <a:pt x="399" y="606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180;p68"/>
            <p:cNvSpPr/>
            <p:nvPr/>
          </p:nvSpPr>
          <p:spPr>
            <a:xfrm>
              <a:off x="2151200" y="3932600"/>
              <a:ext cx="306150" cy="153150"/>
            </a:xfrm>
            <a:custGeom>
              <a:avLst/>
              <a:gdLst/>
              <a:ahLst/>
              <a:cxnLst/>
              <a:rect l="l" t="t" r="r" b="b"/>
              <a:pathLst>
                <a:path w="12246" h="6126" extrusionOk="0">
                  <a:moveTo>
                    <a:pt x="9309" y="0"/>
                  </a:moveTo>
                  <a:cubicBezTo>
                    <a:pt x="8046" y="0"/>
                    <a:pt x="6780" y="168"/>
                    <a:pt x="5573" y="543"/>
                  </a:cubicBezTo>
                  <a:cubicBezTo>
                    <a:pt x="4169" y="979"/>
                    <a:pt x="2858" y="1697"/>
                    <a:pt x="1757" y="2673"/>
                  </a:cubicBezTo>
                  <a:cubicBezTo>
                    <a:pt x="1113" y="3246"/>
                    <a:pt x="545" y="3901"/>
                    <a:pt x="59" y="4614"/>
                  </a:cubicBezTo>
                  <a:cubicBezTo>
                    <a:pt x="0" y="4702"/>
                    <a:pt x="84" y="4787"/>
                    <a:pt x="170" y="4787"/>
                  </a:cubicBezTo>
                  <a:cubicBezTo>
                    <a:pt x="207" y="4787"/>
                    <a:pt x="244" y="4772"/>
                    <a:pt x="270" y="4734"/>
                  </a:cubicBezTo>
                  <a:cubicBezTo>
                    <a:pt x="1103" y="3513"/>
                    <a:pt x="2188" y="2479"/>
                    <a:pt x="3464" y="1730"/>
                  </a:cubicBezTo>
                  <a:cubicBezTo>
                    <a:pt x="4705" y="1003"/>
                    <a:pt x="6094" y="554"/>
                    <a:pt x="7517" y="358"/>
                  </a:cubicBezTo>
                  <a:cubicBezTo>
                    <a:pt x="8108" y="277"/>
                    <a:pt x="8705" y="239"/>
                    <a:pt x="9302" y="239"/>
                  </a:cubicBezTo>
                  <a:cubicBezTo>
                    <a:pt x="9441" y="239"/>
                    <a:pt x="9580" y="241"/>
                    <a:pt x="9719" y="245"/>
                  </a:cubicBezTo>
                  <a:lnTo>
                    <a:pt x="9719" y="245"/>
                  </a:lnTo>
                  <a:cubicBezTo>
                    <a:pt x="9138" y="704"/>
                    <a:pt x="8480" y="1062"/>
                    <a:pt x="7951" y="1585"/>
                  </a:cubicBezTo>
                  <a:cubicBezTo>
                    <a:pt x="7875" y="1659"/>
                    <a:pt x="7932" y="1790"/>
                    <a:pt x="8036" y="1791"/>
                  </a:cubicBezTo>
                  <a:cubicBezTo>
                    <a:pt x="9142" y="1806"/>
                    <a:pt x="10226" y="1956"/>
                    <a:pt x="11236" y="2410"/>
                  </a:cubicBezTo>
                  <a:lnTo>
                    <a:pt x="11236" y="2410"/>
                  </a:lnTo>
                  <a:cubicBezTo>
                    <a:pt x="10620" y="2726"/>
                    <a:pt x="9980" y="2965"/>
                    <a:pt x="9337" y="3222"/>
                  </a:cubicBezTo>
                  <a:cubicBezTo>
                    <a:pt x="9249" y="3257"/>
                    <a:pt x="9208" y="3389"/>
                    <a:pt x="9309" y="3443"/>
                  </a:cubicBezTo>
                  <a:cubicBezTo>
                    <a:pt x="10225" y="3920"/>
                    <a:pt x="11394" y="4287"/>
                    <a:pt x="11921" y="5242"/>
                  </a:cubicBezTo>
                  <a:lnTo>
                    <a:pt x="11921" y="5242"/>
                  </a:lnTo>
                  <a:cubicBezTo>
                    <a:pt x="11092" y="5340"/>
                    <a:pt x="10257" y="5365"/>
                    <a:pt x="9422" y="5365"/>
                  </a:cubicBezTo>
                  <a:cubicBezTo>
                    <a:pt x="8824" y="5365"/>
                    <a:pt x="8226" y="5352"/>
                    <a:pt x="7630" y="5345"/>
                  </a:cubicBezTo>
                  <a:cubicBezTo>
                    <a:pt x="7370" y="5342"/>
                    <a:pt x="7111" y="5339"/>
                    <a:pt x="6852" y="5339"/>
                  </a:cubicBezTo>
                  <a:cubicBezTo>
                    <a:pt x="6358" y="5339"/>
                    <a:pt x="5864" y="5349"/>
                    <a:pt x="5371" y="5381"/>
                  </a:cubicBezTo>
                  <a:cubicBezTo>
                    <a:pt x="4605" y="5432"/>
                    <a:pt x="3838" y="5464"/>
                    <a:pt x="3074" y="5525"/>
                  </a:cubicBezTo>
                  <a:cubicBezTo>
                    <a:pt x="2221" y="5594"/>
                    <a:pt x="1368" y="5699"/>
                    <a:pt x="533" y="5890"/>
                  </a:cubicBezTo>
                  <a:cubicBezTo>
                    <a:pt x="393" y="5923"/>
                    <a:pt x="438" y="6126"/>
                    <a:pt x="566" y="6126"/>
                  </a:cubicBezTo>
                  <a:cubicBezTo>
                    <a:pt x="576" y="6126"/>
                    <a:pt x="586" y="6125"/>
                    <a:pt x="597" y="6122"/>
                  </a:cubicBezTo>
                  <a:cubicBezTo>
                    <a:pt x="2081" y="5782"/>
                    <a:pt x="3601" y="5729"/>
                    <a:pt x="5114" y="5636"/>
                  </a:cubicBezTo>
                  <a:cubicBezTo>
                    <a:pt x="5492" y="5613"/>
                    <a:pt x="5868" y="5587"/>
                    <a:pt x="6246" y="5582"/>
                  </a:cubicBezTo>
                  <a:cubicBezTo>
                    <a:pt x="6425" y="5580"/>
                    <a:pt x="6604" y="5579"/>
                    <a:pt x="6782" y="5579"/>
                  </a:cubicBezTo>
                  <a:cubicBezTo>
                    <a:pt x="6982" y="5579"/>
                    <a:pt x="7181" y="5580"/>
                    <a:pt x="7381" y="5582"/>
                  </a:cubicBezTo>
                  <a:cubicBezTo>
                    <a:pt x="8069" y="5589"/>
                    <a:pt x="8757" y="5603"/>
                    <a:pt x="9445" y="5603"/>
                  </a:cubicBezTo>
                  <a:cubicBezTo>
                    <a:pt x="9508" y="5603"/>
                    <a:pt x="9571" y="5603"/>
                    <a:pt x="9634" y="5603"/>
                  </a:cubicBezTo>
                  <a:cubicBezTo>
                    <a:pt x="10458" y="5598"/>
                    <a:pt x="11284" y="5568"/>
                    <a:pt x="12101" y="5460"/>
                  </a:cubicBezTo>
                  <a:cubicBezTo>
                    <a:pt x="12196" y="5448"/>
                    <a:pt x="12245" y="5368"/>
                    <a:pt x="12205" y="5279"/>
                  </a:cubicBezTo>
                  <a:cubicBezTo>
                    <a:pt x="11742" y="4247"/>
                    <a:pt x="10618" y="3824"/>
                    <a:pt x="9658" y="3352"/>
                  </a:cubicBezTo>
                  <a:lnTo>
                    <a:pt x="9658" y="3352"/>
                  </a:lnTo>
                  <a:cubicBezTo>
                    <a:pt x="10306" y="3097"/>
                    <a:pt x="10947" y="2846"/>
                    <a:pt x="11562" y="2510"/>
                  </a:cubicBezTo>
                  <a:cubicBezTo>
                    <a:pt x="11637" y="2469"/>
                    <a:pt x="11642" y="2342"/>
                    <a:pt x="11562" y="2301"/>
                  </a:cubicBezTo>
                  <a:cubicBezTo>
                    <a:pt x="11035" y="2040"/>
                    <a:pt x="10481" y="1845"/>
                    <a:pt x="9905" y="1729"/>
                  </a:cubicBezTo>
                  <a:cubicBezTo>
                    <a:pt x="9387" y="1624"/>
                    <a:pt x="8861" y="1576"/>
                    <a:pt x="8333" y="1559"/>
                  </a:cubicBezTo>
                  <a:lnTo>
                    <a:pt x="8333" y="1559"/>
                  </a:lnTo>
                  <a:cubicBezTo>
                    <a:pt x="8894" y="1072"/>
                    <a:pt x="9559" y="717"/>
                    <a:pt x="10118" y="224"/>
                  </a:cubicBezTo>
                  <a:cubicBezTo>
                    <a:pt x="10201" y="151"/>
                    <a:pt x="10130" y="24"/>
                    <a:pt x="10033" y="18"/>
                  </a:cubicBezTo>
                  <a:cubicBezTo>
                    <a:pt x="9792" y="6"/>
                    <a:pt x="9551" y="0"/>
                    <a:pt x="9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181;p68"/>
            <p:cNvSpPr/>
            <p:nvPr/>
          </p:nvSpPr>
          <p:spPr>
            <a:xfrm>
              <a:off x="2050675" y="3974675"/>
              <a:ext cx="199575" cy="204800"/>
            </a:xfrm>
            <a:custGeom>
              <a:avLst/>
              <a:gdLst/>
              <a:ahLst/>
              <a:cxnLst/>
              <a:rect l="l" t="t" r="r" b="b"/>
              <a:pathLst>
                <a:path w="7983" h="8192" extrusionOk="0">
                  <a:moveTo>
                    <a:pt x="4450" y="6056"/>
                  </a:moveTo>
                  <a:cubicBezTo>
                    <a:pt x="4165" y="6355"/>
                    <a:pt x="3885" y="6657"/>
                    <a:pt x="3595" y="6948"/>
                  </a:cubicBezTo>
                  <a:cubicBezTo>
                    <a:pt x="3265" y="7275"/>
                    <a:pt x="2927" y="7591"/>
                    <a:pt x="2592" y="7912"/>
                  </a:cubicBezTo>
                  <a:cubicBezTo>
                    <a:pt x="2555" y="7948"/>
                    <a:pt x="2517" y="7985"/>
                    <a:pt x="2486" y="8025"/>
                  </a:cubicBezTo>
                  <a:cubicBezTo>
                    <a:pt x="2380" y="8159"/>
                    <a:pt x="2210" y="8192"/>
                    <a:pt x="2031" y="8111"/>
                  </a:cubicBezTo>
                  <a:cubicBezTo>
                    <a:pt x="1868" y="8036"/>
                    <a:pt x="1773" y="7859"/>
                    <a:pt x="1797" y="7704"/>
                  </a:cubicBezTo>
                  <a:cubicBezTo>
                    <a:pt x="1863" y="7258"/>
                    <a:pt x="1930" y="6812"/>
                    <a:pt x="1981" y="6363"/>
                  </a:cubicBezTo>
                  <a:cubicBezTo>
                    <a:pt x="2030" y="5923"/>
                    <a:pt x="2058" y="5480"/>
                    <a:pt x="2098" y="5039"/>
                  </a:cubicBezTo>
                  <a:cubicBezTo>
                    <a:pt x="2103" y="4974"/>
                    <a:pt x="2098" y="4930"/>
                    <a:pt x="2027" y="4896"/>
                  </a:cubicBezTo>
                  <a:cubicBezTo>
                    <a:pt x="1433" y="4611"/>
                    <a:pt x="842" y="4321"/>
                    <a:pt x="248" y="4035"/>
                  </a:cubicBezTo>
                  <a:cubicBezTo>
                    <a:pt x="109" y="3969"/>
                    <a:pt x="1" y="3889"/>
                    <a:pt x="8" y="3715"/>
                  </a:cubicBezTo>
                  <a:cubicBezTo>
                    <a:pt x="17" y="3527"/>
                    <a:pt x="105" y="3390"/>
                    <a:pt x="277" y="3325"/>
                  </a:cubicBezTo>
                  <a:cubicBezTo>
                    <a:pt x="603" y="3203"/>
                    <a:pt x="932" y="3092"/>
                    <a:pt x="1262" y="2983"/>
                  </a:cubicBezTo>
                  <a:cubicBezTo>
                    <a:pt x="1561" y="2885"/>
                    <a:pt x="1865" y="2794"/>
                    <a:pt x="2167" y="2710"/>
                  </a:cubicBezTo>
                  <a:cubicBezTo>
                    <a:pt x="2258" y="2684"/>
                    <a:pt x="2284" y="2638"/>
                    <a:pt x="2295" y="2553"/>
                  </a:cubicBezTo>
                  <a:cubicBezTo>
                    <a:pt x="2365" y="2003"/>
                    <a:pt x="2440" y="1452"/>
                    <a:pt x="2517" y="903"/>
                  </a:cubicBezTo>
                  <a:cubicBezTo>
                    <a:pt x="2540" y="741"/>
                    <a:pt x="2577" y="582"/>
                    <a:pt x="2611" y="421"/>
                  </a:cubicBezTo>
                  <a:cubicBezTo>
                    <a:pt x="2671" y="120"/>
                    <a:pt x="3018" y="0"/>
                    <a:pt x="3238" y="219"/>
                  </a:cubicBezTo>
                  <a:cubicBezTo>
                    <a:pt x="3551" y="533"/>
                    <a:pt x="3852" y="860"/>
                    <a:pt x="4147" y="1191"/>
                  </a:cubicBezTo>
                  <a:cubicBezTo>
                    <a:pt x="4332" y="1397"/>
                    <a:pt x="4498" y="1617"/>
                    <a:pt x="4667" y="1834"/>
                  </a:cubicBezTo>
                  <a:cubicBezTo>
                    <a:pt x="4721" y="1905"/>
                    <a:pt x="4767" y="1910"/>
                    <a:pt x="4849" y="1887"/>
                  </a:cubicBezTo>
                  <a:cubicBezTo>
                    <a:pt x="5559" y="1687"/>
                    <a:pt x="6271" y="1492"/>
                    <a:pt x="6983" y="1297"/>
                  </a:cubicBezTo>
                  <a:cubicBezTo>
                    <a:pt x="7155" y="1249"/>
                    <a:pt x="7302" y="1289"/>
                    <a:pt x="7409" y="1433"/>
                  </a:cubicBezTo>
                  <a:cubicBezTo>
                    <a:pt x="7513" y="1574"/>
                    <a:pt x="7507" y="1726"/>
                    <a:pt x="7416" y="1871"/>
                  </a:cubicBezTo>
                  <a:cubicBezTo>
                    <a:pt x="7021" y="2509"/>
                    <a:pt x="6627" y="3149"/>
                    <a:pt x="6227" y="3783"/>
                  </a:cubicBezTo>
                  <a:cubicBezTo>
                    <a:pt x="6178" y="3861"/>
                    <a:pt x="6178" y="3908"/>
                    <a:pt x="6228" y="3982"/>
                  </a:cubicBezTo>
                  <a:cubicBezTo>
                    <a:pt x="6779" y="4804"/>
                    <a:pt x="7328" y="5631"/>
                    <a:pt x="7876" y="6455"/>
                  </a:cubicBezTo>
                  <a:cubicBezTo>
                    <a:pt x="7983" y="6615"/>
                    <a:pt x="7970" y="6795"/>
                    <a:pt x="7858" y="6935"/>
                  </a:cubicBezTo>
                  <a:cubicBezTo>
                    <a:pt x="7768" y="7046"/>
                    <a:pt x="7654" y="7071"/>
                    <a:pt x="7514" y="7050"/>
                  </a:cubicBezTo>
                  <a:cubicBezTo>
                    <a:pt x="6776" y="6940"/>
                    <a:pt x="6068" y="6720"/>
                    <a:pt x="5377" y="6443"/>
                  </a:cubicBezTo>
                  <a:cubicBezTo>
                    <a:pt x="5067" y="6317"/>
                    <a:pt x="4758" y="6185"/>
                    <a:pt x="4450" y="60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182;p68"/>
            <p:cNvSpPr/>
            <p:nvPr/>
          </p:nvSpPr>
          <p:spPr>
            <a:xfrm>
              <a:off x="2047575" y="3974275"/>
              <a:ext cx="205975" cy="207250"/>
            </a:xfrm>
            <a:custGeom>
              <a:avLst/>
              <a:gdLst/>
              <a:ahLst/>
              <a:cxnLst/>
              <a:rect l="l" t="t" r="r" b="b"/>
              <a:pathLst>
                <a:path w="8239" h="8290" extrusionOk="0">
                  <a:moveTo>
                    <a:pt x="3099" y="242"/>
                  </a:moveTo>
                  <a:cubicBezTo>
                    <a:pt x="3163" y="242"/>
                    <a:pt x="3225" y="268"/>
                    <a:pt x="3274" y="316"/>
                  </a:cubicBezTo>
                  <a:cubicBezTo>
                    <a:pt x="3608" y="650"/>
                    <a:pt x="3918" y="991"/>
                    <a:pt x="4178" y="1282"/>
                  </a:cubicBezTo>
                  <a:cubicBezTo>
                    <a:pt x="4351" y="1474"/>
                    <a:pt x="4513" y="1686"/>
                    <a:pt x="4669" y="1889"/>
                  </a:cubicBezTo>
                  <a:lnTo>
                    <a:pt x="4693" y="1920"/>
                  </a:lnTo>
                  <a:cubicBezTo>
                    <a:pt x="4759" y="2006"/>
                    <a:pt x="4830" y="2032"/>
                    <a:pt x="4898" y="2032"/>
                  </a:cubicBezTo>
                  <a:cubicBezTo>
                    <a:pt x="4934" y="2032"/>
                    <a:pt x="4969" y="2024"/>
                    <a:pt x="5002" y="2015"/>
                  </a:cubicBezTo>
                  <a:cubicBezTo>
                    <a:pt x="5533" y="1866"/>
                    <a:pt x="6066" y="1720"/>
                    <a:pt x="6596" y="1573"/>
                  </a:cubicBezTo>
                  <a:lnTo>
                    <a:pt x="7136" y="1425"/>
                  </a:lnTo>
                  <a:cubicBezTo>
                    <a:pt x="7172" y="1415"/>
                    <a:pt x="7205" y="1410"/>
                    <a:pt x="7236" y="1410"/>
                  </a:cubicBezTo>
                  <a:cubicBezTo>
                    <a:pt x="7317" y="1410"/>
                    <a:pt x="7382" y="1444"/>
                    <a:pt x="7434" y="1516"/>
                  </a:cubicBezTo>
                  <a:cubicBezTo>
                    <a:pt x="7506" y="1612"/>
                    <a:pt x="7506" y="1707"/>
                    <a:pt x="7436" y="1819"/>
                  </a:cubicBezTo>
                  <a:cubicBezTo>
                    <a:pt x="6999" y="2529"/>
                    <a:pt x="6632" y="3121"/>
                    <a:pt x="6248" y="3731"/>
                  </a:cubicBezTo>
                  <a:cubicBezTo>
                    <a:pt x="6173" y="3847"/>
                    <a:pt x="6175" y="3945"/>
                    <a:pt x="6251" y="4059"/>
                  </a:cubicBezTo>
                  <a:cubicBezTo>
                    <a:pt x="6739" y="4785"/>
                    <a:pt x="7261" y="5571"/>
                    <a:pt x="7901" y="6534"/>
                  </a:cubicBezTo>
                  <a:cubicBezTo>
                    <a:pt x="7975" y="6646"/>
                    <a:pt x="7970" y="6768"/>
                    <a:pt x="7889" y="6870"/>
                  </a:cubicBezTo>
                  <a:cubicBezTo>
                    <a:pt x="7852" y="6917"/>
                    <a:pt x="7807" y="6948"/>
                    <a:pt x="7724" y="6948"/>
                  </a:cubicBezTo>
                  <a:cubicBezTo>
                    <a:pt x="7704" y="6948"/>
                    <a:pt x="7682" y="6947"/>
                    <a:pt x="7657" y="6943"/>
                  </a:cubicBezTo>
                  <a:cubicBezTo>
                    <a:pt x="6997" y="6844"/>
                    <a:pt x="6307" y="6649"/>
                    <a:pt x="5546" y="6343"/>
                  </a:cubicBezTo>
                  <a:cubicBezTo>
                    <a:pt x="5334" y="6258"/>
                    <a:pt x="5124" y="6170"/>
                    <a:pt x="4914" y="6082"/>
                  </a:cubicBezTo>
                  <a:cubicBezTo>
                    <a:pt x="4815" y="6040"/>
                    <a:pt x="4718" y="6000"/>
                    <a:pt x="4619" y="5959"/>
                  </a:cubicBezTo>
                  <a:lnTo>
                    <a:pt x="4544" y="5927"/>
                  </a:lnTo>
                  <a:lnTo>
                    <a:pt x="4487" y="5986"/>
                  </a:lnTo>
                  <a:cubicBezTo>
                    <a:pt x="4399" y="6079"/>
                    <a:pt x="4311" y="6172"/>
                    <a:pt x="4222" y="6265"/>
                  </a:cubicBezTo>
                  <a:cubicBezTo>
                    <a:pt x="4031" y="6467"/>
                    <a:pt x="3832" y="6675"/>
                    <a:pt x="3633" y="6875"/>
                  </a:cubicBezTo>
                  <a:cubicBezTo>
                    <a:pt x="3410" y="7098"/>
                    <a:pt x="3178" y="7320"/>
                    <a:pt x="2953" y="7533"/>
                  </a:cubicBezTo>
                  <a:cubicBezTo>
                    <a:pt x="2847" y="7634"/>
                    <a:pt x="2739" y="7736"/>
                    <a:pt x="2633" y="7839"/>
                  </a:cubicBezTo>
                  <a:cubicBezTo>
                    <a:pt x="2597" y="7872"/>
                    <a:pt x="2553" y="7916"/>
                    <a:pt x="2515" y="7963"/>
                  </a:cubicBezTo>
                  <a:cubicBezTo>
                    <a:pt x="2464" y="8027"/>
                    <a:pt x="2403" y="8047"/>
                    <a:pt x="2344" y="8047"/>
                  </a:cubicBezTo>
                  <a:cubicBezTo>
                    <a:pt x="2290" y="8047"/>
                    <a:pt x="2240" y="8030"/>
                    <a:pt x="2204" y="8014"/>
                  </a:cubicBezTo>
                  <a:cubicBezTo>
                    <a:pt x="2097" y="7964"/>
                    <a:pt x="2025" y="7841"/>
                    <a:pt x="2040" y="7734"/>
                  </a:cubicBezTo>
                  <a:lnTo>
                    <a:pt x="2058" y="7607"/>
                  </a:lnTo>
                  <a:cubicBezTo>
                    <a:pt x="2118" y="7209"/>
                    <a:pt x="2178" y="6798"/>
                    <a:pt x="2224" y="6390"/>
                  </a:cubicBezTo>
                  <a:cubicBezTo>
                    <a:pt x="2256" y="6097"/>
                    <a:pt x="2280" y="5800"/>
                    <a:pt x="2303" y="5513"/>
                  </a:cubicBezTo>
                  <a:cubicBezTo>
                    <a:pt x="2316" y="5362"/>
                    <a:pt x="2327" y="5211"/>
                    <a:pt x="2341" y="5061"/>
                  </a:cubicBezTo>
                  <a:cubicBezTo>
                    <a:pt x="2344" y="5010"/>
                    <a:pt x="2356" y="4873"/>
                    <a:pt x="2202" y="4799"/>
                  </a:cubicBezTo>
                  <a:cubicBezTo>
                    <a:pt x="1885" y="4647"/>
                    <a:pt x="1567" y="4492"/>
                    <a:pt x="1250" y="4338"/>
                  </a:cubicBezTo>
                  <a:cubicBezTo>
                    <a:pt x="975" y="4204"/>
                    <a:pt x="700" y="4072"/>
                    <a:pt x="424" y="3938"/>
                  </a:cubicBezTo>
                  <a:cubicBezTo>
                    <a:pt x="289" y="3873"/>
                    <a:pt x="249" y="3825"/>
                    <a:pt x="253" y="3732"/>
                  </a:cubicBezTo>
                  <a:cubicBezTo>
                    <a:pt x="259" y="3588"/>
                    <a:pt x="322" y="3495"/>
                    <a:pt x="443" y="3450"/>
                  </a:cubicBezTo>
                  <a:cubicBezTo>
                    <a:pt x="726" y="3344"/>
                    <a:pt x="1027" y="3240"/>
                    <a:pt x="1422" y="3110"/>
                  </a:cubicBezTo>
                  <a:cubicBezTo>
                    <a:pt x="1717" y="3015"/>
                    <a:pt x="2021" y="2923"/>
                    <a:pt x="2322" y="2839"/>
                  </a:cubicBezTo>
                  <a:cubicBezTo>
                    <a:pt x="2488" y="2792"/>
                    <a:pt x="2524" y="2676"/>
                    <a:pt x="2536" y="2582"/>
                  </a:cubicBezTo>
                  <a:cubicBezTo>
                    <a:pt x="2610" y="2002"/>
                    <a:pt x="2683" y="1462"/>
                    <a:pt x="2757" y="933"/>
                  </a:cubicBezTo>
                  <a:cubicBezTo>
                    <a:pt x="2774" y="818"/>
                    <a:pt x="2799" y="700"/>
                    <a:pt x="2824" y="586"/>
                  </a:cubicBezTo>
                  <a:cubicBezTo>
                    <a:pt x="2832" y="545"/>
                    <a:pt x="2841" y="502"/>
                    <a:pt x="2851" y="459"/>
                  </a:cubicBezTo>
                  <a:cubicBezTo>
                    <a:pt x="2871" y="357"/>
                    <a:pt x="2939" y="280"/>
                    <a:pt x="3031" y="252"/>
                  </a:cubicBezTo>
                  <a:cubicBezTo>
                    <a:pt x="3054" y="245"/>
                    <a:pt x="3078" y="242"/>
                    <a:pt x="3099" y="242"/>
                  </a:cubicBezTo>
                  <a:close/>
                  <a:moveTo>
                    <a:pt x="3103" y="0"/>
                  </a:moveTo>
                  <a:cubicBezTo>
                    <a:pt x="3057" y="0"/>
                    <a:pt x="3010" y="7"/>
                    <a:pt x="2965" y="21"/>
                  </a:cubicBezTo>
                  <a:cubicBezTo>
                    <a:pt x="2788" y="73"/>
                    <a:pt x="2657" y="223"/>
                    <a:pt x="2618" y="410"/>
                  </a:cubicBezTo>
                  <a:cubicBezTo>
                    <a:pt x="2610" y="453"/>
                    <a:pt x="2601" y="494"/>
                    <a:pt x="2592" y="536"/>
                  </a:cubicBezTo>
                  <a:cubicBezTo>
                    <a:pt x="2567" y="654"/>
                    <a:pt x="2541" y="777"/>
                    <a:pt x="2523" y="900"/>
                  </a:cubicBezTo>
                  <a:cubicBezTo>
                    <a:pt x="2448" y="1430"/>
                    <a:pt x="2375" y="1971"/>
                    <a:pt x="2300" y="2553"/>
                  </a:cubicBezTo>
                  <a:cubicBezTo>
                    <a:pt x="2295" y="2587"/>
                    <a:pt x="2290" y="2595"/>
                    <a:pt x="2290" y="2595"/>
                  </a:cubicBezTo>
                  <a:cubicBezTo>
                    <a:pt x="2290" y="2595"/>
                    <a:pt x="2284" y="2602"/>
                    <a:pt x="2260" y="2608"/>
                  </a:cubicBezTo>
                  <a:cubicBezTo>
                    <a:pt x="1955" y="2694"/>
                    <a:pt x="1649" y="2787"/>
                    <a:pt x="1349" y="2884"/>
                  </a:cubicBezTo>
                  <a:cubicBezTo>
                    <a:pt x="950" y="3015"/>
                    <a:pt x="645" y="3120"/>
                    <a:pt x="360" y="3227"/>
                  </a:cubicBezTo>
                  <a:cubicBezTo>
                    <a:pt x="147" y="3307"/>
                    <a:pt x="24" y="3483"/>
                    <a:pt x="13" y="3725"/>
                  </a:cubicBezTo>
                  <a:cubicBezTo>
                    <a:pt x="0" y="4004"/>
                    <a:pt x="224" y="4111"/>
                    <a:pt x="319" y="4159"/>
                  </a:cubicBezTo>
                  <a:cubicBezTo>
                    <a:pt x="596" y="4290"/>
                    <a:pt x="872" y="4425"/>
                    <a:pt x="1146" y="4559"/>
                  </a:cubicBezTo>
                  <a:cubicBezTo>
                    <a:pt x="1463" y="4712"/>
                    <a:pt x="1780" y="4866"/>
                    <a:pt x="2099" y="5020"/>
                  </a:cubicBezTo>
                  <a:cubicBezTo>
                    <a:pt x="2101" y="5020"/>
                    <a:pt x="2102" y="5021"/>
                    <a:pt x="2104" y="5021"/>
                  </a:cubicBezTo>
                  <a:cubicBezTo>
                    <a:pt x="2104" y="5025"/>
                    <a:pt x="2104" y="5032"/>
                    <a:pt x="2102" y="5043"/>
                  </a:cubicBezTo>
                  <a:cubicBezTo>
                    <a:pt x="2089" y="5195"/>
                    <a:pt x="2076" y="5345"/>
                    <a:pt x="2064" y="5496"/>
                  </a:cubicBezTo>
                  <a:cubicBezTo>
                    <a:pt x="2041" y="5781"/>
                    <a:pt x="2018" y="6077"/>
                    <a:pt x="1986" y="6366"/>
                  </a:cubicBezTo>
                  <a:cubicBezTo>
                    <a:pt x="1940" y="6770"/>
                    <a:pt x="1880" y="7179"/>
                    <a:pt x="1821" y="7575"/>
                  </a:cubicBezTo>
                  <a:lnTo>
                    <a:pt x="1803" y="7702"/>
                  </a:lnTo>
                  <a:cubicBezTo>
                    <a:pt x="1770" y="7917"/>
                    <a:pt x="1898" y="8141"/>
                    <a:pt x="2106" y="8236"/>
                  </a:cubicBezTo>
                  <a:cubicBezTo>
                    <a:pt x="2187" y="8272"/>
                    <a:pt x="2268" y="8290"/>
                    <a:pt x="2344" y="8290"/>
                  </a:cubicBezTo>
                  <a:cubicBezTo>
                    <a:pt x="2486" y="8290"/>
                    <a:pt x="2613" y="8231"/>
                    <a:pt x="2709" y="8114"/>
                  </a:cubicBezTo>
                  <a:cubicBezTo>
                    <a:pt x="2737" y="8077"/>
                    <a:pt x="2772" y="8043"/>
                    <a:pt x="2804" y="8012"/>
                  </a:cubicBezTo>
                  <a:cubicBezTo>
                    <a:pt x="2911" y="7912"/>
                    <a:pt x="3017" y="7809"/>
                    <a:pt x="3124" y="7708"/>
                  </a:cubicBezTo>
                  <a:cubicBezTo>
                    <a:pt x="3349" y="7493"/>
                    <a:pt x="3582" y="7270"/>
                    <a:pt x="3808" y="7046"/>
                  </a:cubicBezTo>
                  <a:cubicBezTo>
                    <a:pt x="4010" y="6845"/>
                    <a:pt x="4208" y="6634"/>
                    <a:pt x="4401" y="6431"/>
                  </a:cubicBezTo>
                  <a:cubicBezTo>
                    <a:pt x="4470" y="6358"/>
                    <a:pt x="4539" y="6286"/>
                    <a:pt x="4608" y="6213"/>
                  </a:cubicBezTo>
                  <a:cubicBezTo>
                    <a:pt x="4680" y="6243"/>
                    <a:pt x="4753" y="6275"/>
                    <a:pt x="4825" y="6305"/>
                  </a:cubicBezTo>
                  <a:cubicBezTo>
                    <a:pt x="5037" y="6393"/>
                    <a:pt x="5249" y="6482"/>
                    <a:pt x="5462" y="6567"/>
                  </a:cubicBezTo>
                  <a:cubicBezTo>
                    <a:pt x="6240" y="6880"/>
                    <a:pt x="6948" y="7080"/>
                    <a:pt x="7627" y="7181"/>
                  </a:cubicBezTo>
                  <a:cubicBezTo>
                    <a:pt x="7662" y="7186"/>
                    <a:pt x="7696" y="7189"/>
                    <a:pt x="7728" y="7189"/>
                  </a:cubicBezTo>
                  <a:cubicBezTo>
                    <a:pt x="7876" y="7189"/>
                    <a:pt x="7992" y="7133"/>
                    <a:pt x="8082" y="7022"/>
                  </a:cubicBezTo>
                  <a:cubicBezTo>
                    <a:pt x="8229" y="6839"/>
                    <a:pt x="8238" y="6601"/>
                    <a:pt x="8107" y="6401"/>
                  </a:cubicBezTo>
                  <a:cubicBezTo>
                    <a:pt x="7468" y="5437"/>
                    <a:pt x="6943" y="4652"/>
                    <a:pt x="6456" y="3927"/>
                  </a:cubicBezTo>
                  <a:cubicBezTo>
                    <a:pt x="6442" y="3904"/>
                    <a:pt x="6440" y="3896"/>
                    <a:pt x="6440" y="3896"/>
                  </a:cubicBezTo>
                  <a:cubicBezTo>
                    <a:pt x="6440" y="3896"/>
                    <a:pt x="6442" y="3886"/>
                    <a:pt x="6457" y="3860"/>
                  </a:cubicBezTo>
                  <a:cubicBezTo>
                    <a:pt x="6843" y="3249"/>
                    <a:pt x="7208" y="2657"/>
                    <a:pt x="7648" y="1946"/>
                  </a:cubicBezTo>
                  <a:cubicBezTo>
                    <a:pt x="7768" y="1751"/>
                    <a:pt x="7763" y="1547"/>
                    <a:pt x="7633" y="1373"/>
                  </a:cubicBezTo>
                  <a:cubicBezTo>
                    <a:pt x="7534" y="1239"/>
                    <a:pt x="7398" y="1169"/>
                    <a:pt x="7241" y="1169"/>
                  </a:cubicBezTo>
                  <a:cubicBezTo>
                    <a:pt x="7189" y="1169"/>
                    <a:pt x="7134" y="1177"/>
                    <a:pt x="7078" y="1192"/>
                  </a:cubicBezTo>
                  <a:lnTo>
                    <a:pt x="6538" y="1342"/>
                  </a:lnTo>
                  <a:cubicBezTo>
                    <a:pt x="6006" y="1488"/>
                    <a:pt x="5473" y="1634"/>
                    <a:pt x="4943" y="1784"/>
                  </a:cubicBezTo>
                  <a:cubicBezTo>
                    <a:pt x="4917" y="1792"/>
                    <a:pt x="4906" y="1792"/>
                    <a:pt x="4906" y="1793"/>
                  </a:cubicBezTo>
                  <a:cubicBezTo>
                    <a:pt x="4905" y="1792"/>
                    <a:pt x="4898" y="1788"/>
                    <a:pt x="4890" y="1775"/>
                  </a:cubicBezTo>
                  <a:lnTo>
                    <a:pt x="4866" y="1744"/>
                  </a:lnTo>
                  <a:cubicBezTo>
                    <a:pt x="4706" y="1536"/>
                    <a:pt x="4543" y="1323"/>
                    <a:pt x="4363" y="1124"/>
                  </a:cubicBezTo>
                  <a:cubicBezTo>
                    <a:pt x="4100" y="831"/>
                    <a:pt x="3787" y="485"/>
                    <a:pt x="3450" y="147"/>
                  </a:cubicBezTo>
                  <a:cubicBezTo>
                    <a:pt x="3352" y="51"/>
                    <a:pt x="3229" y="0"/>
                    <a:pt x="3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183;p68"/>
            <p:cNvSpPr/>
            <p:nvPr/>
          </p:nvSpPr>
          <p:spPr>
            <a:xfrm>
              <a:off x="2100900" y="4114675"/>
              <a:ext cx="24375" cy="3025"/>
            </a:xfrm>
            <a:custGeom>
              <a:avLst/>
              <a:gdLst/>
              <a:ahLst/>
              <a:cxnLst/>
              <a:rect l="l" t="t" r="r" b="b"/>
              <a:pathLst>
                <a:path w="975" h="121" extrusionOk="0">
                  <a:moveTo>
                    <a:pt x="78" y="1"/>
                  </a:moveTo>
                  <a:cubicBezTo>
                    <a:pt x="1" y="1"/>
                    <a:pt x="1" y="121"/>
                    <a:pt x="78" y="121"/>
                  </a:cubicBezTo>
                  <a:lnTo>
                    <a:pt x="897" y="121"/>
                  </a:lnTo>
                  <a:cubicBezTo>
                    <a:pt x="975" y="121"/>
                    <a:pt x="975" y="1"/>
                    <a:pt x="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184;p68"/>
            <p:cNvSpPr/>
            <p:nvPr/>
          </p:nvSpPr>
          <p:spPr>
            <a:xfrm>
              <a:off x="2101200" y="4105675"/>
              <a:ext cx="27075" cy="4200"/>
            </a:xfrm>
            <a:custGeom>
              <a:avLst/>
              <a:gdLst/>
              <a:ahLst/>
              <a:cxnLst/>
              <a:rect l="l" t="t" r="r" b="b"/>
              <a:pathLst>
                <a:path w="1083" h="168" extrusionOk="0">
                  <a:moveTo>
                    <a:pt x="95" y="0"/>
                  </a:moveTo>
                  <a:cubicBezTo>
                    <a:pt x="28" y="0"/>
                    <a:pt x="1" y="106"/>
                    <a:pt x="74" y="117"/>
                  </a:cubicBezTo>
                  <a:cubicBezTo>
                    <a:pt x="379" y="167"/>
                    <a:pt x="695" y="168"/>
                    <a:pt x="1005" y="168"/>
                  </a:cubicBezTo>
                  <a:cubicBezTo>
                    <a:pt x="1083" y="168"/>
                    <a:pt x="1083" y="48"/>
                    <a:pt x="1005" y="48"/>
                  </a:cubicBezTo>
                  <a:cubicBezTo>
                    <a:pt x="891" y="48"/>
                    <a:pt x="776" y="45"/>
                    <a:pt x="662" y="40"/>
                  </a:cubicBezTo>
                  <a:cubicBezTo>
                    <a:pt x="477" y="35"/>
                    <a:pt x="289" y="30"/>
                    <a:pt x="106" y="1"/>
                  </a:cubicBezTo>
                  <a:cubicBezTo>
                    <a:pt x="102" y="0"/>
                    <a:pt x="98" y="0"/>
                    <a:pt x="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185;p68"/>
            <p:cNvSpPr/>
            <p:nvPr/>
          </p:nvSpPr>
          <p:spPr>
            <a:xfrm>
              <a:off x="2101500" y="4122475"/>
              <a:ext cx="19550" cy="3650"/>
            </a:xfrm>
            <a:custGeom>
              <a:avLst/>
              <a:gdLst/>
              <a:ahLst/>
              <a:cxnLst/>
              <a:rect l="l" t="t" r="r" b="b"/>
              <a:pathLst>
                <a:path w="782" h="146" extrusionOk="0">
                  <a:moveTo>
                    <a:pt x="707" y="0"/>
                  </a:moveTo>
                  <a:cubicBezTo>
                    <a:pt x="706" y="0"/>
                    <a:pt x="705" y="0"/>
                    <a:pt x="704" y="0"/>
                  </a:cubicBezTo>
                  <a:cubicBezTo>
                    <a:pt x="496" y="13"/>
                    <a:pt x="287" y="24"/>
                    <a:pt x="78" y="25"/>
                  </a:cubicBezTo>
                  <a:cubicBezTo>
                    <a:pt x="0" y="25"/>
                    <a:pt x="0" y="146"/>
                    <a:pt x="78" y="146"/>
                  </a:cubicBezTo>
                  <a:cubicBezTo>
                    <a:pt x="287" y="146"/>
                    <a:pt x="496" y="133"/>
                    <a:pt x="704" y="122"/>
                  </a:cubicBezTo>
                  <a:cubicBezTo>
                    <a:pt x="780" y="118"/>
                    <a:pt x="782" y="0"/>
                    <a:pt x="7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186;p68"/>
            <p:cNvSpPr/>
            <p:nvPr/>
          </p:nvSpPr>
          <p:spPr>
            <a:xfrm>
              <a:off x="2110825" y="4075700"/>
              <a:ext cx="18375" cy="14275"/>
            </a:xfrm>
            <a:custGeom>
              <a:avLst/>
              <a:gdLst/>
              <a:ahLst/>
              <a:cxnLst/>
              <a:rect l="l" t="t" r="r" b="b"/>
              <a:pathLst>
                <a:path w="735" h="571" extrusionOk="0">
                  <a:moveTo>
                    <a:pt x="367" y="0"/>
                  </a:moveTo>
                  <a:cubicBezTo>
                    <a:pt x="0" y="0"/>
                    <a:pt x="0" y="570"/>
                    <a:pt x="367" y="570"/>
                  </a:cubicBezTo>
                  <a:cubicBezTo>
                    <a:pt x="734" y="570"/>
                    <a:pt x="734" y="0"/>
                    <a:pt x="3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187;p68"/>
            <p:cNvSpPr/>
            <p:nvPr/>
          </p:nvSpPr>
          <p:spPr>
            <a:xfrm>
              <a:off x="2173600" y="4062975"/>
              <a:ext cx="18400" cy="14275"/>
            </a:xfrm>
            <a:custGeom>
              <a:avLst/>
              <a:gdLst/>
              <a:ahLst/>
              <a:cxnLst/>
              <a:rect l="l" t="t" r="r" b="b"/>
              <a:pathLst>
                <a:path w="736" h="571" extrusionOk="0">
                  <a:moveTo>
                    <a:pt x="369" y="1"/>
                  </a:moveTo>
                  <a:cubicBezTo>
                    <a:pt x="2" y="1"/>
                    <a:pt x="1" y="570"/>
                    <a:pt x="369" y="570"/>
                  </a:cubicBezTo>
                  <a:cubicBezTo>
                    <a:pt x="736" y="570"/>
                    <a:pt x="736" y="1"/>
                    <a:pt x="3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188;p68"/>
            <p:cNvSpPr/>
            <p:nvPr/>
          </p:nvSpPr>
          <p:spPr>
            <a:xfrm>
              <a:off x="2122450" y="4055325"/>
              <a:ext cx="20375" cy="15800"/>
            </a:xfrm>
            <a:custGeom>
              <a:avLst/>
              <a:gdLst/>
              <a:ahLst/>
              <a:cxnLst/>
              <a:rect l="l" t="t" r="r" b="b"/>
              <a:pathLst>
                <a:path w="815" h="632" extrusionOk="0">
                  <a:moveTo>
                    <a:pt x="408" y="1"/>
                  </a:moveTo>
                  <a:cubicBezTo>
                    <a:pt x="2" y="2"/>
                    <a:pt x="1" y="632"/>
                    <a:pt x="408" y="632"/>
                  </a:cubicBezTo>
                  <a:cubicBezTo>
                    <a:pt x="813" y="632"/>
                    <a:pt x="81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189;p68"/>
            <p:cNvSpPr/>
            <p:nvPr/>
          </p:nvSpPr>
          <p:spPr>
            <a:xfrm>
              <a:off x="2131100" y="4058725"/>
              <a:ext cx="6000" cy="4675"/>
            </a:xfrm>
            <a:custGeom>
              <a:avLst/>
              <a:gdLst/>
              <a:ahLst/>
              <a:cxnLst/>
              <a:rect l="l" t="t" r="r" b="b"/>
              <a:pathLst>
                <a:path w="240" h="187" extrusionOk="0">
                  <a:moveTo>
                    <a:pt x="120" y="1"/>
                  </a:moveTo>
                  <a:cubicBezTo>
                    <a:pt x="1" y="1"/>
                    <a:pt x="1" y="186"/>
                    <a:pt x="120" y="186"/>
                  </a:cubicBezTo>
                  <a:cubicBezTo>
                    <a:pt x="239" y="186"/>
                    <a:pt x="239" y="1"/>
                    <a:pt x="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190;p68"/>
            <p:cNvSpPr/>
            <p:nvPr/>
          </p:nvSpPr>
          <p:spPr>
            <a:xfrm>
              <a:off x="2153375" y="4049100"/>
              <a:ext cx="20350" cy="15775"/>
            </a:xfrm>
            <a:custGeom>
              <a:avLst/>
              <a:gdLst/>
              <a:ahLst/>
              <a:cxnLst/>
              <a:rect l="l" t="t" r="r" b="b"/>
              <a:pathLst>
                <a:path w="814" h="631" extrusionOk="0">
                  <a:moveTo>
                    <a:pt x="406" y="0"/>
                  </a:moveTo>
                  <a:cubicBezTo>
                    <a:pt x="1" y="0"/>
                    <a:pt x="1" y="630"/>
                    <a:pt x="406" y="630"/>
                  </a:cubicBezTo>
                  <a:cubicBezTo>
                    <a:pt x="811" y="630"/>
                    <a:pt x="813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191;p68"/>
            <p:cNvSpPr/>
            <p:nvPr/>
          </p:nvSpPr>
          <p:spPr>
            <a:xfrm>
              <a:off x="2161975" y="4052450"/>
              <a:ext cx="6000" cy="4650"/>
            </a:xfrm>
            <a:custGeom>
              <a:avLst/>
              <a:gdLst/>
              <a:ahLst/>
              <a:cxnLst/>
              <a:rect l="l" t="t" r="r" b="b"/>
              <a:pathLst>
                <a:path w="240" h="186" extrusionOk="0">
                  <a:moveTo>
                    <a:pt x="120" y="1"/>
                  </a:moveTo>
                  <a:cubicBezTo>
                    <a:pt x="1" y="1"/>
                    <a:pt x="1" y="185"/>
                    <a:pt x="120" y="185"/>
                  </a:cubicBezTo>
                  <a:cubicBezTo>
                    <a:pt x="239" y="185"/>
                    <a:pt x="239" y="1"/>
                    <a:pt x="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192;p68"/>
            <p:cNvSpPr/>
            <p:nvPr/>
          </p:nvSpPr>
          <p:spPr>
            <a:xfrm>
              <a:off x="2141875" y="4072125"/>
              <a:ext cx="19700" cy="13100"/>
            </a:xfrm>
            <a:custGeom>
              <a:avLst/>
              <a:gdLst/>
              <a:ahLst/>
              <a:cxnLst/>
              <a:rect l="l" t="t" r="r" b="b"/>
              <a:pathLst>
                <a:path w="788" h="524" extrusionOk="0">
                  <a:moveTo>
                    <a:pt x="691" y="0"/>
                  </a:moveTo>
                  <a:cubicBezTo>
                    <a:pt x="646" y="0"/>
                    <a:pt x="601" y="36"/>
                    <a:pt x="617" y="91"/>
                  </a:cubicBezTo>
                  <a:cubicBezTo>
                    <a:pt x="620" y="101"/>
                    <a:pt x="622" y="110"/>
                    <a:pt x="623" y="120"/>
                  </a:cubicBezTo>
                  <a:cubicBezTo>
                    <a:pt x="625" y="123"/>
                    <a:pt x="626" y="134"/>
                    <a:pt x="627" y="138"/>
                  </a:cubicBezTo>
                  <a:lnTo>
                    <a:pt x="627" y="138"/>
                  </a:lnTo>
                  <a:cubicBezTo>
                    <a:pt x="628" y="153"/>
                    <a:pt x="629" y="169"/>
                    <a:pt x="628" y="184"/>
                  </a:cubicBezTo>
                  <a:cubicBezTo>
                    <a:pt x="628" y="187"/>
                    <a:pt x="627" y="192"/>
                    <a:pt x="627" y="195"/>
                  </a:cubicBezTo>
                  <a:lnTo>
                    <a:pt x="627" y="195"/>
                  </a:lnTo>
                  <a:cubicBezTo>
                    <a:pt x="627" y="195"/>
                    <a:pt x="627" y="195"/>
                    <a:pt x="627" y="195"/>
                  </a:cubicBezTo>
                  <a:lnTo>
                    <a:pt x="622" y="215"/>
                  </a:lnTo>
                  <a:cubicBezTo>
                    <a:pt x="621" y="221"/>
                    <a:pt x="618" y="227"/>
                    <a:pt x="617" y="234"/>
                  </a:cubicBezTo>
                  <a:cubicBezTo>
                    <a:pt x="617" y="235"/>
                    <a:pt x="617" y="236"/>
                    <a:pt x="617" y="237"/>
                  </a:cubicBezTo>
                  <a:lnTo>
                    <a:pt x="617" y="237"/>
                  </a:lnTo>
                  <a:cubicBezTo>
                    <a:pt x="615" y="240"/>
                    <a:pt x="613" y="244"/>
                    <a:pt x="612" y="246"/>
                  </a:cubicBezTo>
                  <a:cubicBezTo>
                    <a:pt x="606" y="257"/>
                    <a:pt x="598" y="269"/>
                    <a:pt x="591" y="281"/>
                  </a:cubicBezTo>
                  <a:cubicBezTo>
                    <a:pt x="590" y="284"/>
                    <a:pt x="589" y="285"/>
                    <a:pt x="589" y="285"/>
                  </a:cubicBezTo>
                  <a:cubicBezTo>
                    <a:pt x="589" y="285"/>
                    <a:pt x="593" y="278"/>
                    <a:pt x="593" y="277"/>
                  </a:cubicBezTo>
                  <a:lnTo>
                    <a:pt x="593" y="277"/>
                  </a:lnTo>
                  <a:cubicBezTo>
                    <a:pt x="591" y="279"/>
                    <a:pt x="588" y="283"/>
                    <a:pt x="586" y="286"/>
                  </a:cubicBezTo>
                  <a:cubicBezTo>
                    <a:pt x="581" y="292"/>
                    <a:pt x="576" y="298"/>
                    <a:pt x="570" y="303"/>
                  </a:cubicBezTo>
                  <a:cubicBezTo>
                    <a:pt x="565" y="308"/>
                    <a:pt x="560" y="312"/>
                    <a:pt x="555" y="317"/>
                  </a:cubicBezTo>
                  <a:lnTo>
                    <a:pt x="555" y="317"/>
                  </a:lnTo>
                  <a:cubicBezTo>
                    <a:pt x="554" y="317"/>
                    <a:pt x="552" y="318"/>
                    <a:pt x="550" y="319"/>
                  </a:cubicBezTo>
                  <a:cubicBezTo>
                    <a:pt x="536" y="329"/>
                    <a:pt x="524" y="336"/>
                    <a:pt x="509" y="343"/>
                  </a:cubicBezTo>
                  <a:cubicBezTo>
                    <a:pt x="503" y="346"/>
                    <a:pt x="497" y="349"/>
                    <a:pt x="490" y="352"/>
                  </a:cubicBezTo>
                  <a:cubicBezTo>
                    <a:pt x="496" y="349"/>
                    <a:pt x="498" y="348"/>
                    <a:pt x="498" y="348"/>
                  </a:cubicBezTo>
                  <a:lnTo>
                    <a:pt x="498" y="348"/>
                  </a:lnTo>
                  <a:cubicBezTo>
                    <a:pt x="498" y="348"/>
                    <a:pt x="488" y="352"/>
                    <a:pt x="485" y="354"/>
                  </a:cubicBezTo>
                  <a:cubicBezTo>
                    <a:pt x="469" y="359"/>
                    <a:pt x="454" y="364"/>
                    <a:pt x="437" y="367"/>
                  </a:cubicBezTo>
                  <a:lnTo>
                    <a:pt x="417" y="371"/>
                  </a:lnTo>
                  <a:cubicBezTo>
                    <a:pt x="414" y="371"/>
                    <a:pt x="411" y="372"/>
                    <a:pt x="407" y="372"/>
                  </a:cubicBezTo>
                  <a:cubicBezTo>
                    <a:pt x="407" y="372"/>
                    <a:pt x="407" y="372"/>
                    <a:pt x="407" y="372"/>
                  </a:cubicBezTo>
                  <a:lnTo>
                    <a:pt x="407" y="372"/>
                  </a:lnTo>
                  <a:cubicBezTo>
                    <a:pt x="392" y="373"/>
                    <a:pt x="378" y="375"/>
                    <a:pt x="362" y="375"/>
                  </a:cubicBezTo>
                  <a:cubicBezTo>
                    <a:pt x="349" y="375"/>
                    <a:pt x="335" y="373"/>
                    <a:pt x="323" y="372"/>
                  </a:cubicBezTo>
                  <a:lnTo>
                    <a:pt x="323" y="372"/>
                  </a:lnTo>
                  <a:cubicBezTo>
                    <a:pt x="323" y="372"/>
                    <a:pt x="323" y="372"/>
                    <a:pt x="323" y="372"/>
                  </a:cubicBezTo>
                  <a:cubicBezTo>
                    <a:pt x="321" y="371"/>
                    <a:pt x="317" y="371"/>
                    <a:pt x="314" y="371"/>
                  </a:cubicBezTo>
                  <a:cubicBezTo>
                    <a:pt x="306" y="370"/>
                    <a:pt x="298" y="369"/>
                    <a:pt x="291" y="366"/>
                  </a:cubicBezTo>
                  <a:cubicBezTo>
                    <a:pt x="279" y="362"/>
                    <a:pt x="267" y="359"/>
                    <a:pt x="256" y="355"/>
                  </a:cubicBezTo>
                  <a:lnTo>
                    <a:pt x="256" y="355"/>
                  </a:lnTo>
                  <a:cubicBezTo>
                    <a:pt x="255" y="355"/>
                    <a:pt x="255" y="355"/>
                    <a:pt x="255" y="355"/>
                  </a:cubicBezTo>
                  <a:lnTo>
                    <a:pt x="246" y="350"/>
                  </a:lnTo>
                  <a:cubicBezTo>
                    <a:pt x="240" y="346"/>
                    <a:pt x="233" y="343"/>
                    <a:pt x="226" y="339"/>
                  </a:cubicBezTo>
                  <a:cubicBezTo>
                    <a:pt x="219" y="335"/>
                    <a:pt x="213" y="330"/>
                    <a:pt x="207" y="326"/>
                  </a:cubicBezTo>
                  <a:lnTo>
                    <a:pt x="207" y="326"/>
                  </a:lnTo>
                  <a:cubicBezTo>
                    <a:pt x="212" y="330"/>
                    <a:pt x="214" y="331"/>
                    <a:pt x="214" y="331"/>
                  </a:cubicBezTo>
                  <a:cubicBezTo>
                    <a:pt x="214" y="331"/>
                    <a:pt x="203" y="323"/>
                    <a:pt x="200" y="319"/>
                  </a:cubicBezTo>
                  <a:cubicBezTo>
                    <a:pt x="195" y="314"/>
                    <a:pt x="189" y="309"/>
                    <a:pt x="184" y="303"/>
                  </a:cubicBezTo>
                  <a:cubicBezTo>
                    <a:pt x="182" y="300"/>
                    <a:pt x="181" y="299"/>
                    <a:pt x="180" y="298"/>
                  </a:cubicBezTo>
                  <a:lnTo>
                    <a:pt x="180" y="298"/>
                  </a:lnTo>
                  <a:cubicBezTo>
                    <a:pt x="180" y="298"/>
                    <a:pt x="179" y="297"/>
                    <a:pt x="179" y="297"/>
                  </a:cubicBezTo>
                  <a:cubicBezTo>
                    <a:pt x="176" y="289"/>
                    <a:pt x="172" y="283"/>
                    <a:pt x="168" y="276"/>
                  </a:cubicBezTo>
                  <a:cubicBezTo>
                    <a:pt x="167" y="272"/>
                    <a:pt x="163" y="268"/>
                    <a:pt x="162" y="266"/>
                  </a:cubicBezTo>
                  <a:cubicBezTo>
                    <a:pt x="157" y="247"/>
                    <a:pt x="152" y="230"/>
                    <a:pt x="150" y="212"/>
                  </a:cubicBezTo>
                  <a:cubicBezTo>
                    <a:pt x="146" y="178"/>
                    <a:pt x="108" y="158"/>
                    <a:pt x="75" y="158"/>
                  </a:cubicBezTo>
                  <a:cubicBezTo>
                    <a:pt x="69" y="158"/>
                    <a:pt x="64" y="159"/>
                    <a:pt x="59" y="160"/>
                  </a:cubicBezTo>
                  <a:cubicBezTo>
                    <a:pt x="16" y="174"/>
                    <a:pt x="1" y="215"/>
                    <a:pt x="6" y="253"/>
                  </a:cubicBezTo>
                  <a:cubicBezTo>
                    <a:pt x="32" y="438"/>
                    <a:pt x="193" y="524"/>
                    <a:pt x="361" y="524"/>
                  </a:cubicBezTo>
                  <a:cubicBezTo>
                    <a:pt x="508" y="524"/>
                    <a:pt x="661" y="458"/>
                    <a:pt x="732" y="335"/>
                  </a:cubicBezTo>
                  <a:cubicBezTo>
                    <a:pt x="783" y="249"/>
                    <a:pt x="787" y="147"/>
                    <a:pt x="760" y="53"/>
                  </a:cubicBezTo>
                  <a:cubicBezTo>
                    <a:pt x="750" y="16"/>
                    <a:pt x="721" y="0"/>
                    <a:pt x="6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200;p68"/>
          <p:cNvSpPr/>
          <p:nvPr/>
        </p:nvSpPr>
        <p:spPr>
          <a:xfrm rot="2180486">
            <a:off x="6649806" y="423579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4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5"/>
          <p:cNvSpPr txBox="1">
            <a:spLocks noGrp="1"/>
          </p:cNvSpPr>
          <p:nvPr>
            <p:ph type="title"/>
          </p:nvPr>
        </p:nvSpPr>
        <p:spPr>
          <a:xfrm>
            <a:off x="720000" y="3765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CV-</a:t>
            </a:r>
            <a:r>
              <a:rPr lang="ru-RU" dirty="0">
                <a:latin typeface="+mj-lt"/>
              </a:rPr>
              <a:t>часть</a:t>
            </a:r>
            <a:endParaRPr dirty="0">
              <a:latin typeface="+mj-lt"/>
            </a:endParaRPr>
          </a:p>
        </p:txBody>
      </p:sp>
      <p:sp>
        <p:nvSpPr>
          <p:cNvPr id="1052" name="Google Shape;1052;p65"/>
          <p:cNvSpPr txBox="1">
            <a:spLocks noGrp="1"/>
          </p:cNvSpPr>
          <p:nvPr>
            <p:ph type="body" idx="1"/>
          </p:nvPr>
        </p:nvSpPr>
        <p:spPr>
          <a:xfrm>
            <a:off x="720000" y="1238012"/>
            <a:ext cx="3685023" cy="3522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800" dirty="0">
                <a:latin typeface="+mj-lt"/>
              </a:rPr>
              <a:t>Распознавание отдельных </a:t>
            </a:r>
            <a:r>
              <a:rPr lang="en-US" sz="1800" dirty="0" err="1">
                <a:latin typeface="+mj-lt"/>
              </a:rPr>
              <a:t>ArUco</a:t>
            </a:r>
            <a:r>
              <a:rPr lang="en-US" sz="1800" dirty="0">
                <a:latin typeface="+mj-lt"/>
              </a:rPr>
              <a:t>-</a:t>
            </a:r>
            <a:r>
              <a:rPr lang="ru-RU" sz="1800" dirty="0">
                <a:latin typeface="+mj-lt"/>
              </a:rPr>
              <a:t>меток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800" dirty="0">
                <a:latin typeface="+mj-lt"/>
              </a:rPr>
              <a:t>Нахождение крайних маркеров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800" dirty="0">
                <a:latin typeface="+mj-lt"/>
              </a:rPr>
              <a:t>Создание системы координат</a:t>
            </a:r>
            <a:r>
              <a:rPr lang="en-US" sz="1800" dirty="0">
                <a:latin typeface="+mj-lt"/>
              </a:rPr>
              <a:t>, </a:t>
            </a:r>
            <a:r>
              <a:rPr lang="ru-RU" sz="1800" dirty="0">
                <a:latin typeface="+mj-lt"/>
              </a:rPr>
              <a:t>понятной роботу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800" dirty="0">
                <a:latin typeface="+mj-lt"/>
              </a:rPr>
              <a:t>Обнаружение новых маркеров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800" dirty="0">
                <a:latin typeface="+mj-lt"/>
              </a:rPr>
              <a:t>Вычисление координат и углов поворота меток</a:t>
            </a:r>
            <a:endParaRPr sz="1800" dirty="0">
              <a:latin typeface="+mj-lt"/>
            </a:endParaRPr>
          </a:p>
        </p:txBody>
      </p:sp>
      <p:grpSp>
        <p:nvGrpSpPr>
          <p:cNvPr id="1053" name="Google Shape;1053;p65"/>
          <p:cNvGrpSpPr/>
          <p:nvPr/>
        </p:nvGrpSpPr>
        <p:grpSpPr>
          <a:xfrm flipH="1">
            <a:off x="7534876" y="288976"/>
            <a:ext cx="1336456" cy="884792"/>
            <a:chOff x="3930675" y="743750"/>
            <a:chExt cx="630850" cy="417650"/>
          </a:xfrm>
        </p:grpSpPr>
        <p:sp>
          <p:nvSpPr>
            <p:cNvPr id="1054" name="Google Shape;1054;p65"/>
            <p:cNvSpPr/>
            <p:nvPr/>
          </p:nvSpPr>
          <p:spPr>
            <a:xfrm>
              <a:off x="3930675" y="743750"/>
              <a:ext cx="630850" cy="417650"/>
            </a:xfrm>
            <a:custGeom>
              <a:avLst/>
              <a:gdLst/>
              <a:ahLst/>
              <a:cxnLst/>
              <a:rect l="l" t="t" r="r" b="b"/>
              <a:pathLst>
                <a:path w="25234" h="16706" extrusionOk="0">
                  <a:moveTo>
                    <a:pt x="13883" y="1638"/>
                  </a:moveTo>
                  <a:cubicBezTo>
                    <a:pt x="15749" y="1638"/>
                    <a:pt x="17666" y="2348"/>
                    <a:pt x="18162" y="4215"/>
                  </a:cubicBezTo>
                  <a:cubicBezTo>
                    <a:pt x="17956" y="4133"/>
                    <a:pt x="17732" y="4089"/>
                    <a:pt x="17504" y="4089"/>
                  </a:cubicBezTo>
                  <a:cubicBezTo>
                    <a:pt x="17334" y="4089"/>
                    <a:pt x="17162" y="4113"/>
                    <a:pt x="16994" y="4164"/>
                  </a:cubicBezTo>
                  <a:cubicBezTo>
                    <a:pt x="16281" y="2998"/>
                    <a:pt x="14923" y="2499"/>
                    <a:pt x="13568" y="2499"/>
                  </a:cubicBezTo>
                  <a:cubicBezTo>
                    <a:pt x="12826" y="2499"/>
                    <a:pt x="12084" y="2649"/>
                    <a:pt x="11450" y="2920"/>
                  </a:cubicBezTo>
                  <a:cubicBezTo>
                    <a:pt x="9436" y="3782"/>
                    <a:pt x="8147" y="5984"/>
                    <a:pt x="8461" y="8165"/>
                  </a:cubicBezTo>
                  <a:cubicBezTo>
                    <a:pt x="8465" y="8192"/>
                    <a:pt x="8482" y="8210"/>
                    <a:pt x="8504" y="8216"/>
                  </a:cubicBezTo>
                  <a:cubicBezTo>
                    <a:pt x="8511" y="8218"/>
                    <a:pt x="8519" y="8219"/>
                    <a:pt x="8527" y="8219"/>
                  </a:cubicBezTo>
                  <a:cubicBezTo>
                    <a:pt x="8568" y="8219"/>
                    <a:pt x="8612" y="8191"/>
                    <a:pt x="8611" y="8143"/>
                  </a:cubicBezTo>
                  <a:cubicBezTo>
                    <a:pt x="8554" y="6156"/>
                    <a:pt x="9419" y="4222"/>
                    <a:pt x="11248" y="3284"/>
                  </a:cubicBezTo>
                  <a:cubicBezTo>
                    <a:pt x="11922" y="2937"/>
                    <a:pt x="12753" y="2742"/>
                    <a:pt x="13579" y="2742"/>
                  </a:cubicBezTo>
                  <a:cubicBezTo>
                    <a:pt x="14837" y="2742"/>
                    <a:pt x="16084" y="3194"/>
                    <a:pt x="16755" y="4255"/>
                  </a:cubicBezTo>
                  <a:cubicBezTo>
                    <a:pt x="16438" y="4405"/>
                    <a:pt x="16133" y="4667"/>
                    <a:pt x="15915" y="4979"/>
                  </a:cubicBezTo>
                  <a:cubicBezTo>
                    <a:pt x="15407" y="4091"/>
                    <a:pt x="14401" y="3724"/>
                    <a:pt x="13382" y="3724"/>
                  </a:cubicBezTo>
                  <a:cubicBezTo>
                    <a:pt x="12686" y="3724"/>
                    <a:pt x="11985" y="3895"/>
                    <a:pt x="11431" y="4188"/>
                  </a:cubicBezTo>
                  <a:cubicBezTo>
                    <a:pt x="9890" y="5003"/>
                    <a:pt x="9035" y="6851"/>
                    <a:pt x="9302" y="8555"/>
                  </a:cubicBezTo>
                  <a:cubicBezTo>
                    <a:pt x="9048" y="8416"/>
                    <a:pt x="8778" y="8308"/>
                    <a:pt x="8498" y="8236"/>
                  </a:cubicBezTo>
                  <a:cubicBezTo>
                    <a:pt x="8212" y="8160"/>
                    <a:pt x="7918" y="8121"/>
                    <a:pt x="7632" y="8121"/>
                  </a:cubicBezTo>
                  <a:cubicBezTo>
                    <a:pt x="7564" y="8121"/>
                    <a:pt x="7496" y="8123"/>
                    <a:pt x="7428" y="8128"/>
                  </a:cubicBezTo>
                  <a:cubicBezTo>
                    <a:pt x="7325" y="5375"/>
                    <a:pt x="9017" y="2869"/>
                    <a:pt x="11649" y="1987"/>
                  </a:cubicBezTo>
                  <a:cubicBezTo>
                    <a:pt x="12309" y="1765"/>
                    <a:pt x="13091" y="1638"/>
                    <a:pt x="13883" y="1638"/>
                  </a:cubicBezTo>
                  <a:close/>
                  <a:moveTo>
                    <a:pt x="13392" y="3956"/>
                  </a:moveTo>
                  <a:cubicBezTo>
                    <a:pt x="14357" y="3956"/>
                    <a:pt x="15292" y="4315"/>
                    <a:pt x="15763" y="5189"/>
                  </a:cubicBezTo>
                  <a:cubicBezTo>
                    <a:pt x="15767" y="5196"/>
                    <a:pt x="15771" y="5199"/>
                    <a:pt x="15776" y="5205"/>
                  </a:cubicBezTo>
                  <a:cubicBezTo>
                    <a:pt x="15565" y="5606"/>
                    <a:pt x="15506" y="6057"/>
                    <a:pt x="15736" y="6450"/>
                  </a:cubicBezTo>
                  <a:cubicBezTo>
                    <a:pt x="15676" y="6432"/>
                    <a:pt x="15615" y="6416"/>
                    <a:pt x="15552" y="6402"/>
                  </a:cubicBezTo>
                  <a:cubicBezTo>
                    <a:pt x="15584" y="6382"/>
                    <a:pt x="15606" y="6350"/>
                    <a:pt x="15601" y="6307"/>
                  </a:cubicBezTo>
                  <a:cubicBezTo>
                    <a:pt x="15456" y="5083"/>
                    <a:pt x="14451" y="4429"/>
                    <a:pt x="13382" y="4429"/>
                  </a:cubicBezTo>
                  <a:cubicBezTo>
                    <a:pt x="12911" y="4429"/>
                    <a:pt x="12428" y="4556"/>
                    <a:pt x="12000" y="4818"/>
                  </a:cubicBezTo>
                  <a:cubicBezTo>
                    <a:pt x="10479" y="5745"/>
                    <a:pt x="10003" y="7811"/>
                    <a:pt x="10337" y="9525"/>
                  </a:cubicBezTo>
                  <a:cubicBezTo>
                    <a:pt x="10124" y="9168"/>
                    <a:pt x="9813" y="8873"/>
                    <a:pt x="9450" y="8646"/>
                  </a:cubicBezTo>
                  <a:cubicBezTo>
                    <a:pt x="9399" y="7080"/>
                    <a:pt x="9860" y="5464"/>
                    <a:pt x="11247" y="4565"/>
                  </a:cubicBezTo>
                  <a:cubicBezTo>
                    <a:pt x="11832" y="4185"/>
                    <a:pt x="12622" y="3956"/>
                    <a:pt x="13392" y="3956"/>
                  </a:cubicBezTo>
                  <a:close/>
                  <a:moveTo>
                    <a:pt x="21245" y="4010"/>
                  </a:moveTo>
                  <a:cubicBezTo>
                    <a:pt x="21489" y="4010"/>
                    <a:pt x="21735" y="4054"/>
                    <a:pt x="21973" y="4145"/>
                  </a:cubicBezTo>
                  <a:cubicBezTo>
                    <a:pt x="23079" y="4572"/>
                    <a:pt x="23437" y="5983"/>
                    <a:pt x="22463" y="6751"/>
                  </a:cubicBezTo>
                  <a:cubicBezTo>
                    <a:pt x="22343" y="6845"/>
                    <a:pt x="22453" y="6996"/>
                    <a:pt x="22576" y="6996"/>
                  </a:cubicBezTo>
                  <a:cubicBezTo>
                    <a:pt x="22609" y="6996"/>
                    <a:pt x="22642" y="6985"/>
                    <a:pt x="22673" y="6961"/>
                  </a:cubicBezTo>
                  <a:cubicBezTo>
                    <a:pt x="22678" y="6956"/>
                    <a:pt x="22685" y="6952"/>
                    <a:pt x="22691" y="6947"/>
                  </a:cubicBezTo>
                  <a:cubicBezTo>
                    <a:pt x="22704" y="6946"/>
                    <a:pt x="22716" y="6946"/>
                    <a:pt x="22729" y="6946"/>
                  </a:cubicBezTo>
                  <a:cubicBezTo>
                    <a:pt x="23853" y="6946"/>
                    <a:pt x="24847" y="7904"/>
                    <a:pt x="24490" y="9079"/>
                  </a:cubicBezTo>
                  <a:cubicBezTo>
                    <a:pt x="24242" y="9899"/>
                    <a:pt x="23573" y="10247"/>
                    <a:pt x="22859" y="10247"/>
                  </a:cubicBezTo>
                  <a:cubicBezTo>
                    <a:pt x="22317" y="10247"/>
                    <a:pt x="21749" y="10047"/>
                    <a:pt x="21319" y="9699"/>
                  </a:cubicBezTo>
                  <a:cubicBezTo>
                    <a:pt x="21290" y="9675"/>
                    <a:pt x="21258" y="9664"/>
                    <a:pt x="21227" y="9664"/>
                  </a:cubicBezTo>
                  <a:cubicBezTo>
                    <a:pt x="21112" y="9664"/>
                    <a:pt x="21012" y="9801"/>
                    <a:pt x="21121" y="9899"/>
                  </a:cubicBezTo>
                  <a:cubicBezTo>
                    <a:pt x="21173" y="9950"/>
                    <a:pt x="21235" y="9996"/>
                    <a:pt x="21293" y="10043"/>
                  </a:cubicBezTo>
                  <a:cubicBezTo>
                    <a:pt x="21652" y="10671"/>
                    <a:pt x="20754" y="10990"/>
                    <a:pt x="20188" y="10990"/>
                  </a:cubicBezTo>
                  <a:cubicBezTo>
                    <a:pt x="20107" y="10990"/>
                    <a:pt x="20033" y="10983"/>
                    <a:pt x="19970" y="10970"/>
                  </a:cubicBezTo>
                  <a:cubicBezTo>
                    <a:pt x="19499" y="10872"/>
                    <a:pt x="19111" y="10594"/>
                    <a:pt x="18843" y="10196"/>
                  </a:cubicBezTo>
                  <a:cubicBezTo>
                    <a:pt x="18814" y="10153"/>
                    <a:pt x="18773" y="10135"/>
                    <a:pt x="18732" y="10135"/>
                  </a:cubicBezTo>
                  <a:cubicBezTo>
                    <a:pt x="18702" y="10135"/>
                    <a:pt x="18671" y="10145"/>
                    <a:pt x="18646" y="10163"/>
                  </a:cubicBezTo>
                  <a:cubicBezTo>
                    <a:pt x="18614" y="10167"/>
                    <a:pt x="18583" y="10186"/>
                    <a:pt x="18558" y="10221"/>
                  </a:cubicBezTo>
                  <a:cubicBezTo>
                    <a:pt x="18183" y="10759"/>
                    <a:pt x="17484" y="11063"/>
                    <a:pt x="16802" y="11063"/>
                  </a:cubicBezTo>
                  <a:cubicBezTo>
                    <a:pt x="16472" y="11063"/>
                    <a:pt x="16146" y="10992"/>
                    <a:pt x="15862" y="10842"/>
                  </a:cubicBezTo>
                  <a:cubicBezTo>
                    <a:pt x="15011" y="10392"/>
                    <a:pt x="15004" y="9388"/>
                    <a:pt x="15689" y="8811"/>
                  </a:cubicBezTo>
                  <a:cubicBezTo>
                    <a:pt x="15742" y="8767"/>
                    <a:pt x="15694" y="8691"/>
                    <a:pt x="15637" y="8691"/>
                  </a:cubicBezTo>
                  <a:cubicBezTo>
                    <a:pt x="15632" y="8691"/>
                    <a:pt x="15627" y="8691"/>
                    <a:pt x="15622" y="8693"/>
                  </a:cubicBezTo>
                  <a:cubicBezTo>
                    <a:pt x="15592" y="8701"/>
                    <a:pt x="15569" y="8711"/>
                    <a:pt x="15543" y="8718"/>
                  </a:cubicBezTo>
                  <a:cubicBezTo>
                    <a:pt x="15548" y="8657"/>
                    <a:pt x="15491" y="8588"/>
                    <a:pt x="15419" y="8588"/>
                  </a:cubicBezTo>
                  <a:cubicBezTo>
                    <a:pt x="15413" y="8588"/>
                    <a:pt x="15407" y="8589"/>
                    <a:pt x="15400" y="8590"/>
                  </a:cubicBezTo>
                  <a:cubicBezTo>
                    <a:pt x="15327" y="8603"/>
                    <a:pt x="15255" y="8609"/>
                    <a:pt x="15184" y="8609"/>
                  </a:cubicBezTo>
                  <a:cubicBezTo>
                    <a:pt x="14561" y="8609"/>
                    <a:pt x="14034" y="8138"/>
                    <a:pt x="14188" y="7439"/>
                  </a:cubicBezTo>
                  <a:cubicBezTo>
                    <a:pt x="14316" y="6862"/>
                    <a:pt x="14824" y="6569"/>
                    <a:pt x="15355" y="6569"/>
                  </a:cubicBezTo>
                  <a:cubicBezTo>
                    <a:pt x="15545" y="6569"/>
                    <a:pt x="15738" y="6607"/>
                    <a:pt x="15917" y="6682"/>
                  </a:cubicBezTo>
                  <a:lnTo>
                    <a:pt x="15927" y="6692"/>
                  </a:lnTo>
                  <a:cubicBezTo>
                    <a:pt x="15944" y="6709"/>
                    <a:pt x="15965" y="6717"/>
                    <a:pt x="15985" y="6717"/>
                  </a:cubicBezTo>
                  <a:cubicBezTo>
                    <a:pt x="16047" y="6717"/>
                    <a:pt x="16108" y="6650"/>
                    <a:pt x="16065" y="6585"/>
                  </a:cubicBezTo>
                  <a:cubicBezTo>
                    <a:pt x="15331" y="5467"/>
                    <a:pt x="16547" y="4410"/>
                    <a:pt x="17611" y="4410"/>
                  </a:cubicBezTo>
                  <a:cubicBezTo>
                    <a:pt x="18204" y="4410"/>
                    <a:pt x="18751" y="4739"/>
                    <a:pt x="18884" y="5572"/>
                  </a:cubicBezTo>
                  <a:cubicBezTo>
                    <a:pt x="18895" y="5637"/>
                    <a:pt x="18949" y="5667"/>
                    <a:pt x="19005" y="5667"/>
                  </a:cubicBezTo>
                  <a:cubicBezTo>
                    <a:pt x="19050" y="5667"/>
                    <a:pt x="19096" y="5648"/>
                    <a:pt x="19123" y="5613"/>
                  </a:cubicBezTo>
                  <a:cubicBezTo>
                    <a:pt x="19158" y="5601"/>
                    <a:pt x="19180" y="5558"/>
                    <a:pt x="19160" y="5516"/>
                  </a:cubicBezTo>
                  <a:cubicBezTo>
                    <a:pt x="18960" y="5088"/>
                    <a:pt x="19926" y="4435"/>
                    <a:pt x="20193" y="4288"/>
                  </a:cubicBezTo>
                  <a:cubicBezTo>
                    <a:pt x="20524" y="4106"/>
                    <a:pt x="20883" y="4010"/>
                    <a:pt x="21245" y="4010"/>
                  </a:cubicBezTo>
                  <a:close/>
                  <a:moveTo>
                    <a:pt x="7715" y="8402"/>
                  </a:moveTo>
                  <a:cubicBezTo>
                    <a:pt x="8998" y="8402"/>
                    <a:pt x="10414" y="9306"/>
                    <a:pt x="10355" y="10748"/>
                  </a:cubicBezTo>
                  <a:cubicBezTo>
                    <a:pt x="10351" y="10841"/>
                    <a:pt x="10420" y="10887"/>
                    <a:pt x="10491" y="10887"/>
                  </a:cubicBezTo>
                  <a:cubicBezTo>
                    <a:pt x="10547" y="10887"/>
                    <a:pt x="10605" y="10859"/>
                    <a:pt x="10630" y="10802"/>
                  </a:cubicBezTo>
                  <a:cubicBezTo>
                    <a:pt x="10799" y="10729"/>
                    <a:pt x="10965" y="10696"/>
                    <a:pt x="11124" y="10696"/>
                  </a:cubicBezTo>
                  <a:cubicBezTo>
                    <a:pt x="12082" y="10696"/>
                    <a:pt x="12804" y="11892"/>
                    <a:pt x="12446" y="12841"/>
                  </a:cubicBezTo>
                  <a:cubicBezTo>
                    <a:pt x="12162" y="13602"/>
                    <a:pt x="11253" y="14074"/>
                    <a:pt x="10411" y="14074"/>
                  </a:cubicBezTo>
                  <a:cubicBezTo>
                    <a:pt x="10130" y="14074"/>
                    <a:pt x="9855" y="14021"/>
                    <a:pt x="9615" y="13908"/>
                  </a:cubicBezTo>
                  <a:cubicBezTo>
                    <a:pt x="9592" y="13897"/>
                    <a:pt x="9569" y="13892"/>
                    <a:pt x="9547" y="13892"/>
                  </a:cubicBezTo>
                  <a:cubicBezTo>
                    <a:pt x="9410" y="13892"/>
                    <a:pt x="9317" y="14090"/>
                    <a:pt x="9464" y="14164"/>
                  </a:cubicBezTo>
                  <a:cubicBezTo>
                    <a:pt x="9470" y="14167"/>
                    <a:pt x="9477" y="14171"/>
                    <a:pt x="9483" y="14173"/>
                  </a:cubicBezTo>
                  <a:cubicBezTo>
                    <a:pt x="9418" y="15140"/>
                    <a:pt x="8903" y="16076"/>
                    <a:pt x="7911" y="16350"/>
                  </a:cubicBezTo>
                  <a:cubicBezTo>
                    <a:pt x="7728" y="16401"/>
                    <a:pt x="7550" y="16425"/>
                    <a:pt x="7377" y="16425"/>
                  </a:cubicBezTo>
                  <a:cubicBezTo>
                    <a:pt x="6643" y="16425"/>
                    <a:pt x="6011" y="15999"/>
                    <a:pt x="5510" y="15438"/>
                  </a:cubicBezTo>
                  <a:cubicBezTo>
                    <a:pt x="5487" y="15411"/>
                    <a:pt x="5460" y="15400"/>
                    <a:pt x="5433" y="15400"/>
                  </a:cubicBezTo>
                  <a:cubicBezTo>
                    <a:pt x="5404" y="15400"/>
                    <a:pt x="5375" y="15412"/>
                    <a:pt x="5353" y="15432"/>
                  </a:cubicBezTo>
                  <a:cubicBezTo>
                    <a:pt x="5311" y="15435"/>
                    <a:pt x="5269" y="15473"/>
                    <a:pt x="5287" y="15524"/>
                  </a:cubicBezTo>
                  <a:cubicBezTo>
                    <a:pt x="5448" y="15965"/>
                    <a:pt x="4744" y="16094"/>
                    <a:pt x="4241" y="16094"/>
                  </a:cubicBezTo>
                  <a:cubicBezTo>
                    <a:pt x="4050" y="16094"/>
                    <a:pt x="3888" y="16075"/>
                    <a:pt x="3814" y="16048"/>
                  </a:cubicBezTo>
                  <a:cubicBezTo>
                    <a:pt x="3303" y="15863"/>
                    <a:pt x="3118" y="15410"/>
                    <a:pt x="3182" y="14907"/>
                  </a:cubicBezTo>
                  <a:cubicBezTo>
                    <a:pt x="3184" y="14883"/>
                    <a:pt x="3180" y="14866"/>
                    <a:pt x="3173" y="14850"/>
                  </a:cubicBezTo>
                  <a:cubicBezTo>
                    <a:pt x="3270" y="14785"/>
                    <a:pt x="3206" y="14622"/>
                    <a:pt x="3097" y="14622"/>
                  </a:cubicBezTo>
                  <a:cubicBezTo>
                    <a:pt x="3085" y="14622"/>
                    <a:pt x="3073" y="14624"/>
                    <a:pt x="3061" y="14627"/>
                  </a:cubicBezTo>
                  <a:cubicBezTo>
                    <a:pt x="2801" y="14707"/>
                    <a:pt x="2528" y="14749"/>
                    <a:pt x="2262" y="14749"/>
                  </a:cubicBezTo>
                  <a:cubicBezTo>
                    <a:pt x="1463" y="14749"/>
                    <a:pt x="715" y="14370"/>
                    <a:pt x="484" y="13475"/>
                  </a:cubicBezTo>
                  <a:cubicBezTo>
                    <a:pt x="218" y="12450"/>
                    <a:pt x="997" y="11528"/>
                    <a:pt x="1971" y="11528"/>
                  </a:cubicBezTo>
                  <a:cubicBezTo>
                    <a:pt x="2121" y="11528"/>
                    <a:pt x="2275" y="11550"/>
                    <a:pt x="2430" y="11597"/>
                  </a:cubicBezTo>
                  <a:cubicBezTo>
                    <a:pt x="2440" y="11599"/>
                    <a:pt x="2449" y="11601"/>
                    <a:pt x="2457" y="11601"/>
                  </a:cubicBezTo>
                  <a:cubicBezTo>
                    <a:pt x="2544" y="11601"/>
                    <a:pt x="2568" y="11467"/>
                    <a:pt x="2476" y="11432"/>
                  </a:cubicBezTo>
                  <a:cubicBezTo>
                    <a:pt x="2436" y="11416"/>
                    <a:pt x="2396" y="11405"/>
                    <a:pt x="2357" y="11392"/>
                  </a:cubicBezTo>
                  <a:cubicBezTo>
                    <a:pt x="1897" y="10498"/>
                    <a:pt x="2093" y="9261"/>
                    <a:pt x="3074" y="8796"/>
                  </a:cubicBezTo>
                  <a:cubicBezTo>
                    <a:pt x="3295" y="8692"/>
                    <a:pt x="3525" y="8644"/>
                    <a:pt x="3753" y="8644"/>
                  </a:cubicBezTo>
                  <a:cubicBezTo>
                    <a:pt x="4510" y="8644"/>
                    <a:pt x="5239" y="9171"/>
                    <a:pt x="5494" y="9905"/>
                  </a:cubicBezTo>
                  <a:cubicBezTo>
                    <a:pt x="5507" y="9944"/>
                    <a:pt x="5532" y="9968"/>
                    <a:pt x="5561" y="9984"/>
                  </a:cubicBezTo>
                  <a:cubicBezTo>
                    <a:pt x="5566" y="10036"/>
                    <a:pt x="5616" y="10067"/>
                    <a:pt x="5662" y="10067"/>
                  </a:cubicBezTo>
                  <a:cubicBezTo>
                    <a:pt x="5699" y="10067"/>
                    <a:pt x="5733" y="10047"/>
                    <a:pt x="5740" y="10002"/>
                  </a:cubicBezTo>
                  <a:cubicBezTo>
                    <a:pt x="5743" y="9980"/>
                    <a:pt x="5750" y="9962"/>
                    <a:pt x="5752" y="9940"/>
                  </a:cubicBezTo>
                  <a:cubicBezTo>
                    <a:pt x="5768" y="9918"/>
                    <a:pt x="5772" y="9890"/>
                    <a:pt x="5769" y="9858"/>
                  </a:cubicBezTo>
                  <a:cubicBezTo>
                    <a:pt x="5984" y="8846"/>
                    <a:pt x="6817" y="8402"/>
                    <a:pt x="7715" y="8402"/>
                  </a:cubicBezTo>
                  <a:close/>
                  <a:moveTo>
                    <a:pt x="13539" y="1"/>
                  </a:moveTo>
                  <a:cubicBezTo>
                    <a:pt x="12671" y="1"/>
                    <a:pt x="11840" y="120"/>
                    <a:pt x="11155" y="346"/>
                  </a:cubicBezTo>
                  <a:cubicBezTo>
                    <a:pt x="7706" y="1480"/>
                    <a:pt x="5409" y="5031"/>
                    <a:pt x="5914" y="8647"/>
                  </a:cubicBezTo>
                  <a:cubicBezTo>
                    <a:pt x="5919" y="8686"/>
                    <a:pt x="5951" y="8703"/>
                    <a:pt x="5984" y="8703"/>
                  </a:cubicBezTo>
                  <a:cubicBezTo>
                    <a:pt x="6005" y="8703"/>
                    <a:pt x="6025" y="8697"/>
                    <a:pt x="6041" y="8684"/>
                  </a:cubicBezTo>
                  <a:cubicBezTo>
                    <a:pt x="6058" y="8672"/>
                    <a:pt x="6068" y="8651"/>
                    <a:pt x="6067" y="8626"/>
                  </a:cubicBezTo>
                  <a:cubicBezTo>
                    <a:pt x="5873" y="5259"/>
                    <a:pt x="7659" y="1960"/>
                    <a:pt x="10892" y="732"/>
                  </a:cubicBezTo>
                  <a:cubicBezTo>
                    <a:pt x="11776" y="397"/>
                    <a:pt x="12722" y="224"/>
                    <a:pt x="13666" y="224"/>
                  </a:cubicBezTo>
                  <a:cubicBezTo>
                    <a:pt x="14359" y="224"/>
                    <a:pt x="15051" y="317"/>
                    <a:pt x="15719" y="506"/>
                  </a:cubicBezTo>
                  <a:cubicBezTo>
                    <a:pt x="17609" y="1042"/>
                    <a:pt x="19469" y="2487"/>
                    <a:pt x="19216" y="4656"/>
                  </a:cubicBezTo>
                  <a:cubicBezTo>
                    <a:pt x="19212" y="4683"/>
                    <a:pt x="19217" y="4705"/>
                    <a:pt x="19226" y="4723"/>
                  </a:cubicBezTo>
                  <a:cubicBezTo>
                    <a:pt x="19145" y="4814"/>
                    <a:pt x="19070" y="4915"/>
                    <a:pt x="19014" y="5014"/>
                  </a:cubicBezTo>
                  <a:cubicBezTo>
                    <a:pt x="18890" y="4736"/>
                    <a:pt x="18688" y="4513"/>
                    <a:pt x="18439" y="4355"/>
                  </a:cubicBezTo>
                  <a:cubicBezTo>
                    <a:pt x="18231" y="2173"/>
                    <a:pt x="15882" y="1389"/>
                    <a:pt x="13807" y="1389"/>
                  </a:cubicBezTo>
                  <a:cubicBezTo>
                    <a:pt x="13124" y="1389"/>
                    <a:pt x="12470" y="1474"/>
                    <a:pt x="11932" y="1622"/>
                  </a:cubicBezTo>
                  <a:cubicBezTo>
                    <a:pt x="9058" y="2414"/>
                    <a:pt x="6963" y="5132"/>
                    <a:pt x="7244" y="8142"/>
                  </a:cubicBezTo>
                  <a:cubicBezTo>
                    <a:pt x="6777" y="8205"/>
                    <a:pt x="6353" y="8381"/>
                    <a:pt x="6047" y="8689"/>
                  </a:cubicBezTo>
                  <a:cubicBezTo>
                    <a:pt x="5844" y="8894"/>
                    <a:pt x="5692" y="9155"/>
                    <a:pt x="5617" y="9477"/>
                  </a:cubicBezTo>
                  <a:cubicBezTo>
                    <a:pt x="5252" y="8798"/>
                    <a:pt x="4502" y="8343"/>
                    <a:pt x="3737" y="8343"/>
                  </a:cubicBezTo>
                  <a:cubicBezTo>
                    <a:pt x="3473" y="8343"/>
                    <a:pt x="3207" y="8397"/>
                    <a:pt x="2955" y="8515"/>
                  </a:cubicBezTo>
                  <a:cubicBezTo>
                    <a:pt x="1941" y="8990"/>
                    <a:pt x="1517" y="10377"/>
                    <a:pt x="2084" y="11330"/>
                  </a:cubicBezTo>
                  <a:cubicBezTo>
                    <a:pt x="2009" y="11320"/>
                    <a:pt x="1934" y="11315"/>
                    <a:pt x="1860" y="11315"/>
                  </a:cubicBezTo>
                  <a:cubicBezTo>
                    <a:pt x="843" y="11315"/>
                    <a:pt x="1" y="12252"/>
                    <a:pt x="173" y="13351"/>
                  </a:cubicBezTo>
                  <a:cubicBezTo>
                    <a:pt x="336" y="14401"/>
                    <a:pt x="1272" y="15053"/>
                    <a:pt x="2251" y="15053"/>
                  </a:cubicBezTo>
                  <a:cubicBezTo>
                    <a:pt x="2474" y="15053"/>
                    <a:pt x="2699" y="15019"/>
                    <a:pt x="2918" y="14948"/>
                  </a:cubicBezTo>
                  <a:lnTo>
                    <a:pt x="2918" y="14948"/>
                  </a:lnTo>
                  <a:cubicBezTo>
                    <a:pt x="2701" y="15648"/>
                    <a:pt x="3386" y="16296"/>
                    <a:pt x="4041" y="16375"/>
                  </a:cubicBezTo>
                  <a:cubicBezTo>
                    <a:pt x="4075" y="16379"/>
                    <a:pt x="4114" y="16381"/>
                    <a:pt x="4158" y="16381"/>
                  </a:cubicBezTo>
                  <a:cubicBezTo>
                    <a:pt x="4559" y="16381"/>
                    <a:pt x="5342" y="16209"/>
                    <a:pt x="5478" y="15825"/>
                  </a:cubicBezTo>
                  <a:cubicBezTo>
                    <a:pt x="5910" y="16437"/>
                    <a:pt x="6557" y="16705"/>
                    <a:pt x="7216" y="16705"/>
                  </a:cubicBezTo>
                  <a:cubicBezTo>
                    <a:pt x="8483" y="16705"/>
                    <a:pt x="9791" y="15712"/>
                    <a:pt x="9688" y="14256"/>
                  </a:cubicBezTo>
                  <a:lnTo>
                    <a:pt x="9688" y="14256"/>
                  </a:lnTo>
                  <a:cubicBezTo>
                    <a:pt x="9920" y="14338"/>
                    <a:pt x="10167" y="14377"/>
                    <a:pt x="10419" y="14377"/>
                  </a:cubicBezTo>
                  <a:cubicBezTo>
                    <a:pt x="11519" y="14377"/>
                    <a:pt x="12686" y="13633"/>
                    <a:pt x="12835" y="12522"/>
                  </a:cubicBezTo>
                  <a:cubicBezTo>
                    <a:pt x="12953" y="11631"/>
                    <a:pt x="12094" y="10402"/>
                    <a:pt x="11192" y="10402"/>
                  </a:cubicBezTo>
                  <a:cubicBezTo>
                    <a:pt x="11008" y="10402"/>
                    <a:pt x="10822" y="10454"/>
                    <a:pt x="10642" y="10570"/>
                  </a:cubicBezTo>
                  <a:cubicBezTo>
                    <a:pt x="10641" y="10527"/>
                    <a:pt x="10636" y="10485"/>
                    <a:pt x="10633" y="10442"/>
                  </a:cubicBezTo>
                  <a:lnTo>
                    <a:pt x="10633" y="10442"/>
                  </a:lnTo>
                  <a:cubicBezTo>
                    <a:pt x="10644" y="10449"/>
                    <a:pt x="10656" y="10451"/>
                    <a:pt x="10669" y="10451"/>
                  </a:cubicBezTo>
                  <a:cubicBezTo>
                    <a:pt x="10710" y="10451"/>
                    <a:pt x="10751" y="10417"/>
                    <a:pt x="10738" y="10360"/>
                  </a:cubicBezTo>
                  <a:cubicBezTo>
                    <a:pt x="10415" y="8750"/>
                    <a:pt x="10310" y="6864"/>
                    <a:pt x="11512" y="5555"/>
                  </a:cubicBezTo>
                  <a:cubicBezTo>
                    <a:pt x="12018" y="5003"/>
                    <a:pt x="12764" y="4701"/>
                    <a:pt x="13466" y="4701"/>
                  </a:cubicBezTo>
                  <a:cubicBezTo>
                    <a:pt x="14376" y="4701"/>
                    <a:pt x="15213" y="5207"/>
                    <a:pt x="15368" y="6335"/>
                  </a:cubicBezTo>
                  <a:cubicBezTo>
                    <a:pt x="15371" y="6351"/>
                    <a:pt x="15376" y="6363"/>
                    <a:pt x="15384" y="6374"/>
                  </a:cubicBezTo>
                  <a:cubicBezTo>
                    <a:pt x="15336" y="6369"/>
                    <a:pt x="15289" y="6367"/>
                    <a:pt x="15242" y="6367"/>
                  </a:cubicBezTo>
                  <a:cubicBezTo>
                    <a:pt x="14592" y="6367"/>
                    <a:pt x="13983" y="6785"/>
                    <a:pt x="13898" y="7533"/>
                  </a:cubicBezTo>
                  <a:cubicBezTo>
                    <a:pt x="13820" y="8225"/>
                    <a:pt x="14397" y="8881"/>
                    <a:pt x="15061" y="8881"/>
                  </a:cubicBezTo>
                  <a:cubicBezTo>
                    <a:pt x="15132" y="8881"/>
                    <a:pt x="15203" y="8874"/>
                    <a:pt x="15275" y="8858"/>
                  </a:cubicBezTo>
                  <a:lnTo>
                    <a:pt x="15275" y="8858"/>
                  </a:lnTo>
                  <a:cubicBezTo>
                    <a:pt x="14699" y="9315"/>
                    <a:pt x="14893" y="10427"/>
                    <a:pt x="15425" y="10877"/>
                  </a:cubicBezTo>
                  <a:cubicBezTo>
                    <a:pt x="15793" y="11187"/>
                    <a:pt x="16313" y="11340"/>
                    <a:pt x="16842" y="11340"/>
                  </a:cubicBezTo>
                  <a:cubicBezTo>
                    <a:pt x="17579" y="11340"/>
                    <a:pt x="18332" y="11043"/>
                    <a:pt x="18713" y="10465"/>
                  </a:cubicBezTo>
                  <a:cubicBezTo>
                    <a:pt x="19094" y="10949"/>
                    <a:pt x="19677" y="11270"/>
                    <a:pt x="20292" y="11270"/>
                  </a:cubicBezTo>
                  <a:cubicBezTo>
                    <a:pt x="20435" y="11270"/>
                    <a:pt x="20579" y="11253"/>
                    <a:pt x="20723" y="11216"/>
                  </a:cubicBezTo>
                  <a:cubicBezTo>
                    <a:pt x="21210" y="11094"/>
                    <a:pt x="21620" y="10647"/>
                    <a:pt x="21535" y="10200"/>
                  </a:cubicBezTo>
                  <a:lnTo>
                    <a:pt x="21535" y="10200"/>
                  </a:lnTo>
                  <a:cubicBezTo>
                    <a:pt x="21930" y="10435"/>
                    <a:pt x="22382" y="10557"/>
                    <a:pt x="22824" y="10557"/>
                  </a:cubicBezTo>
                  <a:cubicBezTo>
                    <a:pt x="23611" y="10557"/>
                    <a:pt x="24365" y="10169"/>
                    <a:pt x="24709" y="9334"/>
                  </a:cubicBezTo>
                  <a:cubicBezTo>
                    <a:pt x="25233" y="8066"/>
                    <a:pt x="24239" y="6720"/>
                    <a:pt x="22932" y="6720"/>
                  </a:cubicBezTo>
                  <a:cubicBezTo>
                    <a:pt x="22931" y="6720"/>
                    <a:pt x="22930" y="6720"/>
                    <a:pt x="22929" y="6720"/>
                  </a:cubicBezTo>
                  <a:cubicBezTo>
                    <a:pt x="23810" y="5718"/>
                    <a:pt x="23169" y="4150"/>
                    <a:pt x="21874" y="3783"/>
                  </a:cubicBezTo>
                  <a:cubicBezTo>
                    <a:pt x="21680" y="3729"/>
                    <a:pt x="21485" y="3704"/>
                    <a:pt x="21290" y="3704"/>
                  </a:cubicBezTo>
                  <a:cubicBezTo>
                    <a:pt x="20705" y="3704"/>
                    <a:pt x="20131" y="3935"/>
                    <a:pt x="19669" y="4306"/>
                  </a:cubicBezTo>
                  <a:cubicBezTo>
                    <a:pt x="19626" y="4341"/>
                    <a:pt x="19573" y="4384"/>
                    <a:pt x="19516" y="4435"/>
                  </a:cubicBezTo>
                  <a:cubicBezTo>
                    <a:pt x="19725" y="1317"/>
                    <a:pt x="16423" y="1"/>
                    <a:pt x="13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4281475" y="843875"/>
              <a:ext cx="270325" cy="176375"/>
            </a:xfrm>
            <a:custGeom>
              <a:avLst/>
              <a:gdLst/>
              <a:ahLst/>
              <a:cxnLst/>
              <a:rect l="l" t="t" r="r" b="b"/>
              <a:pathLst>
                <a:path w="10813" h="7055" extrusionOk="0">
                  <a:moveTo>
                    <a:pt x="7369" y="3141"/>
                  </a:moveTo>
                  <a:cubicBezTo>
                    <a:pt x="7730" y="3141"/>
                    <a:pt x="7870" y="3587"/>
                    <a:pt x="7675" y="3855"/>
                  </a:cubicBezTo>
                  <a:cubicBezTo>
                    <a:pt x="7587" y="3976"/>
                    <a:pt x="7454" y="4033"/>
                    <a:pt x="7322" y="4033"/>
                  </a:cubicBezTo>
                  <a:cubicBezTo>
                    <a:pt x="7134" y="4033"/>
                    <a:pt x="6947" y="3918"/>
                    <a:pt x="6893" y="3708"/>
                  </a:cubicBezTo>
                  <a:cubicBezTo>
                    <a:pt x="6841" y="3516"/>
                    <a:pt x="6965" y="3318"/>
                    <a:pt x="7136" y="3240"/>
                  </a:cubicBezTo>
                  <a:cubicBezTo>
                    <a:pt x="7183" y="3188"/>
                    <a:pt x="7248" y="3150"/>
                    <a:pt x="7335" y="3143"/>
                  </a:cubicBezTo>
                  <a:cubicBezTo>
                    <a:pt x="7347" y="3142"/>
                    <a:pt x="7358" y="3141"/>
                    <a:pt x="7369" y="3141"/>
                  </a:cubicBezTo>
                  <a:close/>
                  <a:moveTo>
                    <a:pt x="2954" y="3735"/>
                  </a:moveTo>
                  <a:cubicBezTo>
                    <a:pt x="2976" y="3735"/>
                    <a:pt x="2992" y="3745"/>
                    <a:pt x="3002" y="3759"/>
                  </a:cubicBezTo>
                  <a:cubicBezTo>
                    <a:pt x="3025" y="3754"/>
                    <a:pt x="3050" y="3751"/>
                    <a:pt x="3074" y="3751"/>
                  </a:cubicBezTo>
                  <a:cubicBezTo>
                    <a:pt x="3123" y="3751"/>
                    <a:pt x="3175" y="3762"/>
                    <a:pt x="3225" y="3789"/>
                  </a:cubicBezTo>
                  <a:cubicBezTo>
                    <a:pt x="3556" y="3967"/>
                    <a:pt x="3479" y="4414"/>
                    <a:pt x="3183" y="4582"/>
                  </a:cubicBezTo>
                  <a:cubicBezTo>
                    <a:pt x="3103" y="4627"/>
                    <a:pt x="3015" y="4649"/>
                    <a:pt x="2928" y="4649"/>
                  </a:cubicBezTo>
                  <a:cubicBezTo>
                    <a:pt x="2728" y="4649"/>
                    <a:pt x="2542" y="4530"/>
                    <a:pt x="2507" y="4301"/>
                  </a:cubicBezTo>
                  <a:cubicBezTo>
                    <a:pt x="2465" y="4029"/>
                    <a:pt x="2668" y="3746"/>
                    <a:pt x="2950" y="3735"/>
                  </a:cubicBezTo>
                  <a:cubicBezTo>
                    <a:pt x="2951" y="3735"/>
                    <a:pt x="2953" y="3735"/>
                    <a:pt x="2954" y="3735"/>
                  </a:cubicBezTo>
                  <a:close/>
                  <a:moveTo>
                    <a:pt x="6250" y="4339"/>
                  </a:moveTo>
                  <a:cubicBezTo>
                    <a:pt x="6308" y="4339"/>
                    <a:pt x="6367" y="4390"/>
                    <a:pt x="6348" y="4459"/>
                  </a:cubicBezTo>
                  <a:cubicBezTo>
                    <a:pt x="6199" y="4968"/>
                    <a:pt x="5760" y="5211"/>
                    <a:pt x="5312" y="5211"/>
                  </a:cubicBezTo>
                  <a:cubicBezTo>
                    <a:pt x="4848" y="5211"/>
                    <a:pt x="4374" y="4950"/>
                    <a:pt x="4205" y="4455"/>
                  </a:cubicBezTo>
                  <a:cubicBezTo>
                    <a:pt x="4189" y="4408"/>
                    <a:pt x="4231" y="4373"/>
                    <a:pt x="4272" y="4373"/>
                  </a:cubicBezTo>
                  <a:cubicBezTo>
                    <a:pt x="4293" y="4373"/>
                    <a:pt x="4314" y="4383"/>
                    <a:pt x="4325" y="4406"/>
                  </a:cubicBezTo>
                  <a:cubicBezTo>
                    <a:pt x="4513" y="4756"/>
                    <a:pt x="4834" y="5029"/>
                    <a:pt x="5249" y="5029"/>
                  </a:cubicBezTo>
                  <a:cubicBezTo>
                    <a:pt x="5254" y="5029"/>
                    <a:pt x="5258" y="5028"/>
                    <a:pt x="5263" y="5028"/>
                  </a:cubicBezTo>
                  <a:cubicBezTo>
                    <a:pt x="5697" y="5023"/>
                    <a:pt x="5971" y="4733"/>
                    <a:pt x="6173" y="4385"/>
                  </a:cubicBezTo>
                  <a:cubicBezTo>
                    <a:pt x="6191" y="4353"/>
                    <a:pt x="6221" y="4339"/>
                    <a:pt x="6250" y="4339"/>
                  </a:cubicBezTo>
                  <a:close/>
                  <a:moveTo>
                    <a:pt x="7211" y="1"/>
                  </a:moveTo>
                  <a:cubicBezTo>
                    <a:pt x="6850" y="1"/>
                    <a:pt x="6492" y="97"/>
                    <a:pt x="6161" y="279"/>
                  </a:cubicBezTo>
                  <a:cubicBezTo>
                    <a:pt x="5894" y="426"/>
                    <a:pt x="4928" y="1079"/>
                    <a:pt x="5128" y="1507"/>
                  </a:cubicBezTo>
                  <a:cubicBezTo>
                    <a:pt x="5148" y="1549"/>
                    <a:pt x="5125" y="1591"/>
                    <a:pt x="5091" y="1604"/>
                  </a:cubicBezTo>
                  <a:cubicBezTo>
                    <a:pt x="5063" y="1639"/>
                    <a:pt x="5017" y="1658"/>
                    <a:pt x="4972" y="1658"/>
                  </a:cubicBezTo>
                  <a:cubicBezTo>
                    <a:pt x="4915" y="1658"/>
                    <a:pt x="4861" y="1628"/>
                    <a:pt x="4852" y="1563"/>
                  </a:cubicBezTo>
                  <a:cubicBezTo>
                    <a:pt x="4719" y="730"/>
                    <a:pt x="4172" y="401"/>
                    <a:pt x="3579" y="401"/>
                  </a:cubicBezTo>
                  <a:cubicBezTo>
                    <a:pt x="2515" y="401"/>
                    <a:pt x="1299" y="1458"/>
                    <a:pt x="2033" y="2576"/>
                  </a:cubicBezTo>
                  <a:cubicBezTo>
                    <a:pt x="2076" y="2640"/>
                    <a:pt x="2016" y="2708"/>
                    <a:pt x="1954" y="2708"/>
                  </a:cubicBezTo>
                  <a:cubicBezTo>
                    <a:pt x="1933" y="2708"/>
                    <a:pt x="1912" y="2701"/>
                    <a:pt x="1895" y="2683"/>
                  </a:cubicBezTo>
                  <a:lnTo>
                    <a:pt x="1885" y="2673"/>
                  </a:lnTo>
                  <a:cubicBezTo>
                    <a:pt x="1706" y="2598"/>
                    <a:pt x="1513" y="2560"/>
                    <a:pt x="1323" y="2560"/>
                  </a:cubicBezTo>
                  <a:cubicBezTo>
                    <a:pt x="793" y="2560"/>
                    <a:pt x="285" y="2853"/>
                    <a:pt x="156" y="3430"/>
                  </a:cubicBezTo>
                  <a:cubicBezTo>
                    <a:pt x="1" y="4130"/>
                    <a:pt x="530" y="4600"/>
                    <a:pt x="1153" y="4600"/>
                  </a:cubicBezTo>
                  <a:cubicBezTo>
                    <a:pt x="1224" y="4600"/>
                    <a:pt x="1296" y="4594"/>
                    <a:pt x="1368" y="4582"/>
                  </a:cubicBezTo>
                  <a:cubicBezTo>
                    <a:pt x="1375" y="4581"/>
                    <a:pt x="1382" y="4580"/>
                    <a:pt x="1388" y="4580"/>
                  </a:cubicBezTo>
                  <a:cubicBezTo>
                    <a:pt x="1460" y="4580"/>
                    <a:pt x="1517" y="4649"/>
                    <a:pt x="1511" y="4709"/>
                  </a:cubicBezTo>
                  <a:cubicBezTo>
                    <a:pt x="1538" y="4702"/>
                    <a:pt x="1561" y="4692"/>
                    <a:pt x="1590" y="4683"/>
                  </a:cubicBezTo>
                  <a:cubicBezTo>
                    <a:pt x="1594" y="4682"/>
                    <a:pt x="1599" y="4682"/>
                    <a:pt x="1603" y="4682"/>
                  </a:cubicBezTo>
                  <a:cubicBezTo>
                    <a:pt x="1661" y="4682"/>
                    <a:pt x="1710" y="4757"/>
                    <a:pt x="1657" y="4801"/>
                  </a:cubicBezTo>
                  <a:cubicBezTo>
                    <a:pt x="972" y="5379"/>
                    <a:pt x="978" y="6383"/>
                    <a:pt x="1830" y="6833"/>
                  </a:cubicBezTo>
                  <a:cubicBezTo>
                    <a:pt x="2114" y="6983"/>
                    <a:pt x="2440" y="7054"/>
                    <a:pt x="2770" y="7054"/>
                  </a:cubicBezTo>
                  <a:cubicBezTo>
                    <a:pt x="3452" y="7054"/>
                    <a:pt x="4151" y="6750"/>
                    <a:pt x="4526" y="6212"/>
                  </a:cubicBezTo>
                  <a:cubicBezTo>
                    <a:pt x="4551" y="6177"/>
                    <a:pt x="4582" y="6159"/>
                    <a:pt x="4614" y="6154"/>
                  </a:cubicBezTo>
                  <a:cubicBezTo>
                    <a:pt x="4639" y="6136"/>
                    <a:pt x="4669" y="6126"/>
                    <a:pt x="4700" y="6126"/>
                  </a:cubicBezTo>
                  <a:cubicBezTo>
                    <a:pt x="4741" y="6126"/>
                    <a:pt x="4782" y="6144"/>
                    <a:pt x="4811" y="6188"/>
                  </a:cubicBezTo>
                  <a:cubicBezTo>
                    <a:pt x="5080" y="6586"/>
                    <a:pt x="5468" y="6863"/>
                    <a:pt x="5938" y="6961"/>
                  </a:cubicBezTo>
                  <a:cubicBezTo>
                    <a:pt x="6001" y="6974"/>
                    <a:pt x="6075" y="6980"/>
                    <a:pt x="6156" y="6980"/>
                  </a:cubicBezTo>
                  <a:cubicBezTo>
                    <a:pt x="6722" y="6980"/>
                    <a:pt x="7620" y="6661"/>
                    <a:pt x="7261" y="6033"/>
                  </a:cubicBezTo>
                  <a:cubicBezTo>
                    <a:pt x="7203" y="5987"/>
                    <a:pt x="7142" y="5940"/>
                    <a:pt x="7089" y="5889"/>
                  </a:cubicBezTo>
                  <a:cubicBezTo>
                    <a:pt x="6980" y="5791"/>
                    <a:pt x="7080" y="5655"/>
                    <a:pt x="7194" y="5655"/>
                  </a:cubicBezTo>
                  <a:cubicBezTo>
                    <a:pt x="7226" y="5655"/>
                    <a:pt x="7258" y="5665"/>
                    <a:pt x="7287" y="5689"/>
                  </a:cubicBezTo>
                  <a:cubicBezTo>
                    <a:pt x="7719" y="6040"/>
                    <a:pt x="8288" y="6242"/>
                    <a:pt x="8830" y="6242"/>
                  </a:cubicBezTo>
                  <a:cubicBezTo>
                    <a:pt x="9544" y="6242"/>
                    <a:pt x="10211" y="5893"/>
                    <a:pt x="10458" y="5074"/>
                  </a:cubicBezTo>
                  <a:cubicBezTo>
                    <a:pt x="10812" y="3899"/>
                    <a:pt x="9821" y="2941"/>
                    <a:pt x="8697" y="2941"/>
                  </a:cubicBezTo>
                  <a:cubicBezTo>
                    <a:pt x="8684" y="2941"/>
                    <a:pt x="8672" y="2941"/>
                    <a:pt x="8659" y="2942"/>
                  </a:cubicBezTo>
                  <a:cubicBezTo>
                    <a:pt x="8653" y="2947"/>
                    <a:pt x="8646" y="2951"/>
                    <a:pt x="8641" y="2952"/>
                  </a:cubicBezTo>
                  <a:cubicBezTo>
                    <a:pt x="8610" y="2977"/>
                    <a:pt x="8577" y="2987"/>
                    <a:pt x="8544" y="2987"/>
                  </a:cubicBezTo>
                  <a:cubicBezTo>
                    <a:pt x="8420" y="2987"/>
                    <a:pt x="8312" y="2836"/>
                    <a:pt x="8431" y="2743"/>
                  </a:cubicBezTo>
                  <a:cubicBezTo>
                    <a:pt x="9404" y="1974"/>
                    <a:pt x="9047" y="563"/>
                    <a:pt x="7941" y="137"/>
                  </a:cubicBezTo>
                  <a:cubicBezTo>
                    <a:pt x="7702" y="45"/>
                    <a:pt x="7456" y="1"/>
                    <a:pt x="7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4452500" y="922400"/>
              <a:ext cx="25750" cy="22300"/>
            </a:xfrm>
            <a:custGeom>
              <a:avLst/>
              <a:gdLst/>
              <a:ahLst/>
              <a:cxnLst/>
              <a:rect l="l" t="t" r="r" b="b"/>
              <a:pathLst>
                <a:path w="1030" h="892" extrusionOk="0">
                  <a:moveTo>
                    <a:pt x="526" y="1"/>
                  </a:moveTo>
                  <a:cubicBezTo>
                    <a:pt x="516" y="1"/>
                    <a:pt x="505" y="1"/>
                    <a:pt x="494" y="2"/>
                  </a:cubicBezTo>
                  <a:cubicBezTo>
                    <a:pt x="407" y="9"/>
                    <a:pt x="342" y="47"/>
                    <a:pt x="295" y="99"/>
                  </a:cubicBezTo>
                  <a:cubicBezTo>
                    <a:pt x="124" y="175"/>
                    <a:pt x="1" y="375"/>
                    <a:pt x="52" y="567"/>
                  </a:cubicBezTo>
                  <a:cubicBezTo>
                    <a:pt x="107" y="777"/>
                    <a:pt x="294" y="892"/>
                    <a:pt x="481" y="892"/>
                  </a:cubicBezTo>
                  <a:cubicBezTo>
                    <a:pt x="614" y="892"/>
                    <a:pt x="746" y="835"/>
                    <a:pt x="834" y="714"/>
                  </a:cubicBezTo>
                  <a:cubicBezTo>
                    <a:pt x="1029" y="446"/>
                    <a:pt x="888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4386250" y="952375"/>
              <a:ext cx="54425" cy="21775"/>
            </a:xfrm>
            <a:custGeom>
              <a:avLst/>
              <a:gdLst/>
              <a:ahLst/>
              <a:cxnLst/>
              <a:rect l="l" t="t" r="r" b="b"/>
              <a:pathLst>
                <a:path w="2177" h="871" extrusionOk="0">
                  <a:moveTo>
                    <a:pt x="2061" y="0"/>
                  </a:moveTo>
                  <a:cubicBezTo>
                    <a:pt x="2031" y="0"/>
                    <a:pt x="2001" y="14"/>
                    <a:pt x="1983" y="45"/>
                  </a:cubicBezTo>
                  <a:cubicBezTo>
                    <a:pt x="1781" y="393"/>
                    <a:pt x="1507" y="683"/>
                    <a:pt x="1075" y="688"/>
                  </a:cubicBezTo>
                  <a:cubicBezTo>
                    <a:pt x="1070" y="688"/>
                    <a:pt x="1066" y="689"/>
                    <a:pt x="1061" y="689"/>
                  </a:cubicBezTo>
                  <a:cubicBezTo>
                    <a:pt x="645" y="689"/>
                    <a:pt x="326" y="416"/>
                    <a:pt x="137" y="66"/>
                  </a:cubicBezTo>
                  <a:cubicBezTo>
                    <a:pt x="126" y="42"/>
                    <a:pt x="105" y="33"/>
                    <a:pt x="83" y="33"/>
                  </a:cubicBezTo>
                  <a:cubicBezTo>
                    <a:pt x="43" y="33"/>
                    <a:pt x="1" y="68"/>
                    <a:pt x="17" y="115"/>
                  </a:cubicBezTo>
                  <a:cubicBezTo>
                    <a:pt x="185" y="610"/>
                    <a:pt x="658" y="871"/>
                    <a:pt x="1123" y="871"/>
                  </a:cubicBezTo>
                  <a:cubicBezTo>
                    <a:pt x="1570" y="871"/>
                    <a:pt x="2010" y="628"/>
                    <a:pt x="2158" y="119"/>
                  </a:cubicBezTo>
                  <a:cubicBezTo>
                    <a:pt x="2176" y="50"/>
                    <a:pt x="2118" y="0"/>
                    <a:pt x="20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4077550" y="749375"/>
              <a:ext cx="339925" cy="211675"/>
            </a:xfrm>
            <a:custGeom>
              <a:avLst/>
              <a:gdLst/>
              <a:ahLst/>
              <a:cxnLst/>
              <a:rect l="l" t="t" r="r" b="b"/>
              <a:pathLst>
                <a:path w="13597" h="8467" extrusionOk="0">
                  <a:moveTo>
                    <a:pt x="7793" y="1"/>
                  </a:moveTo>
                  <a:cubicBezTo>
                    <a:pt x="6848" y="1"/>
                    <a:pt x="5902" y="173"/>
                    <a:pt x="5019" y="507"/>
                  </a:cubicBezTo>
                  <a:cubicBezTo>
                    <a:pt x="1785" y="1735"/>
                    <a:pt x="0" y="5034"/>
                    <a:pt x="193" y="8401"/>
                  </a:cubicBezTo>
                  <a:cubicBezTo>
                    <a:pt x="194" y="8426"/>
                    <a:pt x="184" y="8446"/>
                    <a:pt x="167" y="8459"/>
                  </a:cubicBezTo>
                  <a:lnTo>
                    <a:pt x="173" y="8466"/>
                  </a:lnTo>
                  <a:cubicBezTo>
                    <a:pt x="478" y="8156"/>
                    <a:pt x="903" y="7981"/>
                    <a:pt x="1370" y="7918"/>
                  </a:cubicBezTo>
                  <a:cubicBezTo>
                    <a:pt x="1089" y="4909"/>
                    <a:pt x="3185" y="2190"/>
                    <a:pt x="6058" y="1398"/>
                  </a:cubicBezTo>
                  <a:cubicBezTo>
                    <a:pt x="6596" y="1250"/>
                    <a:pt x="7250" y="1166"/>
                    <a:pt x="7933" y="1166"/>
                  </a:cubicBezTo>
                  <a:cubicBezTo>
                    <a:pt x="10008" y="1166"/>
                    <a:pt x="12357" y="1949"/>
                    <a:pt x="12565" y="4131"/>
                  </a:cubicBezTo>
                  <a:cubicBezTo>
                    <a:pt x="12813" y="4289"/>
                    <a:pt x="13016" y="4514"/>
                    <a:pt x="13140" y="4790"/>
                  </a:cubicBezTo>
                  <a:cubicBezTo>
                    <a:pt x="13196" y="4691"/>
                    <a:pt x="13272" y="4591"/>
                    <a:pt x="13352" y="4499"/>
                  </a:cubicBezTo>
                  <a:cubicBezTo>
                    <a:pt x="13344" y="4481"/>
                    <a:pt x="13340" y="4459"/>
                    <a:pt x="13342" y="4432"/>
                  </a:cubicBezTo>
                  <a:cubicBezTo>
                    <a:pt x="13596" y="2265"/>
                    <a:pt x="11735" y="820"/>
                    <a:pt x="9845" y="282"/>
                  </a:cubicBezTo>
                  <a:cubicBezTo>
                    <a:pt x="9178" y="93"/>
                    <a:pt x="8485" y="1"/>
                    <a:pt x="77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4113700" y="784700"/>
              <a:ext cx="271000" cy="164975"/>
            </a:xfrm>
            <a:custGeom>
              <a:avLst/>
              <a:gdLst/>
              <a:ahLst/>
              <a:cxnLst/>
              <a:rect l="l" t="t" r="r" b="b"/>
              <a:pathLst>
                <a:path w="10840" h="6599" extrusionOk="0">
                  <a:moveTo>
                    <a:pt x="6561" y="0"/>
                  </a:moveTo>
                  <a:cubicBezTo>
                    <a:pt x="5769" y="0"/>
                    <a:pt x="4987" y="128"/>
                    <a:pt x="4325" y="350"/>
                  </a:cubicBezTo>
                  <a:cubicBezTo>
                    <a:pt x="1694" y="1232"/>
                    <a:pt x="1" y="3738"/>
                    <a:pt x="104" y="6491"/>
                  </a:cubicBezTo>
                  <a:cubicBezTo>
                    <a:pt x="172" y="6486"/>
                    <a:pt x="240" y="6484"/>
                    <a:pt x="308" y="6484"/>
                  </a:cubicBezTo>
                  <a:cubicBezTo>
                    <a:pt x="594" y="6484"/>
                    <a:pt x="888" y="6523"/>
                    <a:pt x="1174" y="6599"/>
                  </a:cubicBezTo>
                  <a:lnTo>
                    <a:pt x="1181" y="6579"/>
                  </a:lnTo>
                  <a:cubicBezTo>
                    <a:pt x="1160" y="6574"/>
                    <a:pt x="1140" y="6556"/>
                    <a:pt x="1137" y="6528"/>
                  </a:cubicBezTo>
                  <a:cubicBezTo>
                    <a:pt x="823" y="4347"/>
                    <a:pt x="2111" y="2145"/>
                    <a:pt x="4125" y="1283"/>
                  </a:cubicBezTo>
                  <a:cubicBezTo>
                    <a:pt x="4761" y="1012"/>
                    <a:pt x="5504" y="862"/>
                    <a:pt x="6247" y="862"/>
                  </a:cubicBezTo>
                  <a:cubicBezTo>
                    <a:pt x="7602" y="862"/>
                    <a:pt x="8959" y="1360"/>
                    <a:pt x="9672" y="2527"/>
                  </a:cubicBezTo>
                  <a:cubicBezTo>
                    <a:pt x="9841" y="2476"/>
                    <a:pt x="10013" y="2451"/>
                    <a:pt x="10183" y="2451"/>
                  </a:cubicBezTo>
                  <a:cubicBezTo>
                    <a:pt x="10411" y="2451"/>
                    <a:pt x="10635" y="2495"/>
                    <a:pt x="10839" y="2578"/>
                  </a:cubicBezTo>
                  <a:cubicBezTo>
                    <a:pt x="10344" y="711"/>
                    <a:pt x="8427" y="0"/>
                    <a:pt x="6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4343100" y="937250"/>
              <a:ext cx="27300" cy="22875"/>
            </a:xfrm>
            <a:custGeom>
              <a:avLst/>
              <a:gdLst/>
              <a:ahLst/>
              <a:cxnLst/>
              <a:rect l="l" t="t" r="r" b="b"/>
              <a:pathLst>
                <a:path w="1092" h="915" extrusionOk="0">
                  <a:moveTo>
                    <a:pt x="279" y="283"/>
                  </a:moveTo>
                  <a:lnTo>
                    <a:pt x="279" y="283"/>
                  </a:lnTo>
                  <a:cubicBezTo>
                    <a:pt x="268" y="337"/>
                    <a:pt x="273" y="393"/>
                    <a:pt x="299" y="443"/>
                  </a:cubicBezTo>
                  <a:cubicBezTo>
                    <a:pt x="283" y="451"/>
                    <a:pt x="274" y="471"/>
                    <a:pt x="273" y="489"/>
                  </a:cubicBezTo>
                  <a:lnTo>
                    <a:pt x="273" y="496"/>
                  </a:lnTo>
                  <a:lnTo>
                    <a:pt x="273" y="503"/>
                  </a:lnTo>
                  <a:cubicBezTo>
                    <a:pt x="276" y="530"/>
                    <a:pt x="292" y="554"/>
                    <a:pt x="320" y="556"/>
                  </a:cubicBezTo>
                  <a:cubicBezTo>
                    <a:pt x="335" y="562"/>
                    <a:pt x="351" y="568"/>
                    <a:pt x="367" y="574"/>
                  </a:cubicBezTo>
                  <a:cubicBezTo>
                    <a:pt x="377" y="578"/>
                    <a:pt x="386" y="580"/>
                    <a:pt x="395" y="580"/>
                  </a:cubicBezTo>
                  <a:cubicBezTo>
                    <a:pt x="409" y="580"/>
                    <a:pt x="422" y="575"/>
                    <a:pt x="431" y="567"/>
                  </a:cubicBezTo>
                  <a:cubicBezTo>
                    <a:pt x="470" y="587"/>
                    <a:pt x="512" y="597"/>
                    <a:pt x="553" y="597"/>
                  </a:cubicBezTo>
                  <a:cubicBezTo>
                    <a:pt x="617" y="597"/>
                    <a:pt x="680" y="573"/>
                    <a:pt x="725" y="532"/>
                  </a:cubicBezTo>
                  <a:lnTo>
                    <a:pt x="725" y="532"/>
                  </a:lnTo>
                  <a:cubicBezTo>
                    <a:pt x="679" y="617"/>
                    <a:pt x="583" y="681"/>
                    <a:pt x="494" y="695"/>
                  </a:cubicBezTo>
                  <a:cubicBezTo>
                    <a:pt x="475" y="698"/>
                    <a:pt x="457" y="700"/>
                    <a:pt x="440" y="700"/>
                  </a:cubicBezTo>
                  <a:cubicBezTo>
                    <a:pt x="232" y="700"/>
                    <a:pt x="190" y="448"/>
                    <a:pt x="279" y="283"/>
                  </a:cubicBezTo>
                  <a:close/>
                  <a:moveTo>
                    <a:pt x="489" y="0"/>
                  </a:moveTo>
                  <a:cubicBezTo>
                    <a:pt x="488" y="0"/>
                    <a:pt x="486" y="0"/>
                    <a:pt x="485" y="0"/>
                  </a:cubicBezTo>
                  <a:cubicBezTo>
                    <a:pt x="203" y="11"/>
                    <a:pt x="0" y="294"/>
                    <a:pt x="42" y="567"/>
                  </a:cubicBezTo>
                  <a:cubicBezTo>
                    <a:pt x="77" y="796"/>
                    <a:pt x="263" y="914"/>
                    <a:pt x="463" y="914"/>
                  </a:cubicBezTo>
                  <a:cubicBezTo>
                    <a:pt x="549" y="914"/>
                    <a:pt x="638" y="892"/>
                    <a:pt x="718" y="847"/>
                  </a:cubicBezTo>
                  <a:cubicBezTo>
                    <a:pt x="1013" y="681"/>
                    <a:pt x="1091" y="232"/>
                    <a:pt x="760" y="54"/>
                  </a:cubicBezTo>
                  <a:cubicBezTo>
                    <a:pt x="710" y="27"/>
                    <a:pt x="658" y="16"/>
                    <a:pt x="609" y="16"/>
                  </a:cubicBezTo>
                  <a:cubicBezTo>
                    <a:pt x="585" y="16"/>
                    <a:pt x="560" y="19"/>
                    <a:pt x="537" y="24"/>
                  </a:cubicBezTo>
                  <a:cubicBezTo>
                    <a:pt x="527" y="10"/>
                    <a:pt x="511" y="0"/>
                    <a:pt x="4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4143050" y="812325"/>
              <a:ext cx="206475" cy="145350"/>
            </a:xfrm>
            <a:custGeom>
              <a:avLst/>
              <a:gdLst/>
              <a:ahLst/>
              <a:cxnLst/>
              <a:rect l="l" t="t" r="r" b="b"/>
              <a:pathLst>
                <a:path w="8259" h="5814" extrusionOk="0">
                  <a:moveTo>
                    <a:pt x="5081" y="1"/>
                  </a:moveTo>
                  <a:cubicBezTo>
                    <a:pt x="4255" y="1"/>
                    <a:pt x="3424" y="196"/>
                    <a:pt x="2749" y="542"/>
                  </a:cubicBezTo>
                  <a:cubicBezTo>
                    <a:pt x="921" y="1480"/>
                    <a:pt x="56" y="3415"/>
                    <a:pt x="113" y="5401"/>
                  </a:cubicBezTo>
                  <a:cubicBezTo>
                    <a:pt x="114" y="5449"/>
                    <a:pt x="72" y="5477"/>
                    <a:pt x="31" y="5477"/>
                  </a:cubicBezTo>
                  <a:cubicBezTo>
                    <a:pt x="22" y="5477"/>
                    <a:pt x="15" y="5476"/>
                    <a:pt x="7" y="5474"/>
                  </a:cubicBezTo>
                  <a:lnTo>
                    <a:pt x="1" y="5494"/>
                  </a:lnTo>
                  <a:cubicBezTo>
                    <a:pt x="280" y="5566"/>
                    <a:pt x="552" y="5675"/>
                    <a:pt x="805" y="5814"/>
                  </a:cubicBezTo>
                  <a:cubicBezTo>
                    <a:pt x="537" y="4109"/>
                    <a:pt x="1392" y="2261"/>
                    <a:pt x="2934" y="1447"/>
                  </a:cubicBezTo>
                  <a:cubicBezTo>
                    <a:pt x="3488" y="1153"/>
                    <a:pt x="4190" y="982"/>
                    <a:pt x="4885" y="982"/>
                  </a:cubicBezTo>
                  <a:cubicBezTo>
                    <a:pt x="5904" y="982"/>
                    <a:pt x="6909" y="1350"/>
                    <a:pt x="7417" y="2238"/>
                  </a:cubicBezTo>
                  <a:cubicBezTo>
                    <a:pt x="7635" y="1925"/>
                    <a:pt x="7940" y="1664"/>
                    <a:pt x="8258" y="1514"/>
                  </a:cubicBezTo>
                  <a:cubicBezTo>
                    <a:pt x="7587" y="453"/>
                    <a:pt x="6339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4165675" y="842650"/>
              <a:ext cx="159425" cy="139150"/>
            </a:xfrm>
            <a:custGeom>
              <a:avLst/>
              <a:gdLst/>
              <a:ahLst/>
              <a:cxnLst/>
              <a:rect l="l" t="t" r="r" b="b"/>
              <a:pathLst>
                <a:path w="6377" h="5566" extrusionOk="0">
                  <a:moveTo>
                    <a:pt x="3990" y="0"/>
                  </a:moveTo>
                  <a:cubicBezTo>
                    <a:pt x="3220" y="0"/>
                    <a:pt x="2432" y="228"/>
                    <a:pt x="1848" y="607"/>
                  </a:cubicBezTo>
                  <a:cubicBezTo>
                    <a:pt x="461" y="1506"/>
                    <a:pt x="0" y="3121"/>
                    <a:pt x="51" y="4687"/>
                  </a:cubicBezTo>
                  <a:cubicBezTo>
                    <a:pt x="414" y="4914"/>
                    <a:pt x="725" y="5209"/>
                    <a:pt x="938" y="5565"/>
                  </a:cubicBezTo>
                  <a:cubicBezTo>
                    <a:pt x="603" y="3852"/>
                    <a:pt x="1079" y="1786"/>
                    <a:pt x="2601" y="858"/>
                  </a:cubicBezTo>
                  <a:cubicBezTo>
                    <a:pt x="3028" y="598"/>
                    <a:pt x="3511" y="472"/>
                    <a:pt x="3982" y="472"/>
                  </a:cubicBezTo>
                  <a:cubicBezTo>
                    <a:pt x="5051" y="472"/>
                    <a:pt x="6057" y="1125"/>
                    <a:pt x="6203" y="2348"/>
                  </a:cubicBezTo>
                  <a:cubicBezTo>
                    <a:pt x="6207" y="2392"/>
                    <a:pt x="6185" y="2425"/>
                    <a:pt x="6153" y="2443"/>
                  </a:cubicBezTo>
                  <a:cubicBezTo>
                    <a:pt x="6216" y="2457"/>
                    <a:pt x="6278" y="2473"/>
                    <a:pt x="6337" y="2492"/>
                  </a:cubicBezTo>
                  <a:cubicBezTo>
                    <a:pt x="6107" y="2101"/>
                    <a:pt x="6165" y="1650"/>
                    <a:pt x="6376" y="1249"/>
                  </a:cubicBezTo>
                  <a:cubicBezTo>
                    <a:pt x="6371" y="1243"/>
                    <a:pt x="6366" y="1240"/>
                    <a:pt x="6363" y="1233"/>
                  </a:cubicBezTo>
                  <a:cubicBezTo>
                    <a:pt x="5892" y="359"/>
                    <a:pt x="4955" y="0"/>
                    <a:pt x="3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3936050" y="953775"/>
              <a:ext cx="314750" cy="200575"/>
            </a:xfrm>
            <a:custGeom>
              <a:avLst/>
              <a:gdLst/>
              <a:ahLst/>
              <a:cxnLst/>
              <a:rect l="l" t="t" r="r" b="b"/>
              <a:pathLst>
                <a:path w="12590" h="8023" extrusionOk="0">
                  <a:moveTo>
                    <a:pt x="8586" y="3352"/>
                  </a:moveTo>
                  <a:cubicBezTo>
                    <a:pt x="8587" y="3352"/>
                    <a:pt x="8588" y="3352"/>
                    <a:pt x="8588" y="3352"/>
                  </a:cubicBezTo>
                  <a:cubicBezTo>
                    <a:pt x="8954" y="3356"/>
                    <a:pt x="9403" y="3695"/>
                    <a:pt x="9354" y="4093"/>
                  </a:cubicBezTo>
                  <a:cubicBezTo>
                    <a:pt x="9348" y="4136"/>
                    <a:pt x="9304" y="4174"/>
                    <a:pt x="9264" y="4174"/>
                  </a:cubicBezTo>
                  <a:cubicBezTo>
                    <a:pt x="9241" y="4174"/>
                    <a:pt x="9219" y="4162"/>
                    <a:pt x="9205" y="4133"/>
                  </a:cubicBezTo>
                  <a:cubicBezTo>
                    <a:pt x="9085" y="3870"/>
                    <a:pt x="8968" y="3617"/>
                    <a:pt x="8645" y="3577"/>
                  </a:cubicBezTo>
                  <a:cubicBezTo>
                    <a:pt x="8621" y="3574"/>
                    <a:pt x="8597" y="3572"/>
                    <a:pt x="8574" y="3572"/>
                  </a:cubicBezTo>
                  <a:cubicBezTo>
                    <a:pt x="8275" y="3572"/>
                    <a:pt x="8032" y="3815"/>
                    <a:pt x="7956" y="4097"/>
                  </a:cubicBezTo>
                  <a:cubicBezTo>
                    <a:pt x="7948" y="4131"/>
                    <a:pt x="7918" y="4147"/>
                    <a:pt x="7888" y="4147"/>
                  </a:cubicBezTo>
                  <a:cubicBezTo>
                    <a:pt x="7852" y="4147"/>
                    <a:pt x="7816" y="4123"/>
                    <a:pt x="7820" y="4078"/>
                  </a:cubicBezTo>
                  <a:cubicBezTo>
                    <a:pt x="7853" y="3684"/>
                    <a:pt x="8176" y="3352"/>
                    <a:pt x="8586" y="3352"/>
                  </a:cubicBezTo>
                  <a:close/>
                  <a:moveTo>
                    <a:pt x="3291" y="3886"/>
                  </a:moveTo>
                  <a:cubicBezTo>
                    <a:pt x="3723" y="3886"/>
                    <a:pt x="4084" y="4276"/>
                    <a:pt x="4280" y="4628"/>
                  </a:cubicBezTo>
                  <a:cubicBezTo>
                    <a:pt x="4320" y="4700"/>
                    <a:pt x="4262" y="4761"/>
                    <a:pt x="4199" y="4761"/>
                  </a:cubicBezTo>
                  <a:cubicBezTo>
                    <a:pt x="4171" y="4761"/>
                    <a:pt x="4143" y="4749"/>
                    <a:pt x="4122" y="4720"/>
                  </a:cubicBezTo>
                  <a:cubicBezTo>
                    <a:pt x="3944" y="4470"/>
                    <a:pt x="3729" y="4198"/>
                    <a:pt x="3417" y="4115"/>
                  </a:cubicBezTo>
                  <a:cubicBezTo>
                    <a:pt x="3376" y="4104"/>
                    <a:pt x="3334" y="4099"/>
                    <a:pt x="3291" y="4099"/>
                  </a:cubicBezTo>
                  <a:cubicBezTo>
                    <a:pt x="2975" y="4099"/>
                    <a:pt x="2631" y="4370"/>
                    <a:pt x="2746" y="4710"/>
                  </a:cubicBezTo>
                  <a:cubicBezTo>
                    <a:pt x="2756" y="4741"/>
                    <a:pt x="2728" y="4765"/>
                    <a:pt x="2701" y="4765"/>
                  </a:cubicBezTo>
                  <a:cubicBezTo>
                    <a:pt x="2687" y="4765"/>
                    <a:pt x="2674" y="4758"/>
                    <a:pt x="2666" y="4743"/>
                  </a:cubicBezTo>
                  <a:cubicBezTo>
                    <a:pt x="2496" y="4380"/>
                    <a:pt x="2757" y="3986"/>
                    <a:pt x="3134" y="3903"/>
                  </a:cubicBezTo>
                  <a:cubicBezTo>
                    <a:pt x="3187" y="3892"/>
                    <a:pt x="3240" y="3886"/>
                    <a:pt x="3291" y="3886"/>
                  </a:cubicBezTo>
                  <a:close/>
                  <a:moveTo>
                    <a:pt x="7500" y="0"/>
                  </a:moveTo>
                  <a:cubicBezTo>
                    <a:pt x="6601" y="0"/>
                    <a:pt x="5768" y="443"/>
                    <a:pt x="5553" y="1456"/>
                  </a:cubicBezTo>
                  <a:cubicBezTo>
                    <a:pt x="5555" y="1488"/>
                    <a:pt x="5552" y="1515"/>
                    <a:pt x="5536" y="1538"/>
                  </a:cubicBezTo>
                  <a:cubicBezTo>
                    <a:pt x="5532" y="1560"/>
                    <a:pt x="5526" y="1577"/>
                    <a:pt x="5523" y="1600"/>
                  </a:cubicBezTo>
                  <a:cubicBezTo>
                    <a:pt x="5516" y="1645"/>
                    <a:pt x="5481" y="1665"/>
                    <a:pt x="5444" y="1665"/>
                  </a:cubicBezTo>
                  <a:cubicBezTo>
                    <a:pt x="5398" y="1665"/>
                    <a:pt x="5349" y="1634"/>
                    <a:pt x="5345" y="1581"/>
                  </a:cubicBezTo>
                  <a:cubicBezTo>
                    <a:pt x="5316" y="1566"/>
                    <a:pt x="5291" y="1541"/>
                    <a:pt x="5278" y="1503"/>
                  </a:cubicBezTo>
                  <a:cubicBezTo>
                    <a:pt x="5023" y="769"/>
                    <a:pt x="4294" y="242"/>
                    <a:pt x="3537" y="242"/>
                  </a:cubicBezTo>
                  <a:cubicBezTo>
                    <a:pt x="3309" y="242"/>
                    <a:pt x="3079" y="290"/>
                    <a:pt x="2858" y="394"/>
                  </a:cubicBezTo>
                  <a:cubicBezTo>
                    <a:pt x="1876" y="859"/>
                    <a:pt x="1680" y="2095"/>
                    <a:pt x="2140" y="2990"/>
                  </a:cubicBezTo>
                  <a:cubicBezTo>
                    <a:pt x="2180" y="3002"/>
                    <a:pt x="2218" y="3014"/>
                    <a:pt x="2259" y="3030"/>
                  </a:cubicBezTo>
                  <a:cubicBezTo>
                    <a:pt x="2351" y="3064"/>
                    <a:pt x="2326" y="3198"/>
                    <a:pt x="2240" y="3198"/>
                  </a:cubicBezTo>
                  <a:cubicBezTo>
                    <a:pt x="2232" y="3198"/>
                    <a:pt x="2223" y="3196"/>
                    <a:pt x="2213" y="3194"/>
                  </a:cubicBezTo>
                  <a:cubicBezTo>
                    <a:pt x="2058" y="3147"/>
                    <a:pt x="1905" y="3126"/>
                    <a:pt x="1756" y="3126"/>
                  </a:cubicBezTo>
                  <a:cubicBezTo>
                    <a:pt x="783" y="3126"/>
                    <a:pt x="1" y="4049"/>
                    <a:pt x="267" y="5073"/>
                  </a:cubicBezTo>
                  <a:cubicBezTo>
                    <a:pt x="498" y="5967"/>
                    <a:pt x="1246" y="6346"/>
                    <a:pt x="2044" y="6346"/>
                  </a:cubicBezTo>
                  <a:cubicBezTo>
                    <a:pt x="2311" y="6346"/>
                    <a:pt x="2583" y="6304"/>
                    <a:pt x="2844" y="6224"/>
                  </a:cubicBezTo>
                  <a:cubicBezTo>
                    <a:pt x="2856" y="6221"/>
                    <a:pt x="2867" y="6219"/>
                    <a:pt x="2878" y="6219"/>
                  </a:cubicBezTo>
                  <a:cubicBezTo>
                    <a:pt x="2988" y="6219"/>
                    <a:pt x="3054" y="6383"/>
                    <a:pt x="2957" y="6447"/>
                  </a:cubicBezTo>
                  <a:cubicBezTo>
                    <a:pt x="2963" y="6463"/>
                    <a:pt x="2968" y="6481"/>
                    <a:pt x="2965" y="6504"/>
                  </a:cubicBezTo>
                  <a:cubicBezTo>
                    <a:pt x="2901" y="7006"/>
                    <a:pt x="3087" y="7460"/>
                    <a:pt x="3598" y="7646"/>
                  </a:cubicBezTo>
                  <a:cubicBezTo>
                    <a:pt x="3672" y="7673"/>
                    <a:pt x="3834" y="7691"/>
                    <a:pt x="4025" y="7691"/>
                  </a:cubicBezTo>
                  <a:cubicBezTo>
                    <a:pt x="4528" y="7691"/>
                    <a:pt x="5232" y="7563"/>
                    <a:pt x="5071" y="7120"/>
                  </a:cubicBezTo>
                  <a:cubicBezTo>
                    <a:pt x="5051" y="7071"/>
                    <a:pt x="5095" y="7032"/>
                    <a:pt x="5137" y="7030"/>
                  </a:cubicBezTo>
                  <a:cubicBezTo>
                    <a:pt x="5159" y="7011"/>
                    <a:pt x="5188" y="6998"/>
                    <a:pt x="5217" y="6998"/>
                  </a:cubicBezTo>
                  <a:cubicBezTo>
                    <a:pt x="5244" y="6998"/>
                    <a:pt x="5271" y="7009"/>
                    <a:pt x="5294" y="7035"/>
                  </a:cubicBezTo>
                  <a:cubicBezTo>
                    <a:pt x="5794" y="7597"/>
                    <a:pt x="6428" y="8023"/>
                    <a:pt x="7161" y="8023"/>
                  </a:cubicBezTo>
                  <a:cubicBezTo>
                    <a:pt x="7334" y="8023"/>
                    <a:pt x="7512" y="7999"/>
                    <a:pt x="7695" y="7948"/>
                  </a:cubicBezTo>
                  <a:cubicBezTo>
                    <a:pt x="8687" y="7674"/>
                    <a:pt x="9201" y="6737"/>
                    <a:pt x="9267" y="5771"/>
                  </a:cubicBezTo>
                  <a:cubicBezTo>
                    <a:pt x="9262" y="5768"/>
                    <a:pt x="9254" y="5765"/>
                    <a:pt x="9247" y="5762"/>
                  </a:cubicBezTo>
                  <a:cubicBezTo>
                    <a:pt x="9100" y="5687"/>
                    <a:pt x="9192" y="5490"/>
                    <a:pt x="9330" y="5490"/>
                  </a:cubicBezTo>
                  <a:cubicBezTo>
                    <a:pt x="9352" y="5490"/>
                    <a:pt x="9374" y="5495"/>
                    <a:pt x="9398" y="5506"/>
                  </a:cubicBezTo>
                  <a:cubicBezTo>
                    <a:pt x="9639" y="5620"/>
                    <a:pt x="9914" y="5673"/>
                    <a:pt x="10196" y="5673"/>
                  </a:cubicBezTo>
                  <a:cubicBezTo>
                    <a:pt x="11038" y="5673"/>
                    <a:pt x="11947" y="5201"/>
                    <a:pt x="12231" y="4440"/>
                  </a:cubicBezTo>
                  <a:cubicBezTo>
                    <a:pt x="12589" y="3490"/>
                    <a:pt x="11867" y="2295"/>
                    <a:pt x="10910" y="2295"/>
                  </a:cubicBezTo>
                  <a:cubicBezTo>
                    <a:pt x="10750" y="2295"/>
                    <a:pt x="10584" y="2328"/>
                    <a:pt x="10415" y="2401"/>
                  </a:cubicBezTo>
                  <a:cubicBezTo>
                    <a:pt x="10390" y="2457"/>
                    <a:pt x="10333" y="2486"/>
                    <a:pt x="10277" y="2486"/>
                  </a:cubicBezTo>
                  <a:cubicBezTo>
                    <a:pt x="10205" y="2486"/>
                    <a:pt x="10135" y="2439"/>
                    <a:pt x="10138" y="2345"/>
                  </a:cubicBezTo>
                  <a:cubicBezTo>
                    <a:pt x="10198" y="904"/>
                    <a:pt x="8782" y="0"/>
                    <a:pt x="7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4131500" y="1037575"/>
              <a:ext cx="39675" cy="20550"/>
            </a:xfrm>
            <a:custGeom>
              <a:avLst/>
              <a:gdLst/>
              <a:ahLst/>
              <a:cxnLst/>
              <a:rect l="l" t="t" r="r" b="b"/>
              <a:pathLst>
                <a:path w="1587" h="822" extrusionOk="0">
                  <a:moveTo>
                    <a:pt x="770" y="0"/>
                  </a:moveTo>
                  <a:cubicBezTo>
                    <a:pt x="359" y="0"/>
                    <a:pt x="35" y="332"/>
                    <a:pt x="4" y="726"/>
                  </a:cubicBezTo>
                  <a:cubicBezTo>
                    <a:pt x="0" y="770"/>
                    <a:pt x="36" y="794"/>
                    <a:pt x="73" y="794"/>
                  </a:cubicBezTo>
                  <a:cubicBezTo>
                    <a:pt x="102" y="794"/>
                    <a:pt x="132" y="778"/>
                    <a:pt x="140" y="744"/>
                  </a:cubicBezTo>
                  <a:cubicBezTo>
                    <a:pt x="216" y="463"/>
                    <a:pt x="460" y="221"/>
                    <a:pt x="760" y="221"/>
                  </a:cubicBezTo>
                  <a:cubicBezTo>
                    <a:pt x="783" y="221"/>
                    <a:pt x="807" y="222"/>
                    <a:pt x="830" y="225"/>
                  </a:cubicBezTo>
                  <a:cubicBezTo>
                    <a:pt x="1153" y="265"/>
                    <a:pt x="1269" y="518"/>
                    <a:pt x="1390" y="780"/>
                  </a:cubicBezTo>
                  <a:cubicBezTo>
                    <a:pt x="1403" y="810"/>
                    <a:pt x="1425" y="822"/>
                    <a:pt x="1447" y="822"/>
                  </a:cubicBezTo>
                  <a:cubicBezTo>
                    <a:pt x="1487" y="822"/>
                    <a:pt x="1531" y="784"/>
                    <a:pt x="1537" y="741"/>
                  </a:cubicBezTo>
                  <a:cubicBezTo>
                    <a:pt x="1587" y="342"/>
                    <a:pt x="1137" y="2"/>
                    <a:pt x="771" y="0"/>
                  </a:cubicBezTo>
                  <a:cubicBezTo>
                    <a:pt x="771" y="0"/>
                    <a:pt x="770" y="0"/>
                    <a:pt x="7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3998450" y="1050925"/>
              <a:ext cx="45600" cy="21975"/>
            </a:xfrm>
            <a:custGeom>
              <a:avLst/>
              <a:gdLst/>
              <a:ahLst/>
              <a:cxnLst/>
              <a:rect l="l" t="t" r="r" b="b"/>
              <a:pathLst>
                <a:path w="1824" h="879" extrusionOk="0">
                  <a:moveTo>
                    <a:pt x="796" y="0"/>
                  </a:moveTo>
                  <a:cubicBezTo>
                    <a:pt x="744" y="0"/>
                    <a:pt x="692" y="6"/>
                    <a:pt x="638" y="17"/>
                  </a:cubicBezTo>
                  <a:cubicBezTo>
                    <a:pt x="262" y="100"/>
                    <a:pt x="0" y="494"/>
                    <a:pt x="170" y="857"/>
                  </a:cubicBezTo>
                  <a:cubicBezTo>
                    <a:pt x="178" y="872"/>
                    <a:pt x="191" y="879"/>
                    <a:pt x="205" y="879"/>
                  </a:cubicBezTo>
                  <a:cubicBezTo>
                    <a:pt x="232" y="879"/>
                    <a:pt x="260" y="855"/>
                    <a:pt x="250" y="824"/>
                  </a:cubicBezTo>
                  <a:cubicBezTo>
                    <a:pt x="135" y="484"/>
                    <a:pt x="479" y="213"/>
                    <a:pt x="795" y="213"/>
                  </a:cubicBezTo>
                  <a:cubicBezTo>
                    <a:pt x="838" y="213"/>
                    <a:pt x="880" y="218"/>
                    <a:pt x="921" y="229"/>
                  </a:cubicBezTo>
                  <a:cubicBezTo>
                    <a:pt x="1233" y="311"/>
                    <a:pt x="1448" y="583"/>
                    <a:pt x="1626" y="834"/>
                  </a:cubicBezTo>
                  <a:cubicBezTo>
                    <a:pt x="1647" y="863"/>
                    <a:pt x="1676" y="875"/>
                    <a:pt x="1703" y="875"/>
                  </a:cubicBezTo>
                  <a:cubicBezTo>
                    <a:pt x="1766" y="875"/>
                    <a:pt x="1824" y="814"/>
                    <a:pt x="1784" y="742"/>
                  </a:cubicBezTo>
                  <a:cubicBezTo>
                    <a:pt x="1587" y="390"/>
                    <a:pt x="1227" y="0"/>
                    <a:pt x="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114" y="1238012"/>
            <a:ext cx="3041352" cy="2945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5"/>
          <p:cNvSpPr txBox="1">
            <a:spLocks noGrp="1"/>
          </p:cNvSpPr>
          <p:nvPr>
            <p:ph type="title"/>
          </p:nvPr>
        </p:nvSpPr>
        <p:spPr>
          <a:xfrm>
            <a:off x="720000" y="3765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+mj-lt"/>
              </a:rPr>
              <a:t>Алгоритм</a:t>
            </a:r>
            <a:endParaRPr dirty="0">
              <a:latin typeface="+mj-lt"/>
            </a:endParaRPr>
          </a:p>
        </p:txBody>
      </p:sp>
      <p:sp>
        <p:nvSpPr>
          <p:cNvPr id="1052" name="Google Shape;1052;p65"/>
          <p:cNvSpPr txBox="1">
            <a:spLocks noGrp="1"/>
          </p:cNvSpPr>
          <p:nvPr>
            <p:ph type="body" idx="1"/>
          </p:nvPr>
        </p:nvSpPr>
        <p:spPr>
          <a:xfrm>
            <a:off x="442268" y="1001374"/>
            <a:ext cx="4998976" cy="3522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dirty="0">
                <a:latin typeface="+mj-lt"/>
              </a:rPr>
              <a:t>1. Откалибровать </a:t>
            </a:r>
            <a:r>
              <a:rPr lang="ru-RU" dirty="0" err="1">
                <a:latin typeface="+mj-lt"/>
              </a:rPr>
              <a:t>роборуку</a:t>
            </a:r>
            <a:endParaRPr lang="ru-RU" dirty="0">
              <a:latin typeface="+mj-lt"/>
            </a:endParaRP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2. Отвести ее в сторону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3. Сделать снимок с камеры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4. Распознать </a:t>
            </a:r>
            <a:r>
              <a:rPr lang="ru-RU" dirty="0" err="1">
                <a:latin typeface="+mj-lt"/>
              </a:rPr>
              <a:t>Ar</a:t>
            </a:r>
            <a:r>
              <a:rPr lang="en-US" dirty="0" err="1">
                <a:latin typeface="+mj-lt"/>
              </a:rPr>
              <a:t>Uc</a:t>
            </a:r>
            <a:r>
              <a:rPr lang="ru-RU" dirty="0">
                <a:latin typeface="+mj-lt"/>
              </a:rPr>
              <a:t>o</a:t>
            </a:r>
            <a:r>
              <a:rPr lang="en-US" dirty="0">
                <a:latin typeface="+mj-lt"/>
              </a:rPr>
              <a:t>-</a:t>
            </a:r>
            <a:r>
              <a:rPr lang="ru-RU" dirty="0">
                <a:latin typeface="+mj-lt"/>
              </a:rPr>
              <a:t>метки, их координаты и углы</a:t>
            </a:r>
            <a:r>
              <a:rPr lang="en-US" dirty="0">
                <a:latin typeface="+mj-lt"/>
              </a:rPr>
              <a:t> </a:t>
            </a:r>
            <a:r>
              <a:rPr lang="ru-RU" dirty="0">
                <a:latin typeface="+mj-lt"/>
              </a:rPr>
              <a:t>поворота, определить </a:t>
            </a:r>
            <a:r>
              <a:rPr lang="en-US" dirty="0">
                <a:latin typeface="+mj-lt"/>
              </a:rPr>
              <a:t>“</a:t>
            </a:r>
            <a:r>
              <a:rPr lang="ru-RU" dirty="0">
                <a:latin typeface="+mj-lt"/>
              </a:rPr>
              <a:t>нужны</a:t>
            </a:r>
            <a:r>
              <a:rPr lang="en-US" dirty="0">
                <a:latin typeface="+mj-lt"/>
              </a:rPr>
              <a:t>e” </a:t>
            </a:r>
            <a:r>
              <a:rPr lang="ru-RU" dirty="0">
                <a:latin typeface="+mj-lt"/>
              </a:rPr>
              <a:t>и </a:t>
            </a:r>
            <a:r>
              <a:rPr lang="en-US" dirty="0">
                <a:latin typeface="+mj-lt"/>
              </a:rPr>
              <a:t>“</a:t>
            </a:r>
            <a:r>
              <a:rPr lang="ru-RU" dirty="0">
                <a:latin typeface="+mj-lt"/>
              </a:rPr>
              <a:t>ненужные</a:t>
            </a:r>
            <a:r>
              <a:rPr lang="en-US" dirty="0">
                <a:latin typeface="+mj-lt"/>
              </a:rPr>
              <a:t>” </a:t>
            </a:r>
            <a:r>
              <a:rPr lang="ru-RU" dirty="0">
                <a:latin typeface="+mj-lt"/>
              </a:rPr>
              <a:t>метки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5. Перенести все лишние пластины за рабочее поле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6. Сделать новый снимок с камеры</a:t>
            </a:r>
            <a:endParaRPr lang="en-US" dirty="0">
              <a:latin typeface="+mj-lt"/>
            </a:endParaRPr>
          </a:p>
          <a:p>
            <a:pPr marL="0" lvl="0" indent="0">
              <a:buNone/>
            </a:pPr>
            <a:r>
              <a:rPr lang="en-US" dirty="0">
                <a:latin typeface="+mj-lt"/>
              </a:rPr>
              <a:t>7. </a:t>
            </a:r>
            <a:r>
              <a:rPr lang="ru-RU" dirty="0">
                <a:latin typeface="+mj-lt"/>
              </a:rPr>
              <a:t>Распознать A</a:t>
            </a:r>
            <a:r>
              <a:rPr lang="en-US" dirty="0" err="1">
                <a:latin typeface="+mj-lt"/>
              </a:rPr>
              <a:t>rUc</a:t>
            </a:r>
            <a:r>
              <a:rPr lang="ru-RU" dirty="0">
                <a:latin typeface="+mj-lt"/>
              </a:rPr>
              <a:t>о-метки, координаты и углы поворота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6. Перенести маркер </a:t>
            </a:r>
            <a:r>
              <a:rPr lang="en-US" dirty="0">
                <a:latin typeface="+mj-lt"/>
              </a:rPr>
              <a:t>c ID </a:t>
            </a:r>
            <a:r>
              <a:rPr lang="ru-RU" dirty="0">
                <a:latin typeface="+mj-lt"/>
              </a:rPr>
              <a:t>80 на центр (предварительно повернув параллельно осям координат)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7.1. Перенести маркер</a:t>
            </a:r>
            <a:r>
              <a:rPr lang="en-US" dirty="0">
                <a:latin typeface="+mj-lt"/>
              </a:rPr>
              <a:t> c ID</a:t>
            </a:r>
            <a:r>
              <a:rPr lang="ru-RU" dirty="0">
                <a:latin typeface="+mj-lt"/>
              </a:rPr>
              <a:t> 70, потом </a:t>
            </a:r>
            <a:r>
              <a:rPr lang="en-US" dirty="0">
                <a:latin typeface="+mj-lt"/>
              </a:rPr>
              <a:t>ID </a:t>
            </a:r>
            <a:r>
              <a:rPr lang="ru-RU" dirty="0">
                <a:latin typeface="+mj-lt"/>
              </a:rPr>
              <a:t>50 на ID 2 (друг на друга, предварительно повернув параллельно осям координат)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7.2. Перенести маркер </a:t>
            </a:r>
            <a:r>
              <a:rPr lang="en-US" dirty="0">
                <a:latin typeface="+mj-lt"/>
              </a:rPr>
              <a:t>c ID </a:t>
            </a:r>
            <a:r>
              <a:rPr lang="ru-RU" dirty="0">
                <a:latin typeface="+mj-lt"/>
              </a:rPr>
              <a:t>60, потом</a:t>
            </a:r>
            <a:r>
              <a:rPr lang="en-US" dirty="0">
                <a:latin typeface="+mj-lt"/>
              </a:rPr>
              <a:t> ID</a:t>
            </a:r>
            <a:r>
              <a:rPr lang="ru-RU" dirty="0">
                <a:latin typeface="+mj-lt"/>
              </a:rPr>
              <a:t> 40 на ID 3 (друг на друга, предварительно повернув параллельно осям координат)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8. Перенести маркер </a:t>
            </a:r>
            <a:r>
              <a:rPr lang="en-US" dirty="0">
                <a:latin typeface="+mj-lt"/>
              </a:rPr>
              <a:t>ID </a:t>
            </a:r>
            <a:r>
              <a:rPr lang="ru-RU" dirty="0">
                <a:latin typeface="+mj-lt"/>
              </a:rPr>
              <a:t>40 и </a:t>
            </a:r>
            <a:r>
              <a:rPr lang="en-US" dirty="0">
                <a:latin typeface="+mj-lt"/>
              </a:rPr>
              <a:t>ID </a:t>
            </a:r>
            <a:r>
              <a:rPr lang="ru-RU" dirty="0">
                <a:latin typeface="+mj-lt"/>
              </a:rPr>
              <a:t>50 на опорные точки </a:t>
            </a:r>
            <a:r>
              <a:rPr lang="en-US" dirty="0">
                <a:latin typeface="+mj-lt"/>
              </a:rPr>
              <a:t>ID </a:t>
            </a:r>
            <a:r>
              <a:rPr lang="ru-RU" dirty="0">
                <a:latin typeface="+mj-lt"/>
              </a:rPr>
              <a:t>1 и </a:t>
            </a:r>
            <a:r>
              <a:rPr lang="en-US" dirty="0">
                <a:latin typeface="+mj-lt"/>
              </a:rPr>
              <a:t>ID </a:t>
            </a:r>
            <a:r>
              <a:rPr lang="ru-RU" dirty="0">
                <a:latin typeface="+mj-lt"/>
              </a:rPr>
              <a:t>2 (Опорные точки выбраны специально под программу)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9. Поэтапно переносить детали на основание</a:t>
            </a:r>
          </a:p>
          <a:p>
            <a:pPr marL="0" lvl="0" indent="0">
              <a:buNone/>
            </a:pPr>
            <a:r>
              <a:rPr lang="ru-RU" dirty="0">
                <a:latin typeface="+mj-lt"/>
              </a:rPr>
              <a:t>10. Представить готовую пирамиду</a:t>
            </a:r>
            <a:endParaRPr dirty="0">
              <a:latin typeface="+mj-lt"/>
            </a:endParaRPr>
          </a:p>
        </p:txBody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416" y="1442043"/>
            <a:ext cx="3851733" cy="3129534"/>
          </a:xfrm>
          <a:prstGeom prst="rect">
            <a:avLst/>
          </a:prstGeom>
        </p:spPr>
      </p:pic>
      <p:sp>
        <p:nvSpPr>
          <p:cNvPr id="44" name="Google Shape;1303;p71"/>
          <p:cNvSpPr/>
          <p:nvPr/>
        </p:nvSpPr>
        <p:spPr>
          <a:xfrm rot="397540">
            <a:off x="8183617" y="254416"/>
            <a:ext cx="42386" cy="273399"/>
          </a:xfrm>
          <a:custGeom>
            <a:avLst/>
            <a:gdLst/>
            <a:ahLst/>
            <a:cxnLst/>
            <a:rect l="l" t="t" r="r" b="b"/>
            <a:pathLst>
              <a:path w="573" h="3696" extrusionOk="0">
                <a:moveTo>
                  <a:pt x="233" y="0"/>
                </a:moveTo>
                <a:cubicBezTo>
                  <a:pt x="123" y="0"/>
                  <a:pt x="0" y="95"/>
                  <a:pt x="24" y="238"/>
                </a:cubicBezTo>
                <a:cubicBezTo>
                  <a:pt x="200" y="1322"/>
                  <a:pt x="113" y="2420"/>
                  <a:pt x="112" y="3513"/>
                </a:cubicBezTo>
                <a:cubicBezTo>
                  <a:pt x="112" y="3635"/>
                  <a:pt x="207" y="3696"/>
                  <a:pt x="302" y="3696"/>
                </a:cubicBezTo>
                <a:cubicBezTo>
                  <a:pt x="396" y="3696"/>
                  <a:pt x="491" y="3635"/>
                  <a:pt x="491" y="3513"/>
                </a:cubicBezTo>
                <a:cubicBezTo>
                  <a:pt x="492" y="2383"/>
                  <a:pt x="572" y="1258"/>
                  <a:pt x="389" y="138"/>
                </a:cubicBezTo>
                <a:cubicBezTo>
                  <a:pt x="374" y="42"/>
                  <a:pt x="307" y="0"/>
                  <a:pt x="2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304;p71"/>
          <p:cNvSpPr/>
          <p:nvPr/>
        </p:nvSpPr>
        <p:spPr>
          <a:xfrm rot="397540">
            <a:off x="8120510" y="1463950"/>
            <a:ext cx="42608" cy="280574"/>
          </a:xfrm>
          <a:custGeom>
            <a:avLst/>
            <a:gdLst/>
            <a:ahLst/>
            <a:cxnLst/>
            <a:rect l="l" t="t" r="r" b="b"/>
            <a:pathLst>
              <a:path w="576" h="3793" extrusionOk="0">
                <a:moveTo>
                  <a:pt x="234" y="0"/>
                </a:moveTo>
                <a:cubicBezTo>
                  <a:pt x="124" y="0"/>
                  <a:pt x="1" y="95"/>
                  <a:pt x="24" y="239"/>
                </a:cubicBezTo>
                <a:cubicBezTo>
                  <a:pt x="204" y="1355"/>
                  <a:pt x="113" y="2486"/>
                  <a:pt x="112" y="3609"/>
                </a:cubicBezTo>
                <a:cubicBezTo>
                  <a:pt x="112" y="3731"/>
                  <a:pt x="207" y="3793"/>
                  <a:pt x="302" y="3793"/>
                </a:cubicBezTo>
                <a:cubicBezTo>
                  <a:pt x="397" y="3793"/>
                  <a:pt x="492" y="3731"/>
                  <a:pt x="492" y="3609"/>
                </a:cubicBezTo>
                <a:cubicBezTo>
                  <a:pt x="493" y="2450"/>
                  <a:pt x="576" y="1289"/>
                  <a:pt x="389" y="138"/>
                </a:cubicBezTo>
                <a:cubicBezTo>
                  <a:pt x="374" y="42"/>
                  <a:pt x="307" y="0"/>
                  <a:pt x="2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305;p71"/>
          <p:cNvSpPr/>
          <p:nvPr/>
        </p:nvSpPr>
        <p:spPr>
          <a:xfrm rot="397540">
            <a:off x="7419601" y="949545"/>
            <a:ext cx="284716" cy="36172"/>
          </a:xfrm>
          <a:custGeom>
            <a:avLst/>
            <a:gdLst/>
            <a:ahLst/>
            <a:cxnLst/>
            <a:rect l="l" t="t" r="r" b="b"/>
            <a:pathLst>
              <a:path w="3849" h="489" extrusionOk="0">
                <a:moveTo>
                  <a:pt x="2031" y="1"/>
                </a:moveTo>
                <a:cubicBezTo>
                  <a:pt x="1429" y="1"/>
                  <a:pt x="829" y="23"/>
                  <a:pt x="230" y="121"/>
                </a:cubicBezTo>
                <a:cubicBezTo>
                  <a:pt x="0" y="156"/>
                  <a:pt x="81" y="489"/>
                  <a:pt x="295" y="489"/>
                </a:cubicBezTo>
                <a:cubicBezTo>
                  <a:pt x="306" y="489"/>
                  <a:pt x="318" y="488"/>
                  <a:pt x="330" y="486"/>
                </a:cubicBezTo>
                <a:cubicBezTo>
                  <a:pt x="875" y="397"/>
                  <a:pt x="1424" y="375"/>
                  <a:pt x="1974" y="375"/>
                </a:cubicBezTo>
                <a:cubicBezTo>
                  <a:pt x="2517" y="375"/>
                  <a:pt x="3061" y="397"/>
                  <a:pt x="3604" y="398"/>
                </a:cubicBezTo>
                <a:cubicBezTo>
                  <a:pt x="3849" y="398"/>
                  <a:pt x="3849" y="18"/>
                  <a:pt x="3604" y="18"/>
                </a:cubicBezTo>
                <a:cubicBezTo>
                  <a:pt x="3079" y="18"/>
                  <a:pt x="2554" y="1"/>
                  <a:pt x="20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306;p71"/>
          <p:cNvSpPr/>
          <p:nvPr/>
        </p:nvSpPr>
        <p:spPr>
          <a:xfrm rot="397540">
            <a:off x="8629132" y="1012505"/>
            <a:ext cx="291892" cy="36394"/>
          </a:xfrm>
          <a:custGeom>
            <a:avLst/>
            <a:gdLst/>
            <a:ahLst/>
            <a:cxnLst/>
            <a:rect l="l" t="t" r="r" b="b"/>
            <a:pathLst>
              <a:path w="3946" h="492" extrusionOk="0">
                <a:moveTo>
                  <a:pt x="2058" y="1"/>
                </a:moveTo>
                <a:cubicBezTo>
                  <a:pt x="1447" y="1"/>
                  <a:pt x="837" y="24"/>
                  <a:pt x="230" y="122"/>
                </a:cubicBezTo>
                <a:cubicBezTo>
                  <a:pt x="0" y="158"/>
                  <a:pt x="82" y="491"/>
                  <a:pt x="296" y="491"/>
                </a:cubicBezTo>
                <a:cubicBezTo>
                  <a:pt x="307" y="491"/>
                  <a:pt x="319" y="490"/>
                  <a:pt x="330" y="488"/>
                </a:cubicBezTo>
                <a:cubicBezTo>
                  <a:pt x="884" y="399"/>
                  <a:pt x="1443" y="376"/>
                  <a:pt x="2003" y="376"/>
                </a:cubicBezTo>
                <a:cubicBezTo>
                  <a:pt x="2569" y="376"/>
                  <a:pt x="3136" y="399"/>
                  <a:pt x="3701" y="400"/>
                </a:cubicBezTo>
                <a:cubicBezTo>
                  <a:pt x="3945" y="400"/>
                  <a:pt x="3945" y="20"/>
                  <a:pt x="3701" y="20"/>
                </a:cubicBezTo>
                <a:cubicBezTo>
                  <a:pt x="3153" y="19"/>
                  <a:pt x="2605" y="1"/>
                  <a:pt x="20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307;p71"/>
          <p:cNvSpPr/>
          <p:nvPr/>
        </p:nvSpPr>
        <p:spPr>
          <a:xfrm rot="397540">
            <a:off x="7657464" y="448962"/>
            <a:ext cx="215035" cy="197282"/>
          </a:xfrm>
          <a:custGeom>
            <a:avLst/>
            <a:gdLst/>
            <a:ahLst/>
            <a:cxnLst/>
            <a:rect l="l" t="t" r="r" b="b"/>
            <a:pathLst>
              <a:path w="2907" h="2667" extrusionOk="0">
                <a:moveTo>
                  <a:pt x="227" y="1"/>
                </a:moveTo>
                <a:cubicBezTo>
                  <a:pt x="159" y="1"/>
                  <a:pt x="88" y="40"/>
                  <a:pt x="55" y="97"/>
                </a:cubicBezTo>
                <a:cubicBezTo>
                  <a:pt x="0" y="191"/>
                  <a:pt x="41" y="297"/>
                  <a:pt x="125" y="356"/>
                </a:cubicBezTo>
                <a:cubicBezTo>
                  <a:pt x="1017" y="997"/>
                  <a:pt x="1734" y="1836"/>
                  <a:pt x="2503" y="2610"/>
                </a:cubicBezTo>
                <a:cubicBezTo>
                  <a:pt x="2543" y="2650"/>
                  <a:pt x="2588" y="2666"/>
                  <a:pt x="2631" y="2666"/>
                </a:cubicBezTo>
                <a:cubicBezTo>
                  <a:pt x="2777" y="2666"/>
                  <a:pt x="2906" y="2476"/>
                  <a:pt x="2772" y="2343"/>
                </a:cubicBezTo>
                <a:cubicBezTo>
                  <a:pt x="1975" y="1545"/>
                  <a:pt x="1236" y="691"/>
                  <a:pt x="315" y="28"/>
                </a:cubicBezTo>
                <a:cubicBezTo>
                  <a:pt x="289" y="9"/>
                  <a:pt x="258" y="1"/>
                  <a:pt x="2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308;p71"/>
          <p:cNvSpPr/>
          <p:nvPr/>
        </p:nvSpPr>
        <p:spPr>
          <a:xfrm rot="397540">
            <a:off x="8468025" y="1348968"/>
            <a:ext cx="220065" cy="202164"/>
          </a:xfrm>
          <a:custGeom>
            <a:avLst/>
            <a:gdLst/>
            <a:ahLst/>
            <a:cxnLst/>
            <a:rect l="l" t="t" r="r" b="b"/>
            <a:pathLst>
              <a:path w="2975" h="2733" extrusionOk="0">
                <a:moveTo>
                  <a:pt x="227" y="0"/>
                </a:moveTo>
                <a:cubicBezTo>
                  <a:pt x="160" y="0"/>
                  <a:pt x="90" y="40"/>
                  <a:pt x="56" y="96"/>
                </a:cubicBezTo>
                <a:cubicBezTo>
                  <a:pt x="0" y="190"/>
                  <a:pt x="43" y="294"/>
                  <a:pt x="126" y="354"/>
                </a:cubicBezTo>
                <a:cubicBezTo>
                  <a:pt x="1043" y="1013"/>
                  <a:pt x="1779" y="1880"/>
                  <a:pt x="2572" y="2676"/>
                </a:cubicBezTo>
                <a:cubicBezTo>
                  <a:pt x="2612" y="2716"/>
                  <a:pt x="2656" y="2732"/>
                  <a:pt x="2699" y="2732"/>
                </a:cubicBezTo>
                <a:cubicBezTo>
                  <a:pt x="2845" y="2732"/>
                  <a:pt x="2975" y="2542"/>
                  <a:pt x="2840" y="2408"/>
                </a:cubicBezTo>
                <a:cubicBezTo>
                  <a:pt x="2022" y="1588"/>
                  <a:pt x="1261" y="708"/>
                  <a:pt x="316" y="28"/>
                </a:cubicBezTo>
                <a:cubicBezTo>
                  <a:pt x="290" y="9"/>
                  <a:pt x="259" y="0"/>
                  <a:pt x="2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309;p71"/>
          <p:cNvSpPr/>
          <p:nvPr/>
        </p:nvSpPr>
        <p:spPr>
          <a:xfrm rot="397540">
            <a:off x="7618397" y="1304469"/>
            <a:ext cx="205493" cy="207046"/>
          </a:xfrm>
          <a:custGeom>
            <a:avLst/>
            <a:gdLst/>
            <a:ahLst/>
            <a:cxnLst/>
            <a:rect l="l" t="t" r="r" b="b"/>
            <a:pathLst>
              <a:path w="2778" h="2799" extrusionOk="0">
                <a:moveTo>
                  <a:pt x="2502" y="0"/>
                </a:moveTo>
                <a:cubicBezTo>
                  <a:pt x="2458" y="0"/>
                  <a:pt x="2414" y="17"/>
                  <a:pt x="2374" y="57"/>
                </a:cubicBezTo>
                <a:cubicBezTo>
                  <a:pt x="1577" y="854"/>
                  <a:pt x="724" y="1592"/>
                  <a:pt x="60" y="2513"/>
                </a:cubicBezTo>
                <a:cubicBezTo>
                  <a:pt x="1" y="2596"/>
                  <a:pt x="46" y="2725"/>
                  <a:pt x="129" y="2774"/>
                </a:cubicBezTo>
                <a:cubicBezTo>
                  <a:pt x="159" y="2791"/>
                  <a:pt x="189" y="2799"/>
                  <a:pt x="219" y="2799"/>
                </a:cubicBezTo>
                <a:cubicBezTo>
                  <a:pt x="285" y="2799"/>
                  <a:pt x="347" y="2762"/>
                  <a:pt x="388" y="2704"/>
                </a:cubicBezTo>
                <a:cubicBezTo>
                  <a:pt x="1030" y="1812"/>
                  <a:pt x="1869" y="1095"/>
                  <a:pt x="2643" y="325"/>
                </a:cubicBezTo>
                <a:cubicBezTo>
                  <a:pt x="2777" y="191"/>
                  <a:pt x="2647" y="0"/>
                  <a:pt x="25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310;p71"/>
          <p:cNvSpPr/>
          <p:nvPr/>
        </p:nvSpPr>
        <p:spPr>
          <a:xfrm rot="397540">
            <a:off x="8518336" y="488883"/>
            <a:ext cx="210523" cy="212002"/>
          </a:xfrm>
          <a:custGeom>
            <a:avLst/>
            <a:gdLst/>
            <a:ahLst/>
            <a:cxnLst/>
            <a:rect l="l" t="t" r="r" b="b"/>
            <a:pathLst>
              <a:path w="2846" h="2866" extrusionOk="0">
                <a:moveTo>
                  <a:pt x="2570" y="0"/>
                </a:moveTo>
                <a:cubicBezTo>
                  <a:pt x="2527" y="0"/>
                  <a:pt x="2482" y="17"/>
                  <a:pt x="2443" y="56"/>
                </a:cubicBezTo>
                <a:cubicBezTo>
                  <a:pt x="1623" y="875"/>
                  <a:pt x="742" y="1635"/>
                  <a:pt x="62" y="2580"/>
                </a:cubicBezTo>
                <a:cubicBezTo>
                  <a:pt x="1" y="2665"/>
                  <a:pt x="47" y="2791"/>
                  <a:pt x="130" y="2841"/>
                </a:cubicBezTo>
                <a:cubicBezTo>
                  <a:pt x="159" y="2858"/>
                  <a:pt x="189" y="2866"/>
                  <a:pt x="219" y="2866"/>
                </a:cubicBezTo>
                <a:cubicBezTo>
                  <a:pt x="284" y="2866"/>
                  <a:pt x="348" y="2828"/>
                  <a:pt x="389" y="2771"/>
                </a:cubicBezTo>
                <a:cubicBezTo>
                  <a:pt x="1048" y="1854"/>
                  <a:pt x="1916" y="1117"/>
                  <a:pt x="2711" y="324"/>
                </a:cubicBezTo>
                <a:cubicBezTo>
                  <a:pt x="2845" y="190"/>
                  <a:pt x="2715" y="0"/>
                  <a:pt x="25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311;p71"/>
          <p:cNvSpPr/>
          <p:nvPr/>
        </p:nvSpPr>
        <p:spPr>
          <a:xfrm rot="397540">
            <a:off x="7614266" y="566590"/>
            <a:ext cx="1012005" cy="848084"/>
          </a:xfrm>
          <a:custGeom>
            <a:avLst/>
            <a:gdLst/>
            <a:ahLst/>
            <a:cxnLst/>
            <a:rect l="l" t="t" r="r" b="b"/>
            <a:pathLst>
              <a:path w="13681" h="11465" extrusionOk="0">
                <a:moveTo>
                  <a:pt x="7070" y="271"/>
                </a:moveTo>
                <a:cubicBezTo>
                  <a:pt x="84" y="416"/>
                  <a:pt x="1" y="11236"/>
                  <a:pt x="7140" y="11385"/>
                </a:cubicBezTo>
                <a:cubicBezTo>
                  <a:pt x="10877" y="11464"/>
                  <a:pt x="13680" y="9497"/>
                  <a:pt x="12996" y="4702"/>
                </a:cubicBezTo>
                <a:cubicBezTo>
                  <a:pt x="12577" y="1773"/>
                  <a:pt x="10427" y="1"/>
                  <a:pt x="7070" y="2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312;p71"/>
          <p:cNvSpPr/>
          <p:nvPr/>
        </p:nvSpPr>
        <p:spPr>
          <a:xfrm rot="397540">
            <a:off x="7712064" y="575395"/>
            <a:ext cx="884478" cy="850969"/>
          </a:xfrm>
          <a:custGeom>
            <a:avLst/>
            <a:gdLst/>
            <a:ahLst/>
            <a:cxnLst/>
            <a:rect l="l" t="t" r="r" b="b"/>
            <a:pathLst>
              <a:path w="11957" h="11504" extrusionOk="0">
                <a:moveTo>
                  <a:pt x="6371" y="360"/>
                </a:moveTo>
                <a:cubicBezTo>
                  <a:pt x="7591" y="360"/>
                  <a:pt x="8824" y="649"/>
                  <a:pt x="9785" y="1437"/>
                </a:cubicBezTo>
                <a:cubicBezTo>
                  <a:pt x="10874" y="2330"/>
                  <a:pt x="11385" y="3654"/>
                  <a:pt x="11531" y="5024"/>
                </a:cubicBezTo>
                <a:cubicBezTo>
                  <a:pt x="11676" y="6383"/>
                  <a:pt x="11565" y="7837"/>
                  <a:pt x="10806" y="9012"/>
                </a:cubicBezTo>
                <a:cubicBezTo>
                  <a:pt x="10175" y="9987"/>
                  <a:pt x="9156" y="10603"/>
                  <a:pt x="8049" y="10898"/>
                </a:cubicBezTo>
                <a:cubicBezTo>
                  <a:pt x="7419" y="11065"/>
                  <a:pt x="6756" y="11157"/>
                  <a:pt x="6096" y="11157"/>
                </a:cubicBezTo>
                <a:cubicBezTo>
                  <a:pt x="4528" y="11157"/>
                  <a:pt x="2975" y="10642"/>
                  <a:pt x="1925" y="9415"/>
                </a:cubicBezTo>
                <a:cubicBezTo>
                  <a:pt x="707" y="7991"/>
                  <a:pt x="377" y="5920"/>
                  <a:pt x="870" y="4139"/>
                </a:cubicBezTo>
                <a:cubicBezTo>
                  <a:pt x="1117" y="3245"/>
                  <a:pt x="1580" y="2408"/>
                  <a:pt x="2249" y="1758"/>
                </a:cubicBezTo>
                <a:cubicBezTo>
                  <a:pt x="2973" y="1054"/>
                  <a:pt x="3905" y="621"/>
                  <a:pt x="4899" y="459"/>
                </a:cubicBezTo>
                <a:cubicBezTo>
                  <a:pt x="5169" y="415"/>
                  <a:pt x="5441" y="394"/>
                  <a:pt x="5714" y="386"/>
                </a:cubicBezTo>
                <a:lnTo>
                  <a:pt x="5714" y="386"/>
                </a:lnTo>
                <a:cubicBezTo>
                  <a:pt x="5716" y="386"/>
                  <a:pt x="5717" y="386"/>
                  <a:pt x="5719" y="386"/>
                </a:cubicBezTo>
                <a:cubicBezTo>
                  <a:pt x="5724" y="386"/>
                  <a:pt x="5730" y="386"/>
                  <a:pt x="5735" y="386"/>
                </a:cubicBezTo>
                <a:lnTo>
                  <a:pt x="5735" y="386"/>
                </a:lnTo>
                <a:cubicBezTo>
                  <a:pt x="5735" y="386"/>
                  <a:pt x="5735" y="386"/>
                  <a:pt x="5735" y="386"/>
                </a:cubicBezTo>
                <a:cubicBezTo>
                  <a:pt x="5743" y="385"/>
                  <a:pt x="5751" y="385"/>
                  <a:pt x="5758" y="384"/>
                </a:cubicBezTo>
                <a:lnTo>
                  <a:pt x="5758" y="384"/>
                </a:lnTo>
                <a:cubicBezTo>
                  <a:pt x="5961" y="369"/>
                  <a:pt x="6166" y="360"/>
                  <a:pt x="6371" y="360"/>
                </a:cubicBezTo>
                <a:close/>
                <a:moveTo>
                  <a:pt x="6410" y="0"/>
                </a:moveTo>
                <a:cubicBezTo>
                  <a:pt x="6185" y="0"/>
                  <a:pt x="5959" y="10"/>
                  <a:pt x="5735" y="28"/>
                </a:cubicBezTo>
                <a:cubicBezTo>
                  <a:pt x="4610" y="55"/>
                  <a:pt x="3487" y="361"/>
                  <a:pt x="2568" y="1026"/>
                </a:cubicBezTo>
                <a:cubicBezTo>
                  <a:pt x="1744" y="1624"/>
                  <a:pt x="1129" y="2451"/>
                  <a:pt x="746" y="3390"/>
                </a:cubicBezTo>
                <a:cubicBezTo>
                  <a:pt x="0" y="5225"/>
                  <a:pt x="166" y="7465"/>
                  <a:pt x="1264" y="9127"/>
                </a:cubicBezTo>
                <a:cubicBezTo>
                  <a:pt x="1841" y="9999"/>
                  <a:pt x="2660" y="10672"/>
                  <a:pt x="3626" y="11069"/>
                </a:cubicBezTo>
                <a:cubicBezTo>
                  <a:pt x="4383" y="11379"/>
                  <a:pt x="5202" y="11504"/>
                  <a:pt x="6021" y="11504"/>
                </a:cubicBezTo>
                <a:cubicBezTo>
                  <a:pt x="6459" y="11504"/>
                  <a:pt x="6896" y="11468"/>
                  <a:pt x="7325" y="11407"/>
                </a:cubicBezTo>
                <a:cubicBezTo>
                  <a:pt x="8547" y="11230"/>
                  <a:pt x="9759" y="10743"/>
                  <a:pt x="10615" y="9828"/>
                </a:cubicBezTo>
                <a:cubicBezTo>
                  <a:pt x="11555" y="8825"/>
                  <a:pt x="11925" y="7458"/>
                  <a:pt x="11940" y="6108"/>
                </a:cubicBezTo>
                <a:cubicBezTo>
                  <a:pt x="11957" y="4606"/>
                  <a:pt x="11650" y="3041"/>
                  <a:pt x="10692" y="1848"/>
                </a:cubicBezTo>
                <a:cubicBezTo>
                  <a:pt x="9780" y="710"/>
                  <a:pt x="8393" y="134"/>
                  <a:pt x="6965" y="21"/>
                </a:cubicBezTo>
                <a:cubicBezTo>
                  <a:pt x="6781" y="7"/>
                  <a:pt x="6595" y="0"/>
                  <a:pt x="64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313;p71"/>
          <p:cNvSpPr/>
          <p:nvPr/>
        </p:nvSpPr>
        <p:spPr>
          <a:xfrm rot="397540">
            <a:off x="7785339" y="823133"/>
            <a:ext cx="121683" cy="16422"/>
          </a:xfrm>
          <a:custGeom>
            <a:avLst/>
            <a:gdLst/>
            <a:ahLst/>
            <a:cxnLst/>
            <a:rect l="l" t="t" r="r" b="b"/>
            <a:pathLst>
              <a:path w="1645" h="222" extrusionOk="0">
                <a:moveTo>
                  <a:pt x="103" y="0"/>
                </a:moveTo>
                <a:cubicBezTo>
                  <a:pt x="62" y="0"/>
                  <a:pt x="25" y="21"/>
                  <a:pt x="13" y="64"/>
                </a:cubicBezTo>
                <a:cubicBezTo>
                  <a:pt x="1" y="107"/>
                  <a:pt x="28" y="168"/>
                  <a:pt x="75" y="174"/>
                </a:cubicBezTo>
                <a:cubicBezTo>
                  <a:pt x="329" y="212"/>
                  <a:pt x="583" y="222"/>
                  <a:pt x="839" y="222"/>
                </a:cubicBezTo>
                <a:cubicBezTo>
                  <a:pt x="1069" y="222"/>
                  <a:pt x="1300" y="214"/>
                  <a:pt x="1530" y="214"/>
                </a:cubicBezTo>
                <a:cubicBezTo>
                  <a:pt x="1645" y="214"/>
                  <a:pt x="1645" y="34"/>
                  <a:pt x="1530" y="34"/>
                </a:cubicBezTo>
                <a:cubicBezTo>
                  <a:pt x="1288" y="34"/>
                  <a:pt x="1044" y="44"/>
                  <a:pt x="800" y="44"/>
                </a:cubicBezTo>
                <a:cubicBezTo>
                  <a:pt x="574" y="44"/>
                  <a:pt x="348" y="36"/>
                  <a:pt x="124" y="2"/>
                </a:cubicBezTo>
                <a:cubicBezTo>
                  <a:pt x="117" y="1"/>
                  <a:pt x="110" y="0"/>
                  <a:pt x="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314;p71"/>
          <p:cNvSpPr/>
          <p:nvPr/>
        </p:nvSpPr>
        <p:spPr>
          <a:xfrm rot="397540">
            <a:off x="7796390" y="787560"/>
            <a:ext cx="130930" cy="13241"/>
          </a:xfrm>
          <a:custGeom>
            <a:avLst/>
            <a:gdLst/>
            <a:ahLst/>
            <a:cxnLst/>
            <a:rect l="l" t="t" r="r" b="b"/>
            <a:pathLst>
              <a:path w="1770" h="179" extrusionOk="0">
                <a:moveTo>
                  <a:pt x="117" y="1"/>
                </a:moveTo>
                <a:cubicBezTo>
                  <a:pt x="1" y="1"/>
                  <a:pt x="1" y="179"/>
                  <a:pt x="117" y="179"/>
                </a:cubicBezTo>
                <a:lnTo>
                  <a:pt x="1653" y="179"/>
                </a:lnTo>
                <a:cubicBezTo>
                  <a:pt x="1769" y="179"/>
                  <a:pt x="1769" y="1"/>
                  <a:pt x="16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315;p71"/>
          <p:cNvSpPr/>
          <p:nvPr/>
        </p:nvSpPr>
        <p:spPr>
          <a:xfrm rot="397540">
            <a:off x="7767323" y="865686"/>
            <a:ext cx="110809" cy="16496"/>
          </a:xfrm>
          <a:custGeom>
            <a:avLst/>
            <a:gdLst/>
            <a:ahLst/>
            <a:cxnLst/>
            <a:rect l="l" t="t" r="r" b="b"/>
            <a:pathLst>
              <a:path w="1498" h="223" extrusionOk="0">
                <a:moveTo>
                  <a:pt x="136" y="1"/>
                </a:moveTo>
                <a:cubicBezTo>
                  <a:pt x="37" y="1"/>
                  <a:pt x="1" y="156"/>
                  <a:pt x="107" y="175"/>
                </a:cubicBezTo>
                <a:cubicBezTo>
                  <a:pt x="324" y="213"/>
                  <a:pt x="542" y="223"/>
                  <a:pt x="761" y="223"/>
                </a:cubicBezTo>
                <a:cubicBezTo>
                  <a:pt x="968" y="223"/>
                  <a:pt x="1176" y="214"/>
                  <a:pt x="1383" y="214"/>
                </a:cubicBezTo>
                <a:cubicBezTo>
                  <a:pt x="1498" y="214"/>
                  <a:pt x="1498" y="36"/>
                  <a:pt x="1383" y="36"/>
                </a:cubicBezTo>
                <a:cubicBezTo>
                  <a:pt x="1171" y="36"/>
                  <a:pt x="958" y="46"/>
                  <a:pt x="746" y="46"/>
                </a:cubicBezTo>
                <a:cubicBezTo>
                  <a:pt x="548" y="46"/>
                  <a:pt x="350" y="37"/>
                  <a:pt x="155" y="2"/>
                </a:cubicBezTo>
                <a:cubicBezTo>
                  <a:pt x="149" y="1"/>
                  <a:pt x="142" y="1"/>
                  <a:pt x="1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1316;p71"/>
          <p:cNvSpPr/>
          <p:nvPr/>
        </p:nvSpPr>
        <p:spPr>
          <a:xfrm rot="397540">
            <a:off x="7966198" y="988517"/>
            <a:ext cx="88766" cy="68868"/>
          </a:xfrm>
          <a:custGeom>
            <a:avLst/>
            <a:gdLst/>
            <a:ahLst/>
            <a:cxnLst/>
            <a:rect l="l" t="t" r="r" b="b"/>
            <a:pathLst>
              <a:path w="1200" h="931" extrusionOk="0">
                <a:moveTo>
                  <a:pt x="600" y="1"/>
                </a:moveTo>
                <a:cubicBezTo>
                  <a:pt x="2" y="1"/>
                  <a:pt x="1" y="931"/>
                  <a:pt x="600" y="931"/>
                </a:cubicBezTo>
                <a:cubicBezTo>
                  <a:pt x="1198" y="931"/>
                  <a:pt x="1199" y="1"/>
                  <a:pt x="60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317;p71"/>
          <p:cNvSpPr/>
          <p:nvPr/>
        </p:nvSpPr>
        <p:spPr>
          <a:xfrm rot="397540">
            <a:off x="8273483" y="1024214"/>
            <a:ext cx="88766" cy="68868"/>
          </a:xfrm>
          <a:custGeom>
            <a:avLst/>
            <a:gdLst/>
            <a:ahLst/>
            <a:cxnLst/>
            <a:rect l="l" t="t" r="r" b="b"/>
            <a:pathLst>
              <a:path w="1200" h="931" extrusionOk="0">
                <a:moveTo>
                  <a:pt x="600" y="1"/>
                </a:moveTo>
                <a:cubicBezTo>
                  <a:pt x="1" y="1"/>
                  <a:pt x="0" y="931"/>
                  <a:pt x="600" y="931"/>
                </a:cubicBezTo>
                <a:cubicBezTo>
                  <a:pt x="1198" y="931"/>
                  <a:pt x="1199" y="1"/>
                  <a:pt x="60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318;p71"/>
          <p:cNvSpPr/>
          <p:nvPr/>
        </p:nvSpPr>
        <p:spPr>
          <a:xfrm rot="397540">
            <a:off x="8060778" y="904972"/>
            <a:ext cx="76265" cy="76191"/>
          </a:xfrm>
          <a:custGeom>
            <a:avLst/>
            <a:gdLst/>
            <a:ahLst/>
            <a:cxnLst/>
            <a:rect l="l" t="t" r="r" b="b"/>
            <a:pathLst>
              <a:path w="1031" h="1030" extrusionOk="0">
                <a:moveTo>
                  <a:pt x="516" y="1"/>
                </a:moveTo>
                <a:cubicBezTo>
                  <a:pt x="238" y="1"/>
                  <a:pt x="2" y="238"/>
                  <a:pt x="2" y="515"/>
                </a:cubicBezTo>
                <a:cubicBezTo>
                  <a:pt x="1" y="794"/>
                  <a:pt x="236" y="1029"/>
                  <a:pt x="516" y="1029"/>
                </a:cubicBezTo>
                <a:cubicBezTo>
                  <a:pt x="794" y="1029"/>
                  <a:pt x="1031" y="792"/>
                  <a:pt x="1031" y="515"/>
                </a:cubicBezTo>
                <a:cubicBezTo>
                  <a:pt x="1031" y="237"/>
                  <a:pt x="794" y="1"/>
                  <a:pt x="5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319;p71"/>
          <p:cNvSpPr/>
          <p:nvPr/>
        </p:nvSpPr>
        <p:spPr>
          <a:xfrm rot="397540">
            <a:off x="8094450" y="923970"/>
            <a:ext cx="28849" cy="22413"/>
          </a:xfrm>
          <a:custGeom>
            <a:avLst/>
            <a:gdLst/>
            <a:ahLst/>
            <a:cxnLst/>
            <a:rect l="l" t="t" r="r" b="b"/>
            <a:pathLst>
              <a:path w="390" h="303" extrusionOk="0">
                <a:moveTo>
                  <a:pt x="195" y="0"/>
                </a:moveTo>
                <a:cubicBezTo>
                  <a:pt x="0" y="1"/>
                  <a:pt x="0" y="303"/>
                  <a:pt x="195" y="303"/>
                </a:cubicBezTo>
                <a:cubicBezTo>
                  <a:pt x="389" y="303"/>
                  <a:pt x="390" y="0"/>
                  <a:pt x="1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320;p71"/>
          <p:cNvSpPr/>
          <p:nvPr/>
        </p:nvSpPr>
        <p:spPr>
          <a:xfrm rot="397540">
            <a:off x="8211996" y="922539"/>
            <a:ext cx="76265" cy="76191"/>
          </a:xfrm>
          <a:custGeom>
            <a:avLst/>
            <a:gdLst/>
            <a:ahLst/>
            <a:cxnLst/>
            <a:rect l="l" t="t" r="r" b="b"/>
            <a:pathLst>
              <a:path w="1031" h="1030" extrusionOk="0">
                <a:moveTo>
                  <a:pt x="516" y="1"/>
                </a:moveTo>
                <a:cubicBezTo>
                  <a:pt x="238" y="1"/>
                  <a:pt x="1" y="238"/>
                  <a:pt x="1" y="515"/>
                </a:cubicBezTo>
                <a:cubicBezTo>
                  <a:pt x="0" y="794"/>
                  <a:pt x="237" y="1029"/>
                  <a:pt x="516" y="1029"/>
                </a:cubicBezTo>
                <a:cubicBezTo>
                  <a:pt x="794" y="1029"/>
                  <a:pt x="1030" y="792"/>
                  <a:pt x="1030" y="515"/>
                </a:cubicBezTo>
                <a:cubicBezTo>
                  <a:pt x="1030" y="237"/>
                  <a:pt x="794" y="1"/>
                  <a:pt x="5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321;p71"/>
          <p:cNvSpPr/>
          <p:nvPr/>
        </p:nvSpPr>
        <p:spPr>
          <a:xfrm rot="397540">
            <a:off x="8245594" y="941537"/>
            <a:ext cx="28997" cy="22413"/>
          </a:xfrm>
          <a:custGeom>
            <a:avLst/>
            <a:gdLst/>
            <a:ahLst/>
            <a:cxnLst/>
            <a:rect l="l" t="t" r="r" b="b"/>
            <a:pathLst>
              <a:path w="392" h="303" extrusionOk="0">
                <a:moveTo>
                  <a:pt x="195" y="0"/>
                </a:moveTo>
                <a:cubicBezTo>
                  <a:pt x="1" y="1"/>
                  <a:pt x="1" y="303"/>
                  <a:pt x="195" y="303"/>
                </a:cubicBezTo>
                <a:cubicBezTo>
                  <a:pt x="389" y="303"/>
                  <a:pt x="391" y="0"/>
                  <a:pt x="1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322;p71"/>
          <p:cNvSpPr/>
          <p:nvPr/>
        </p:nvSpPr>
        <p:spPr>
          <a:xfrm rot="397540">
            <a:off x="8115287" y="1021116"/>
            <a:ext cx="94758" cy="57846"/>
          </a:xfrm>
          <a:custGeom>
            <a:avLst/>
            <a:gdLst/>
            <a:ahLst/>
            <a:cxnLst/>
            <a:rect l="l" t="t" r="r" b="b"/>
            <a:pathLst>
              <a:path w="1281" h="782" extrusionOk="0">
                <a:moveTo>
                  <a:pt x="244" y="197"/>
                </a:moveTo>
                <a:cubicBezTo>
                  <a:pt x="245" y="204"/>
                  <a:pt x="245" y="207"/>
                  <a:pt x="245" y="207"/>
                </a:cubicBezTo>
                <a:cubicBezTo>
                  <a:pt x="245" y="207"/>
                  <a:pt x="244" y="203"/>
                  <a:pt x="244" y="197"/>
                </a:cubicBezTo>
                <a:close/>
                <a:moveTo>
                  <a:pt x="999" y="337"/>
                </a:moveTo>
                <a:lnTo>
                  <a:pt x="999" y="337"/>
                </a:lnTo>
                <a:cubicBezTo>
                  <a:pt x="999" y="337"/>
                  <a:pt x="999" y="338"/>
                  <a:pt x="999" y="338"/>
                </a:cubicBezTo>
                <a:cubicBezTo>
                  <a:pt x="999" y="338"/>
                  <a:pt x="999" y="337"/>
                  <a:pt x="999" y="337"/>
                </a:cubicBezTo>
                <a:close/>
                <a:moveTo>
                  <a:pt x="319" y="380"/>
                </a:moveTo>
                <a:cubicBezTo>
                  <a:pt x="319" y="380"/>
                  <a:pt x="319" y="381"/>
                  <a:pt x="321" y="383"/>
                </a:cubicBezTo>
                <a:cubicBezTo>
                  <a:pt x="322" y="384"/>
                  <a:pt x="322" y="384"/>
                  <a:pt x="323" y="385"/>
                </a:cubicBezTo>
                <a:lnTo>
                  <a:pt x="323" y="385"/>
                </a:lnTo>
                <a:cubicBezTo>
                  <a:pt x="320" y="382"/>
                  <a:pt x="319" y="380"/>
                  <a:pt x="319" y="380"/>
                </a:cubicBezTo>
                <a:close/>
                <a:moveTo>
                  <a:pt x="1153" y="1"/>
                </a:moveTo>
                <a:cubicBezTo>
                  <a:pt x="1089" y="1"/>
                  <a:pt x="1029" y="56"/>
                  <a:pt x="1032" y="121"/>
                </a:cubicBezTo>
                <a:cubicBezTo>
                  <a:pt x="1034" y="152"/>
                  <a:pt x="1034" y="185"/>
                  <a:pt x="1031" y="216"/>
                </a:cubicBezTo>
                <a:cubicBezTo>
                  <a:pt x="1031" y="220"/>
                  <a:pt x="1030" y="224"/>
                  <a:pt x="1030" y="228"/>
                </a:cubicBezTo>
                <a:lnTo>
                  <a:pt x="1030" y="228"/>
                </a:lnTo>
                <a:cubicBezTo>
                  <a:pt x="1029" y="229"/>
                  <a:pt x="1028" y="232"/>
                  <a:pt x="1027" y="239"/>
                </a:cubicBezTo>
                <a:cubicBezTo>
                  <a:pt x="1024" y="253"/>
                  <a:pt x="1021" y="268"/>
                  <a:pt x="1017" y="281"/>
                </a:cubicBezTo>
                <a:cubicBezTo>
                  <a:pt x="1014" y="296"/>
                  <a:pt x="1010" y="309"/>
                  <a:pt x="1005" y="322"/>
                </a:cubicBezTo>
                <a:cubicBezTo>
                  <a:pt x="1004" y="325"/>
                  <a:pt x="1003" y="329"/>
                  <a:pt x="1001" y="332"/>
                </a:cubicBezTo>
                <a:lnTo>
                  <a:pt x="1001" y="332"/>
                </a:lnTo>
                <a:cubicBezTo>
                  <a:pt x="1001" y="333"/>
                  <a:pt x="1000" y="334"/>
                  <a:pt x="1000" y="335"/>
                </a:cubicBezTo>
                <a:cubicBezTo>
                  <a:pt x="986" y="358"/>
                  <a:pt x="975" y="380"/>
                  <a:pt x="960" y="403"/>
                </a:cubicBezTo>
                <a:cubicBezTo>
                  <a:pt x="959" y="405"/>
                  <a:pt x="957" y="407"/>
                  <a:pt x="956" y="409"/>
                </a:cubicBezTo>
                <a:lnTo>
                  <a:pt x="956" y="409"/>
                </a:lnTo>
                <a:cubicBezTo>
                  <a:pt x="956" y="409"/>
                  <a:pt x="955" y="410"/>
                  <a:pt x="954" y="411"/>
                </a:cubicBezTo>
                <a:cubicBezTo>
                  <a:pt x="945" y="420"/>
                  <a:pt x="938" y="429"/>
                  <a:pt x="930" y="439"/>
                </a:cubicBezTo>
                <a:cubicBezTo>
                  <a:pt x="922" y="446"/>
                  <a:pt x="914" y="452"/>
                  <a:pt x="905" y="461"/>
                </a:cubicBezTo>
                <a:cubicBezTo>
                  <a:pt x="903" y="462"/>
                  <a:pt x="896" y="468"/>
                  <a:pt x="895" y="468"/>
                </a:cubicBezTo>
                <a:cubicBezTo>
                  <a:pt x="895" y="468"/>
                  <a:pt x="897" y="467"/>
                  <a:pt x="901" y="463"/>
                </a:cubicBezTo>
                <a:cubicBezTo>
                  <a:pt x="905" y="460"/>
                  <a:pt x="907" y="459"/>
                  <a:pt x="907" y="459"/>
                </a:cubicBezTo>
                <a:lnTo>
                  <a:pt x="907" y="459"/>
                </a:lnTo>
                <a:cubicBezTo>
                  <a:pt x="907" y="459"/>
                  <a:pt x="893" y="468"/>
                  <a:pt x="891" y="470"/>
                </a:cubicBezTo>
                <a:cubicBezTo>
                  <a:pt x="871" y="482"/>
                  <a:pt x="853" y="493"/>
                  <a:pt x="832" y="503"/>
                </a:cubicBezTo>
                <a:cubicBezTo>
                  <a:pt x="829" y="505"/>
                  <a:pt x="827" y="506"/>
                  <a:pt x="825" y="507"/>
                </a:cubicBezTo>
                <a:lnTo>
                  <a:pt x="825" y="507"/>
                </a:lnTo>
                <a:cubicBezTo>
                  <a:pt x="825" y="507"/>
                  <a:pt x="824" y="507"/>
                  <a:pt x="824" y="507"/>
                </a:cubicBezTo>
                <a:cubicBezTo>
                  <a:pt x="811" y="511"/>
                  <a:pt x="798" y="516"/>
                  <a:pt x="785" y="520"/>
                </a:cubicBezTo>
                <a:cubicBezTo>
                  <a:pt x="766" y="526"/>
                  <a:pt x="744" y="529"/>
                  <a:pt x="725" y="533"/>
                </a:cubicBezTo>
                <a:lnTo>
                  <a:pt x="725" y="533"/>
                </a:lnTo>
                <a:cubicBezTo>
                  <a:pt x="720" y="534"/>
                  <a:pt x="714" y="534"/>
                  <a:pt x="709" y="535"/>
                </a:cubicBezTo>
                <a:cubicBezTo>
                  <a:pt x="695" y="537"/>
                  <a:pt x="684" y="537"/>
                  <a:pt x="672" y="537"/>
                </a:cubicBezTo>
                <a:cubicBezTo>
                  <a:pt x="648" y="537"/>
                  <a:pt x="626" y="535"/>
                  <a:pt x="602" y="534"/>
                </a:cubicBezTo>
                <a:cubicBezTo>
                  <a:pt x="600" y="534"/>
                  <a:pt x="599" y="534"/>
                  <a:pt x="598" y="534"/>
                </a:cubicBezTo>
                <a:lnTo>
                  <a:pt x="598" y="534"/>
                </a:lnTo>
                <a:cubicBezTo>
                  <a:pt x="596" y="533"/>
                  <a:pt x="593" y="533"/>
                  <a:pt x="589" y="532"/>
                </a:cubicBezTo>
                <a:cubicBezTo>
                  <a:pt x="576" y="529"/>
                  <a:pt x="562" y="527"/>
                  <a:pt x="549" y="523"/>
                </a:cubicBezTo>
                <a:cubicBezTo>
                  <a:pt x="527" y="518"/>
                  <a:pt x="508" y="509"/>
                  <a:pt x="486" y="503"/>
                </a:cubicBezTo>
                <a:cubicBezTo>
                  <a:pt x="484" y="503"/>
                  <a:pt x="484" y="502"/>
                  <a:pt x="483" y="502"/>
                </a:cubicBezTo>
                <a:lnTo>
                  <a:pt x="483" y="502"/>
                </a:lnTo>
                <a:cubicBezTo>
                  <a:pt x="481" y="501"/>
                  <a:pt x="479" y="500"/>
                  <a:pt x="476" y="499"/>
                </a:cubicBezTo>
                <a:cubicBezTo>
                  <a:pt x="464" y="493"/>
                  <a:pt x="452" y="487"/>
                  <a:pt x="439" y="480"/>
                </a:cubicBezTo>
                <a:cubicBezTo>
                  <a:pt x="430" y="475"/>
                  <a:pt x="420" y="468"/>
                  <a:pt x="410" y="463"/>
                </a:cubicBezTo>
                <a:cubicBezTo>
                  <a:pt x="408" y="461"/>
                  <a:pt x="396" y="453"/>
                  <a:pt x="389" y="449"/>
                </a:cubicBezTo>
                <a:lnTo>
                  <a:pt x="389" y="449"/>
                </a:lnTo>
                <a:cubicBezTo>
                  <a:pt x="384" y="444"/>
                  <a:pt x="374" y="436"/>
                  <a:pt x="372" y="435"/>
                </a:cubicBezTo>
                <a:cubicBezTo>
                  <a:pt x="361" y="425"/>
                  <a:pt x="351" y="415"/>
                  <a:pt x="342" y="406"/>
                </a:cubicBezTo>
                <a:cubicBezTo>
                  <a:pt x="339" y="403"/>
                  <a:pt x="329" y="392"/>
                  <a:pt x="323" y="385"/>
                </a:cubicBezTo>
                <a:lnTo>
                  <a:pt x="323" y="385"/>
                </a:lnTo>
                <a:cubicBezTo>
                  <a:pt x="323" y="385"/>
                  <a:pt x="323" y="386"/>
                  <a:pt x="323" y="386"/>
                </a:cubicBezTo>
                <a:cubicBezTo>
                  <a:pt x="324" y="386"/>
                  <a:pt x="309" y="365"/>
                  <a:pt x="306" y="361"/>
                </a:cubicBezTo>
                <a:cubicBezTo>
                  <a:pt x="298" y="349"/>
                  <a:pt x="290" y="336"/>
                  <a:pt x="284" y="323"/>
                </a:cubicBezTo>
                <a:cubicBezTo>
                  <a:pt x="281" y="317"/>
                  <a:pt x="271" y="293"/>
                  <a:pt x="270" y="293"/>
                </a:cubicBezTo>
                <a:lnTo>
                  <a:pt x="270" y="293"/>
                </a:lnTo>
                <a:cubicBezTo>
                  <a:pt x="270" y="293"/>
                  <a:pt x="271" y="296"/>
                  <a:pt x="273" y="304"/>
                </a:cubicBezTo>
                <a:lnTo>
                  <a:pt x="273" y="304"/>
                </a:lnTo>
                <a:cubicBezTo>
                  <a:pt x="263" y="274"/>
                  <a:pt x="254" y="245"/>
                  <a:pt x="248" y="216"/>
                </a:cubicBezTo>
                <a:lnTo>
                  <a:pt x="244" y="197"/>
                </a:lnTo>
                <a:lnTo>
                  <a:pt x="244" y="197"/>
                </a:lnTo>
                <a:cubicBezTo>
                  <a:pt x="243" y="197"/>
                  <a:pt x="243" y="196"/>
                  <a:pt x="243" y="195"/>
                </a:cubicBezTo>
                <a:cubicBezTo>
                  <a:pt x="242" y="177"/>
                  <a:pt x="241" y="157"/>
                  <a:pt x="241" y="139"/>
                </a:cubicBezTo>
                <a:cubicBezTo>
                  <a:pt x="242" y="63"/>
                  <a:pt x="182" y="24"/>
                  <a:pt x="121" y="24"/>
                </a:cubicBezTo>
                <a:cubicBezTo>
                  <a:pt x="61" y="24"/>
                  <a:pt x="0" y="63"/>
                  <a:pt x="1" y="141"/>
                </a:cubicBezTo>
                <a:cubicBezTo>
                  <a:pt x="4" y="424"/>
                  <a:pt x="177" y="659"/>
                  <a:pt x="445" y="748"/>
                </a:cubicBezTo>
                <a:cubicBezTo>
                  <a:pt x="514" y="770"/>
                  <a:pt x="587" y="782"/>
                  <a:pt x="661" y="782"/>
                </a:cubicBezTo>
                <a:cubicBezTo>
                  <a:pt x="836" y="782"/>
                  <a:pt x="1012" y="717"/>
                  <a:pt x="1127" y="585"/>
                </a:cubicBezTo>
                <a:cubicBezTo>
                  <a:pt x="1238" y="456"/>
                  <a:pt x="1281" y="290"/>
                  <a:pt x="1273" y="121"/>
                </a:cubicBezTo>
                <a:cubicBezTo>
                  <a:pt x="1270" y="56"/>
                  <a:pt x="1219" y="1"/>
                  <a:pt x="11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64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Пример работы нашего кода: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giphy.gi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66315" y="1304075"/>
            <a:ext cx="6411370" cy="360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4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68;p64"/>
          <p:cNvSpPr txBox="1">
            <a:spLocks/>
          </p:cNvSpPr>
          <p:nvPr/>
        </p:nvSpPr>
        <p:spPr>
          <a:xfrm>
            <a:off x="1396550" y="1398961"/>
            <a:ext cx="63510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45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trick Hand"/>
              <a:buNone/>
              <a:defRPr sz="36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pPr algn="ctr"/>
            <a:r>
              <a:rPr lang="ru-RU" sz="2400" dirty="0">
                <a:latin typeface="+mj-lt"/>
              </a:rPr>
              <a:t>Спасибо за внимание!</a:t>
            </a:r>
          </a:p>
          <a:p>
            <a:pPr algn="ctr"/>
            <a:r>
              <a:rPr lang="ru-RU" sz="4800" dirty="0">
                <a:latin typeface="+mj-lt"/>
              </a:rPr>
              <a:t>Пирамидка из</a:t>
            </a:r>
            <a:r>
              <a:rPr lang="en-US" sz="4800" dirty="0">
                <a:latin typeface="+mj-lt"/>
              </a:rPr>
              <a:t> </a:t>
            </a:r>
            <a:r>
              <a:rPr lang="ru-RU" sz="4800" dirty="0">
                <a:latin typeface="+mj-lt"/>
              </a:rPr>
              <a:t>хаоса</a:t>
            </a:r>
            <a:br>
              <a:rPr lang="ru-RU" sz="5400" dirty="0">
                <a:latin typeface="+mj-lt"/>
              </a:rPr>
            </a:br>
            <a:r>
              <a:rPr lang="ru-RU" sz="2400" dirty="0">
                <a:latin typeface="+mj-lt"/>
              </a:rPr>
              <a:t>Команда: HTTP 418</a:t>
            </a:r>
          </a:p>
        </p:txBody>
      </p:sp>
      <p:grpSp>
        <p:nvGrpSpPr>
          <p:cNvPr id="7" name="Google Shape;970;p64"/>
          <p:cNvGrpSpPr/>
          <p:nvPr/>
        </p:nvGrpSpPr>
        <p:grpSpPr>
          <a:xfrm rot="-451418">
            <a:off x="658375" y="720601"/>
            <a:ext cx="1459864" cy="966493"/>
            <a:chOff x="3930675" y="743750"/>
            <a:chExt cx="630850" cy="417650"/>
          </a:xfrm>
        </p:grpSpPr>
        <p:sp>
          <p:nvSpPr>
            <p:cNvPr id="8" name="Google Shape;971;p64"/>
            <p:cNvSpPr/>
            <p:nvPr/>
          </p:nvSpPr>
          <p:spPr>
            <a:xfrm>
              <a:off x="3930675" y="743750"/>
              <a:ext cx="630850" cy="417650"/>
            </a:xfrm>
            <a:custGeom>
              <a:avLst/>
              <a:gdLst/>
              <a:ahLst/>
              <a:cxnLst/>
              <a:rect l="l" t="t" r="r" b="b"/>
              <a:pathLst>
                <a:path w="25234" h="16706" extrusionOk="0">
                  <a:moveTo>
                    <a:pt x="13883" y="1638"/>
                  </a:moveTo>
                  <a:cubicBezTo>
                    <a:pt x="15749" y="1638"/>
                    <a:pt x="17666" y="2348"/>
                    <a:pt x="18162" y="4215"/>
                  </a:cubicBezTo>
                  <a:cubicBezTo>
                    <a:pt x="17956" y="4133"/>
                    <a:pt x="17732" y="4089"/>
                    <a:pt x="17504" y="4089"/>
                  </a:cubicBezTo>
                  <a:cubicBezTo>
                    <a:pt x="17334" y="4089"/>
                    <a:pt x="17162" y="4113"/>
                    <a:pt x="16994" y="4164"/>
                  </a:cubicBezTo>
                  <a:cubicBezTo>
                    <a:pt x="16281" y="2998"/>
                    <a:pt x="14923" y="2499"/>
                    <a:pt x="13568" y="2499"/>
                  </a:cubicBezTo>
                  <a:cubicBezTo>
                    <a:pt x="12826" y="2499"/>
                    <a:pt x="12084" y="2649"/>
                    <a:pt x="11450" y="2920"/>
                  </a:cubicBezTo>
                  <a:cubicBezTo>
                    <a:pt x="9436" y="3782"/>
                    <a:pt x="8147" y="5984"/>
                    <a:pt x="8461" y="8165"/>
                  </a:cubicBezTo>
                  <a:cubicBezTo>
                    <a:pt x="8465" y="8192"/>
                    <a:pt x="8482" y="8210"/>
                    <a:pt x="8504" y="8216"/>
                  </a:cubicBezTo>
                  <a:cubicBezTo>
                    <a:pt x="8511" y="8218"/>
                    <a:pt x="8519" y="8219"/>
                    <a:pt x="8527" y="8219"/>
                  </a:cubicBezTo>
                  <a:cubicBezTo>
                    <a:pt x="8568" y="8219"/>
                    <a:pt x="8612" y="8191"/>
                    <a:pt x="8611" y="8143"/>
                  </a:cubicBezTo>
                  <a:cubicBezTo>
                    <a:pt x="8554" y="6156"/>
                    <a:pt x="9419" y="4222"/>
                    <a:pt x="11248" y="3284"/>
                  </a:cubicBezTo>
                  <a:cubicBezTo>
                    <a:pt x="11922" y="2937"/>
                    <a:pt x="12753" y="2742"/>
                    <a:pt x="13579" y="2742"/>
                  </a:cubicBezTo>
                  <a:cubicBezTo>
                    <a:pt x="14837" y="2742"/>
                    <a:pt x="16084" y="3194"/>
                    <a:pt x="16755" y="4255"/>
                  </a:cubicBezTo>
                  <a:cubicBezTo>
                    <a:pt x="16438" y="4405"/>
                    <a:pt x="16133" y="4667"/>
                    <a:pt x="15915" y="4979"/>
                  </a:cubicBezTo>
                  <a:cubicBezTo>
                    <a:pt x="15407" y="4091"/>
                    <a:pt x="14401" y="3724"/>
                    <a:pt x="13382" y="3724"/>
                  </a:cubicBezTo>
                  <a:cubicBezTo>
                    <a:pt x="12686" y="3724"/>
                    <a:pt x="11985" y="3895"/>
                    <a:pt x="11431" y="4188"/>
                  </a:cubicBezTo>
                  <a:cubicBezTo>
                    <a:pt x="9890" y="5003"/>
                    <a:pt x="9035" y="6851"/>
                    <a:pt x="9302" y="8555"/>
                  </a:cubicBezTo>
                  <a:cubicBezTo>
                    <a:pt x="9048" y="8416"/>
                    <a:pt x="8778" y="8308"/>
                    <a:pt x="8498" y="8236"/>
                  </a:cubicBezTo>
                  <a:cubicBezTo>
                    <a:pt x="8212" y="8160"/>
                    <a:pt x="7918" y="8121"/>
                    <a:pt x="7632" y="8121"/>
                  </a:cubicBezTo>
                  <a:cubicBezTo>
                    <a:pt x="7564" y="8121"/>
                    <a:pt x="7496" y="8123"/>
                    <a:pt x="7428" y="8128"/>
                  </a:cubicBezTo>
                  <a:cubicBezTo>
                    <a:pt x="7325" y="5375"/>
                    <a:pt x="9017" y="2869"/>
                    <a:pt x="11649" y="1987"/>
                  </a:cubicBezTo>
                  <a:cubicBezTo>
                    <a:pt x="12309" y="1765"/>
                    <a:pt x="13091" y="1638"/>
                    <a:pt x="13883" y="1638"/>
                  </a:cubicBezTo>
                  <a:close/>
                  <a:moveTo>
                    <a:pt x="13392" y="3956"/>
                  </a:moveTo>
                  <a:cubicBezTo>
                    <a:pt x="14357" y="3956"/>
                    <a:pt x="15292" y="4315"/>
                    <a:pt x="15763" y="5189"/>
                  </a:cubicBezTo>
                  <a:cubicBezTo>
                    <a:pt x="15767" y="5196"/>
                    <a:pt x="15771" y="5199"/>
                    <a:pt x="15776" y="5205"/>
                  </a:cubicBezTo>
                  <a:cubicBezTo>
                    <a:pt x="15565" y="5606"/>
                    <a:pt x="15506" y="6057"/>
                    <a:pt x="15736" y="6450"/>
                  </a:cubicBezTo>
                  <a:cubicBezTo>
                    <a:pt x="15676" y="6432"/>
                    <a:pt x="15615" y="6416"/>
                    <a:pt x="15552" y="6402"/>
                  </a:cubicBezTo>
                  <a:cubicBezTo>
                    <a:pt x="15584" y="6382"/>
                    <a:pt x="15606" y="6350"/>
                    <a:pt x="15601" y="6307"/>
                  </a:cubicBezTo>
                  <a:cubicBezTo>
                    <a:pt x="15456" y="5083"/>
                    <a:pt x="14451" y="4429"/>
                    <a:pt x="13382" y="4429"/>
                  </a:cubicBezTo>
                  <a:cubicBezTo>
                    <a:pt x="12911" y="4429"/>
                    <a:pt x="12428" y="4556"/>
                    <a:pt x="12000" y="4818"/>
                  </a:cubicBezTo>
                  <a:cubicBezTo>
                    <a:pt x="10479" y="5745"/>
                    <a:pt x="10003" y="7811"/>
                    <a:pt x="10337" y="9525"/>
                  </a:cubicBezTo>
                  <a:cubicBezTo>
                    <a:pt x="10124" y="9168"/>
                    <a:pt x="9813" y="8873"/>
                    <a:pt x="9450" y="8646"/>
                  </a:cubicBezTo>
                  <a:cubicBezTo>
                    <a:pt x="9399" y="7080"/>
                    <a:pt x="9860" y="5464"/>
                    <a:pt x="11247" y="4565"/>
                  </a:cubicBezTo>
                  <a:cubicBezTo>
                    <a:pt x="11832" y="4185"/>
                    <a:pt x="12622" y="3956"/>
                    <a:pt x="13392" y="3956"/>
                  </a:cubicBezTo>
                  <a:close/>
                  <a:moveTo>
                    <a:pt x="21245" y="4010"/>
                  </a:moveTo>
                  <a:cubicBezTo>
                    <a:pt x="21489" y="4010"/>
                    <a:pt x="21735" y="4054"/>
                    <a:pt x="21973" y="4145"/>
                  </a:cubicBezTo>
                  <a:cubicBezTo>
                    <a:pt x="23079" y="4572"/>
                    <a:pt x="23437" y="5983"/>
                    <a:pt x="22463" y="6751"/>
                  </a:cubicBezTo>
                  <a:cubicBezTo>
                    <a:pt x="22343" y="6845"/>
                    <a:pt x="22453" y="6996"/>
                    <a:pt x="22576" y="6996"/>
                  </a:cubicBezTo>
                  <a:cubicBezTo>
                    <a:pt x="22609" y="6996"/>
                    <a:pt x="22642" y="6985"/>
                    <a:pt x="22673" y="6961"/>
                  </a:cubicBezTo>
                  <a:cubicBezTo>
                    <a:pt x="22678" y="6956"/>
                    <a:pt x="22685" y="6952"/>
                    <a:pt x="22691" y="6947"/>
                  </a:cubicBezTo>
                  <a:cubicBezTo>
                    <a:pt x="22704" y="6946"/>
                    <a:pt x="22716" y="6946"/>
                    <a:pt x="22729" y="6946"/>
                  </a:cubicBezTo>
                  <a:cubicBezTo>
                    <a:pt x="23853" y="6946"/>
                    <a:pt x="24847" y="7904"/>
                    <a:pt x="24490" y="9079"/>
                  </a:cubicBezTo>
                  <a:cubicBezTo>
                    <a:pt x="24242" y="9899"/>
                    <a:pt x="23573" y="10247"/>
                    <a:pt x="22859" y="10247"/>
                  </a:cubicBezTo>
                  <a:cubicBezTo>
                    <a:pt x="22317" y="10247"/>
                    <a:pt x="21749" y="10047"/>
                    <a:pt x="21319" y="9699"/>
                  </a:cubicBezTo>
                  <a:cubicBezTo>
                    <a:pt x="21290" y="9675"/>
                    <a:pt x="21258" y="9664"/>
                    <a:pt x="21227" y="9664"/>
                  </a:cubicBezTo>
                  <a:cubicBezTo>
                    <a:pt x="21112" y="9664"/>
                    <a:pt x="21012" y="9801"/>
                    <a:pt x="21121" y="9899"/>
                  </a:cubicBezTo>
                  <a:cubicBezTo>
                    <a:pt x="21173" y="9950"/>
                    <a:pt x="21235" y="9996"/>
                    <a:pt x="21293" y="10043"/>
                  </a:cubicBezTo>
                  <a:cubicBezTo>
                    <a:pt x="21652" y="10671"/>
                    <a:pt x="20754" y="10990"/>
                    <a:pt x="20188" y="10990"/>
                  </a:cubicBezTo>
                  <a:cubicBezTo>
                    <a:pt x="20107" y="10990"/>
                    <a:pt x="20033" y="10983"/>
                    <a:pt x="19970" y="10970"/>
                  </a:cubicBezTo>
                  <a:cubicBezTo>
                    <a:pt x="19499" y="10872"/>
                    <a:pt x="19111" y="10594"/>
                    <a:pt x="18843" y="10196"/>
                  </a:cubicBezTo>
                  <a:cubicBezTo>
                    <a:pt x="18814" y="10153"/>
                    <a:pt x="18773" y="10135"/>
                    <a:pt x="18732" y="10135"/>
                  </a:cubicBezTo>
                  <a:cubicBezTo>
                    <a:pt x="18702" y="10135"/>
                    <a:pt x="18671" y="10145"/>
                    <a:pt x="18646" y="10163"/>
                  </a:cubicBezTo>
                  <a:cubicBezTo>
                    <a:pt x="18614" y="10167"/>
                    <a:pt x="18583" y="10186"/>
                    <a:pt x="18558" y="10221"/>
                  </a:cubicBezTo>
                  <a:cubicBezTo>
                    <a:pt x="18183" y="10759"/>
                    <a:pt x="17484" y="11063"/>
                    <a:pt x="16802" y="11063"/>
                  </a:cubicBezTo>
                  <a:cubicBezTo>
                    <a:pt x="16472" y="11063"/>
                    <a:pt x="16146" y="10992"/>
                    <a:pt x="15862" y="10842"/>
                  </a:cubicBezTo>
                  <a:cubicBezTo>
                    <a:pt x="15011" y="10392"/>
                    <a:pt x="15004" y="9388"/>
                    <a:pt x="15689" y="8811"/>
                  </a:cubicBezTo>
                  <a:cubicBezTo>
                    <a:pt x="15742" y="8767"/>
                    <a:pt x="15694" y="8691"/>
                    <a:pt x="15637" y="8691"/>
                  </a:cubicBezTo>
                  <a:cubicBezTo>
                    <a:pt x="15632" y="8691"/>
                    <a:pt x="15627" y="8691"/>
                    <a:pt x="15622" y="8693"/>
                  </a:cubicBezTo>
                  <a:cubicBezTo>
                    <a:pt x="15592" y="8701"/>
                    <a:pt x="15569" y="8711"/>
                    <a:pt x="15543" y="8718"/>
                  </a:cubicBezTo>
                  <a:cubicBezTo>
                    <a:pt x="15548" y="8657"/>
                    <a:pt x="15491" y="8588"/>
                    <a:pt x="15419" y="8588"/>
                  </a:cubicBezTo>
                  <a:cubicBezTo>
                    <a:pt x="15413" y="8588"/>
                    <a:pt x="15407" y="8589"/>
                    <a:pt x="15400" y="8590"/>
                  </a:cubicBezTo>
                  <a:cubicBezTo>
                    <a:pt x="15327" y="8603"/>
                    <a:pt x="15255" y="8609"/>
                    <a:pt x="15184" y="8609"/>
                  </a:cubicBezTo>
                  <a:cubicBezTo>
                    <a:pt x="14561" y="8609"/>
                    <a:pt x="14034" y="8138"/>
                    <a:pt x="14188" y="7439"/>
                  </a:cubicBezTo>
                  <a:cubicBezTo>
                    <a:pt x="14316" y="6862"/>
                    <a:pt x="14824" y="6569"/>
                    <a:pt x="15355" y="6569"/>
                  </a:cubicBezTo>
                  <a:cubicBezTo>
                    <a:pt x="15545" y="6569"/>
                    <a:pt x="15738" y="6607"/>
                    <a:pt x="15917" y="6682"/>
                  </a:cubicBezTo>
                  <a:lnTo>
                    <a:pt x="15927" y="6692"/>
                  </a:lnTo>
                  <a:cubicBezTo>
                    <a:pt x="15944" y="6709"/>
                    <a:pt x="15965" y="6717"/>
                    <a:pt x="15985" y="6717"/>
                  </a:cubicBezTo>
                  <a:cubicBezTo>
                    <a:pt x="16047" y="6717"/>
                    <a:pt x="16108" y="6650"/>
                    <a:pt x="16065" y="6585"/>
                  </a:cubicBezTo>
                  <a:cubicBezTo>
                    <a:pt x="15331" y="5467"/>
                    <a:pt x="16547" y="4410"/>
                    <a:pt x="17611" y="4410"/>
                  </a:cubicBezTo>
                  <a:cubicBezTo>
                    <a:pt x="18204" y="4410"/>
                    <a:pt x="18751" y="4739"/>
                    <a:pt x="18884" y="5572"/>
                  </a:cubicBezTo>
                  <a:cubicBezTo>
                    <a:pt x="18895" y="5637"/>
                    <a:pt x="18949" y="5667"/>
                    <a:pt x="19005" y="5667"/>
                  </a:cubicBezTo>
                  <a:cubicBezTo>
                    <a:pt x="19050" y="5667"/>
                    <a:pt x="19096" y="5648"/>
                    <a:pt x="19123" y="5613"/>
                  </a:cubicBezTo>
                  <a:cubicBezTo>
                    <a:pt x="19158" y="5601"/>
                    <a:pt x="19180" y="5558"/>
                    <a:pt x="19160" y="5516"/>
                  </a:cubicBezTo>
                  <a:cubicBezTo>
                    <a:pt x="18960" y="5088"/>
                    <a:pt x="19926" y="4435"/>
                    <a:pt x="20193" y="4288"/>
                  </a:cubicBezTo>
                  <a:cubicBezTo>
                    <a:pt x="20524" y="4106"/>
                    <a:pt x="20883" y="4010"/>
                    <a:pt x="21245" y="4010"/>
                  </a:cubicBezTo>
                  <a:close/>
                  <a:moveTo>
                    <a:pt x="7715" y="8402"/>
                  </a:moveTo>
                  <a:cubicBezTo>
                    <a:pt x="8998" y="8402"/>
                    <a:pt x="10414" y="9306"/>
                    <a:pt x="10355" y="10748"/>
                  </a:cubicBezTo>
                  <a:cubicBezTo>
                    <a:pt x="10351" y="10841"/>
                    <a:pt x="10420" y="10887"/>
                    <a:pt x="10491" y="10887"/>
                  </a:cubicBezTo>
                  <a:cubicBezTo>
                    <a:pt x="10547" y="10887"/>
                    <a:pt x="10605" y="10859"/>
                    <a:pt x="10630" y="10802"/>
                  </a:cubicBezTo>
                  <a:cubicBezTo>
                    <a:pt x="10799" y="10729"/>
                    <a:pt x="10965" y="10696"/>
                    <a:pt x="11124" y="10696"/>
                  </a:cubicBezTo>
                  <a:cubicBezTo>
                    <a:pt x="12082" y="10696"/>
                    <a:pt x="12804" y="11892"/>
                    <a:pt x="12446" y="12841"/>
                  </a:cubicBezTo>
                  <a:cubicBezTo>
                    <a:pt x="12162" y="13602"/>
                    <a:pt x="11253" y="14074"/>
                    <a:pt x="10411" y="14074"/>
                  </a:cubicBezTo>
                  <a:cubicBezTo>
                    <a:pt x="10130" y="14074"/>
                    <a:pt x="9855" y="14021"/>
                    <a:pt x="9615" y="13908"/>
                  </a:cubicBezTo>
                  <a:cubicBezTo>
                    <a:pt x="9592" y="13897"/>
                    <a:pt x="9569" y="13892"/>
                    <a:pt x="9547" y="13892"/>
                  </a:cubicBezTo>
                  <a:cubicBezTo>
                    <a:pt x="9410" y="13892"/>
                    <a:pt x="9317" y="14090"/>
                    <a:pt x="9464" y="14164"/>
                  </a:cubicBezTo>
                  <a:cubicBezTo>
                    <a:pt x="9470" y="14167"/>
                    <a:pt x="9477" y="14171"/>
                    <a:pt x="9483" y="14173"/>
                  </a:cubicBezTo>
                  <a:cubicBezTo>
                    <a:pt x="9418" y="15140"/>
                    <a:pt x="8903" y="16076"/>
                    <a:pt x="7911" y="16350"/>
                  </a:cubicBezTo>
                  <a:cubicBezTo>
                    <a:pt x="7728" y="16401"/>
                    <a:pt x="7550" y="16425"/>
                    <a:pt x="7377" y="16425"/>
                  </a:cubicBezTo>
                  <a:cubicBezTo>
                    <a:pt x="6643" y="16425"/>
                    <a:pt x="6011" y="15999"/>
                    <a:pt x="5510" y="15438"/>
                  </a:cubicBezTo>
                  <a:cubicBezTo>
                    <a:pt x="5487" y="15411"/>
                    <a:pt x="5460" y="15400"/>
                    <a:pt x="5433" y="15400"/>
                  </a:cubicBezTo>
                  <a:cubicBezTo>
                    <a:pt x="5404" y="15400"/>
                    <a:pt x="5375" y="15412"/>
                    <a:pt x="5353" y="15432"/>
                  </a:cubicBezTo>
                  <a:cubicBezTo>
                    <a:pt x="5311" y="15435"/>
                    <a:pt x="5269" y="15473"/>
                    <a:pt x="5287" y="15524"/>
                  </a:cubicBezTo>
                  <a:cubicBezTo>
                    <a:pt x="5448" y="15965"/>
                    <a:pt x="4744" y="16094"/>
                    <a:pt x="4241" y="16094"/>
                  </a:cubicBezTo>
                  <a:cubicBezTo>
                    <a:pt x="4050" y="16094"/>
                    <a:pt x="3888" y="16075"/>
                    <a:pt x="3814" y="16048"/>
                  </a:cubicBezTo>
                  <a:cubicBezTo>
                    <a:pt x="3303" y="15863"/>
                    <a:pt x="3118" y="15410"/>
                    <a:pt x="3182" y="14907"/>
                  </a:cubicBezTo>
                  <a:cubicBezTo>
                    <a:pt x="3184" y="14883"/>
                    <a:pt x="3180" y="14866"/>
                    <a:pt x="3173" y="14850"/>
                  </a:cubicBezTo>
                  <a:cubicBezTo>
                    <a:pt x="3270" y="14785"/>
                    <a:pt x="3206" y="14622"/>
                    <a:pt x="3097" y="14622"/>
                  </a:cubicBezTo>
                  <a:cubicBezTo>
                    <a:pt x="3085" y="14622"/>
                    <a:pt x="3073" y="14624"/>
                    <a:pt x="3061" y="14627"/>
                  </a:cubicBezTo>
                  <a:cubicBezTo>
                    <a:pt x="2801" y="14707"/>
                    <a:pt x="2528" y="14749"/>
                    <a:pt x="2262" y="14749"/>
                  </a:cubicBezTo>
                  <a:cubicBezTo>
                    <a:pt x="1463" y="14749"/>
                    <a:pt x="715" y="14370"/>
                    <a:pt x="484" y="13475"/>
                  </a:cubicBezTo>
                  <a:cubicBezTo>
                    <a:pt x="218" y="12450"/>
                    <a:pt x="997" y="11528"/>
                    <a:pt x="1971" y="11528"/>
                  </a:cubicBezTo>
                  <a:cubicBezTo>
                    <a:pt x="2121" y="11528"/>
                    <a:pt x="2275" y="11550"/>
                    <a:pt x="2430" y="11597"/>
                  </a:cubicBezTo>
                  <a:cubicBezTo>
                    <a:pt x="2440" y="11599"/>
                    <a:pt x="2449" y="11601"/>
                    <a:pt x="2457" y="11601"/>
                  </a:cubicBezTo>
                  <a:cubicBezTo>
                    <a:pt x="2544" y="11601"/>
                    <a:pt x="2568" y="11467"/>
                    <a:pt x="2476" y="11432"/>
                  </a:cubicBezTo>
                  <a:cubicBezTo>
                    <a:pt x="2436" y="11416"/>
                    <a:pt x="2396" y="11405"/>
                    <a:pt x="2357" y="11392"/>
                  </a:cubicBezTo>
                  <a:cubicBezTo>
                    <a:pt x="1897" y="10498"/>
                    <a:pt x="2093" y="9261"/>
                    <a:pt x="3074" y="8796"/>
                  </a:cubicBezTo>
                  <a:cubicBezTo>
                    <a:pt x="3295" y="8692"/>
                    <a:pt x="3525" y="8644"/>
                    <a:pt x="3753" y="8644"/>
                  </a:cubicBezTo>
                  <a:cubicBezTo>
                    <a:pt x="4510" y="8644"/>
                    <a:pt x="5239" y="9171"/>
                    <a:pt x="5494" y="9905"/>
                  </a:cubicBezTo>
                  <a:cubicBezTo>
                    <a:pt x="5507" y="9944"/>
                    <a:pt x="5532" y="9968"/>
                    <a:pt x="5561" y="9984"/>
                  </a:cubicBezTo>
                  <a:cubicBezTo>
                    <a:pt x="5566" y="10036"/>
                    <a:pt x="5616" y="10067"/>
                    <a:pt x="5662" y="10067"/>
                  </a:cubicBezTo>
                  <a:cubicBezTo>
                    <a:pt x="5699" y="10067"/>
                    <a:pt x="5733" y="10047"/>
                    <a:pt x="5740" y="10002"/>
                  </a:cubicBezTo>
                  <a:cubicBezTo>
                    <a:pt x="5743" y="9980"/>
                    <a:pt x="5750" y="9962"/>
                    <a:pt x="5752" y="9940"/>
                  </a:cubicBezTo>
                  <a:cubicBezTo>
                    <a:pt x="5768" y="9918"/>
                    <a:pt x="5772" y="9890"/>
                    <a:pt x="5769" y="9858"/>
                  </a:cubicBezTo>
                  <a:cubicBezTo>
                    <a:pt x="5984" y="8846"/>
                    <a:pt x="6817" y="8402"/>
                    <a:pt x="7715" y="8402"/>
                  </a:cubicBezTo>
                  <a:close/>
                  <a:moveTo>
                    <a:pt x="13539" y="1"/>
                  </a:moveTo>
                  <a:cubicBezTo>
                    <a:pt x="12671" y="1"/>
                    <a:pt x="11840" y="120"/>
                    <a:pt x="11155" y="346"/>
                  </a:cubicBezTo>
                  <a:cubicBezTo>
                    <a:pt x="7706" y="1480"/>
                    <a:pt x="5409" y="5031"/>
                    <a:pt x="5914" y="8647"/>
                  </a:cubicBezTo>
                  <a:cubicBezTo>
                    <a:pt x="5919" y="8686"/>
                    <a:pt x="5951" y="8703"/>
                    <a:pt x="5984" y="8703"/>
                  </a:cubicBezTo>
                  <a:cubicBezTo>
                    <a:pt x="6005" y="8703"/>
                    <a:pt x="6025" y="8697"/>
                    <a:pt x="6041" y="8684"/>
                  </a:cubicBezTo>
                  <a:cubicBezTo>
                    <a:pt x="6058" y="8672"/>
                    <a:pt x="6068" y="8651"/>
                    <a:pt x="6067" y="8626"/>
                  </a:cubicBezTo>
                  <a:cubicBezTo>
                    <a:pt x="5873" y="5259"/>
                    <a:pt x="7659" y="1960"/>
                    <a:pt x="10892" y="732"/>
                  </a:cubicBezTo>
                  <a:cubicBezTo>
                    <a:pt x="11776" y="397"/>
                    <a:pt x="12722" y="224"/>
                    <a:pt x="13666" y="224"/>
                  </a:cubicBezTo>
                  <a:cubicBezTo>
                    <a:pt x="14359" y="224"/>
                    <a:pt x="15051" y="317"/>
                    <a:pt x="15719" y="506"/>
                  </a:cubicBezTo>
                  <a:cubicBezTo>
                    <a:pt x="17609" y="1042"/>
                    <a:pt x="19469" y="2487"/>
                    <a:pt x="19216" y="4656"/>
                  </a:cubicBezTo>
                  <a:cubicBezTo>
                    <a:pt x="19212" y="4683"/>
                    <a:pt x="19217" y="4705"/>
                    <a:pt x="19226" y="4723"/>
                  </a:cubicBezTo>
                  <a:cubicBezTo>
                    <a:pt x="19145" y="4814"/>
                    <a:pt x="19070" y="4915"/>
                    <a:pt x="19014" y="5014"/>
                  </a:cubicBezTo>
                  <a:cubicBezTo>
                    <a:pt x="18890" y="4736"/>
                    <a:pt x="18688" y="4513"/>
                    <a:pt x="18439" y="4355"/>
                  </a:cubicBezTo>
                  <a:cubicBezTo>
                    <a:pt x="18231" y="2173"/>
                    <a:pt x="15882" y="1389"/>
                    <a:pt x="13807" y="1389"/>
                  </a:cubicBezTo>
                  <a:cubicBezTo>
                    <a:pt x="13124" y="1389"/>
                    <a:pt x="12470" y="1474"/>
                    <a:pt x="11932" y="1622"/>
                  </a:cubicBezTo>
                  <a:cubicBezTo>
                    <a:pt x="9058" y="2414"/>
                    <a:pt x="6963" y="5132"/>
                    <a:pt x="7244" y="8142"/>
                  </a:cubicBezTo>
                  <a:cubicBezTo>
                    <a:pt x="6777" y="8205"/>
                    <a:pt x="6353" y="8381"/>
                    <a:pt x="6047" y="8689"/>
                  </a:cubicBezTo>
                  <a:cubicBezTo>
                    <a:pt x="5844" y="8894"/>
                    <a:pt x="5692" y="9155"/>
                    <a:pt x="5617" y="9477"/>
                  </a:cubicBezTo>
                  <a:cubicBezTo>
                    <a:pt x="5252" y="8798"/>
                    <a:pt x="4502" y="8343"/>
                    <a:pt x="3737" y="8343"/>
                  </a:cubicBezTo>
                  <a:cubicBezTo>
                    <a:pt x="3473" y="8343"/>
                    <a:pt x="3207" y="8397"/>
                    <a:pt x="2955" y="8515"/>
                  </a:cubicBezTo>
                  <a:cubicBezTo>
                    <a:pt x="1941" y="8990"/>
                    <a:pt x="1517" y="10377"/>
                    <a:pt x="2084" y="11330"/>
                  </a:cubicBezTo>
                  <a:cubicBezTo>
                    <a:pt x="2009" y="11320"/>
                    <a:pt x="1934" y="11315"/>
                    <a:pt x="1860" y="11315"/>
                  </a:cubicBezTo>
                  <a:cubicBezTo>
                    <a:pt x="843" y="11315"/>
                    <a:pt x="1" y="12252"/>
                    <a:pt x="173" y="13351"/>
                  </a:cubicBezTo>
                  <a:cubicBezTo>
                    <a:pt x="336" y="14401"/>
                    <a:pt x="1272" y="15053"/>
                    <a:pt x="2251" y="15053"/>
                  </a:cubicBezTo>
                  <a:cubicBezTo>
                    <a:pt x="2474" y="15053"/>
                    <a:pt x="2699" y="15019"/>
                    <a:pt x="2918" y="14948"/>
                  </a:cubicBezTo>
                  <a:lnTo>
                    <a:pt x="2918" y="14948"/>
                  </a:lnTo>
                  <a:cubicBezTo>
                    <a:pt x="2701" y="15648"/>
                    <a:pt x="3386" y="16296"/>
                    <a:pt x="4041" y="16375"/>
                  </a:cubicBezTo>
                  <a:cubicBezTo>
                    <a:pt x="4075" y="16379"/>
                    <a:pt x="4114" y="16381"/>
                    <a:pt x="4158" y="16381"/>
                  </a:cubicBezTo>
                  <a:cubicBezTo>
                    <a:pt x="4559" y="16381"/>
                    <a:pt x="5342" y="16209"/>
                    <a:pt x="5478" y="15825"/>
                  </a:cubicBezTo>
                  <a:cubicBezTo>
                    <a:pt x="5910" y="16437"/>
                    <a:pt x="6557" y="16705"/>
                    <a:pt x="7216" y="16705"/>
                  </a:cubicBezTo>
                  <a:cubicBezTo>
                    <a:pt x="8483" y="16705"/>
                    <a:pt x="9791" y="15712"/>
                    <a:pt x="9688" y="14256"/>
                  </a:cubicBezTo>
                  <a:lnTo>
                    <a:pt x="9688" y="14256"/>
                  </a:lnTo>
                  <a:cubicBezTo>
                    <a:pt x="9920" y="14338"/>
                    <a:pt x="10167" y="14377"/>
                    <a:pt x="10419" y="14377"/>
                  </a:cubicBezTo>
                  <a:cubicBezTo>
                    <a:pt x="11519" y="14377"/>
                    <a:pt x="12686" y="13633"/>
                    <a:pt x="12835" y="12522"/>
                  </a:cubicBezTo>
                  <a:cubicBezTo>
                    <a:pt x="12953" y="11631"/>
                    <a:pt x="12094" y="10402"/>
                    <a:pt x="11192" y="10402"/>
                  </a:cubicBezTo>
                  <a:cubicBezTo>
                    <a:pt x="11008" y="10402"/>
                    <a:pt x="10822" y="10454"/>
                    <a:pt x="10642" y="10570"/>
                  </a:cubicBezTo>
                  <a:cubicBezTo>
                    <a:pt x="10641" y="10527"/>
                    <a:pt x="10636" y="10485"/>
                    <a:pt x="10633" y="10442"/>
                  </a:cubicBezTo>
                  <a:lnTo>
                    <a:pt x="10633" y="10442"/>
                  </a:lnTo>
                  <a:cubicBezTo>
                    <a:pt x="10644" y="10449"/>
                    <a:pt x="10656" y="10451"/>
                    <a:pt x="10669" y="10451"/>
                  </a:cubicBezTo>
                  <a:cubicBezTo>
                    <a:pt x="10710" y="10451"/>
                    <a:pt x="10751" y="10417"/>
                    <a:pt x="10738" y="10360"/>
                  </a:cubicBezTo>
                  <a:cubicBezTo>
                    <a:pt x="10415" y="8750"/>
                    <a:pt x="10310" y="6864"/>
                    <a:pt x="11512" y="5555"/>
                  </a:cubicBezTo>
                  <a:cubicBezTo>
                    <a:pt x="12018" y="5003"/>
                    <a:pt x="12764" y="4701"/>
                    <a:pt x="13466" y="4701"/>
                  </a:cubicBezTo>
                  <a:cubicBezTo>
                    <a:pt x="14376" y="4701"/>
                    <a:pt x="15213" y="5207"/>
                    <a:pt x="15368" y="6335"/>
                  </a:cubicBezTo>
                  <a:cubicBezTo>
                    <a:pt x="15371" y="6351"/>
                    <a:pt x="15376" y="6363"/>
                    <a:pt x="15384" y="6374"/>
                  </a:cubicBezTo>
                  <a:cubicBezTo>
                    <a:pt x="15336" y="6369"/>
                    <a:pt x="15289" y="6367"/>
                    <a:pt x="15242" y="6367"/>
                  </a:cubicBezTo>
                  <a:cubicBezTo>
                    <a:pt x="14592" y="6367"/>
                    <a:pt x="13983" y="6785"/>
                    <a:pt x="13898" y="7533"/>
                  </a:cubicBezTo>
                  <a:cubicBezTo>
                    <a:pt x="13820" y="8225"/>
                    <a:pt x="14397" y="8881"/>
                    <a:pt x="15061" y="8881"/>
                  </a:cubicBezTo>
                  <a:cubicBezTo>
                    <a:pt x="15132" y="8881"/>
                    <a:pt x="15203" y="8874"/>
                    <a:pt x="15275" y="8858"/>
                  </a:cubicBezTo>
                  <a:lnTo>
                    <a:pt x="15275" y="8858"/>
                  </a:lnTo>
                  <a:cubicBezTo>
                    <a:pt x="14699" y="9315"/>
                    <a:pt x="14893" y="10427"/>
                    <a:pt x="15425" y="10877"/>
                  </a:cubicBezTo>
                  <a:cubicBezTo>
                    <a:pt x="15793" y="11187"/>
                    <a:pt x="16313" y="11340"/>
                    <a:pt x="16842" y="11340"/>
                  </a:cubicBezTo>
                  <a:cubicBezTo>
                    <a:pt x="17579" y="11340"/>
                    <a:pt x="18332" y="11043"/>
                    <a:pt x="18713" y="10465"/>
                  </a:cubicBezTo>
                  <a:cubicBezTo>
                    <a:pt x="19094" y="10949"/>
                    <a:pt x="19677" y="11270"/>
                    <a:pt x="20292" y="11270"/>
                  </a:cubicBezTo>
                  <a:cubicBezTo>
                    <a:pt x="20435" y="11270"/>
                    <a:pt x="20579" y="11253"/>
                    <a:pt x="20723" y="11216"/>
                  </a:cubicBezTo>
                  <a:cubicBezTo>
                    <a:pt x="21210" y="11094"/>
                    <a:pt x="21620" y="10647"/>
                    <a:pt x="21535" y="10200"/>
                  </a:cubicBezTo>
                  <a:lnTo>
                    <a:pt x="21535" y="10200"/>
                  </a:lnTo>
                  <a:cubicBezTo>
                    <a:pt x="21930" y="10435"/>
                    <a:pt x="22382" y="10557"/>
                    <a:pt x="22824" y="10557"/>
                  </a:cubicBezTo>
                  <a:cubicBezTo>
                    <a:pt x="23611" y="10557"/>
                    <a:pt x="24365" y="10169"/>
                    <a:pt x="24709" y="9334"/>
                  </a:cubicBezTo>
                  <a:cubicBezTo>
                    <a:pt x="25233" y="8066"/>
                    <a:pt x="24239" y="6720"/>
                    <a:pt x="22932" y="6720"/>
                  </a:cubicBezTo>
                  <a:cubicBezTo>
                    <a:pt x="22931" y="6720"/>
                    <a:pt x="22930" y="6720"/>
                    <a:pt x="22929" y="6720"/>
                  </a:cubicBezTo>
                  <a:cubicBezTo>
                    <a:pt x="23810" y="5718"/>
                    <a:pt x="23169" y="4150"/>
                    <a:pt x="21874" y="3783"/>
                  </a:cubicBezTo>
                  <a:cubicBezTo>
                    <a:pt x="21680" y="3729"/>
                    <a:pt x="21485" y="3704"/>
                    <a:pt x="21290" y="3704"/>
                  </a:cubicBezTo>
                  <a:cubicBezTo>
                    <a:pt x="20705" y="3704"/>
                    <a:pt x="20131" y="3935"/>
                    <a:pt x="19669" y="4306"/>
                  </a:cubicBezTo>
                  <a:cubicBezTo>
                    <a:pt x="19626" y="4341"/>
                    <a:pt x="19573" y="4384"/>
                    <a:pt x="19516" y="4435"/>
                  </a:cubicBezTo>
                  <a:cubicBezTo>
                    <a:pt x="19725" y="1317"/>
                    <a:pt x="16423" y="1"/>
                    <a:pt x="13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2;p64"/>
            <p:cNvSpPr/>
            <p:nvPr/>
          </p:nvSpPr>
          <p:spPr>
            <a:xfrm>
              <a:off x="4281475" y="843875"/>
              <a:ext cx="270325" cy="176375"/>
            </a:xfrm>
            <a:custGeom>
              <a:avLst/>
              <a:gdLst/>
              <a:ahLst/>
              <a:cxnLst/>
              <a:rect l="l" t="t" r="r" b="b"/>
              <a:pathLst>
                <a:path w="10813" h="7055" extrusionOk="0">
                  <a:moveTo>
                    <a:pt x="7369" y="3141"/>
                  </a:moveTo>
                  <a:cubicBezTo>
                    <a:pt x="7730" y="3141"/>
                    <a:pt x="7870" y="3587"/>
                    <a:pt x="7675" y="3855"/>
                  </a:cubicBezTo>
                  <a:cubicBezTo>
                    <a:pt x="7587" y="3976"/>
                    <a:pt x="7454" y="4033"/>
                    <a:pt x="7322" y="4033"/>
                  </a:cubicBezTo>
                  <a:cubicBezTo>
                    <a:pt x="7134" y="4033"/>
                    <a:pt x="6947" y="3918"/>
                    <a:pt x="6893" y="3708"/>
                  </a:cubicBezTo>
                  <a:cubicBezTo>
                    <a:pt x="6841" y="3516"/>
                    <a:pt x="6965" y="3318"/>
                    <a:pt x="7136" y="3240"/>
                  </a:cubicBezTo>
                  <a:cubicBezTo>
                    <a:pt x="7183" y="3188"/>
                    <a:pt x="7248" y="3150"/>
                    <a:pt x="7335" y="3143"/>
                  </a:cubicBezTo>
                  <a:cubicBezTo>
                    <a:pt x="7347" y="3142"/>
                    <a:pt x="7358" y="3141"/>
                    <a:pt x="7369" y="3141"/>
                  </a:cubicBezTo>
                  <a:close/>
                  <a:moveTo>
                    <a:pt x="2954" y="3735"/>
                  </a:moveTo>
                  <a:cubicBezTo>
                    <a:pt x="2976" y="3735"/>
                    <a:pt x="2992" y="3745"/>
                    <a:pt x="3002" y="3759"/>
                  </a:cubicBezTo>
                  <a:cubicBezTo>
                    <a:pt x="3025" y="3754"/>
                    <a:pt x="3050" y="3751"/>
                    <a:pt x="3074" y="3751"/>
                  </a:cubicBezTo>
                  <a:cubicBezTo>
                    <a:pt x="3123" y="3751"/>
                    <a:pt x="3175" y="3762"/>
                    <a:pt x="3225" y="3789"/>
                  </a:cubicBezTo>
                  <a:cubicBezTo>
                    <a:pt x="3556" y="3967"/>
                    <a:pt x="3479" y="4414"/>
                    <a:pt x="3183" y="4582"/>
                  </a:cubicBezTo>
                  <a:cubicBezTo>
                    <a:pt x="3103" y="4627"/>
                    <a:pt x="3015" y="4649"/>
                    <a:pt x="2928" y="4649"/>
                  </a:cubicBezTo>
                  <a:cubicBezTo>
                    <a:pt x="2728" y="4649"/>
                    <a:pt x="2542" y="4530"/>
                    <a:pt x="2507" y="4301"/>
                  </a:cubicBezTo>
                  <a:cubicBezTo>
                    <a:pt x="2465" y="4029"/>
                    <a:pt x="2668" y="3746"/>
                    <a:pt x="2950" y="3735"/>
                  </a:cubicBezTo>
                  <a:cubicBezTo>
                    <a:pt x="2951" y="3735"/>
                    <a:pt x="2953" y="3735"/>
                    <a:pt x="2954" y="3735"/>
                  </a:cubicBezTo>
                  <a:close/>
                  <a:moveTo>
                    <a:pt x="6250" y="4339"/>
                  </a:moveTo>
                  <a:cubicBezTo>
                    <a:pt x="6308" y="4339"/>
                    <a:pt x="6367" y="4390"/>
                    <a:pt x="6348" y="4459"/>
                  </a:cubicBezTo>
                  <a:cubicBezTo>
                    <a:pt x="6199" y="4968"/>
                    <a:pt x="5760" y="5211"/>
                    <a:pt x="5312" y="5211"/>
                  </a:cubicBezTo>
                  <a:cubicBezTo>
                    <a:pt x="4848" y="5211"/>
                    <a:pt x="4374" y="4950"/>
                    <a:pt x="4205" y="4455"/>
                  </a:cubicBezTo>
                  <a:cubicBezTo>
                    <a:pt x="4189" y="4408"/>
                    <a:pt x="4231" y="4373"/>
                    <a:pt x="4272" y="4373"/>
                  </a:cubicBezTo>
                  <a:cubicBezTo>
                    <a:pt x="4293" y="4373"/>
                    <a:pt x="4314" y="4383"/>
                    <a:pt x="4325" y="4406"/>
                  </a:cubicBezTo>
                  <a:cubicBezTo>
                    <a:pt x="4513" y="4756"/>
                    <a:pt x="4834" y="5029"/>
                    <a:pt x="5249" y="5029"/>
                  </a:cubicBezTo>
                  <a:cubicBezTo>
                    <a:pt x="5254" y="5029"/>
                    <a:pt x="5258" y="5028"/>
                    <a:pt x="5263" y="5028"/>
                  </a:cubicBezTo>
                  <a:cubicBezTo>
                    <a:pt x="5697" y="5023"/>
                    <a:pt x="5971" y="4733"/>
                    <a:pt x="6173" y="4385"/>
                  </a:cubicBezTo>
                  <a:cubicBezTo>
                    <a:pt x="6191" y="4353"/>
                    <a:pt x="6221" y="4339"/>
                    <a:pt x="6250" y="4339"/>
                  </a:cubicBezTo>
                  <a:close/>
                  <a:moveTo>
                    <a:pt x="7211" y="1"/>
                  </a:moveTo>
                  <a:cubicBezTo>
                    <a:pt x="6850" y="1"/>
                    <a:pt x="6492" y="97"/>
                    <a:pt x="6161" y="279"/>
                  </a:cubicBezTo>
                  <a:cubicBezTo>
                    <a:pt x="5894" y="426"/>
                    <a:pt x="4928" y="1079"/>
                    <a:pt x="5128" y="1507"/>
                  </a:cubicBezTo>
                  <a:cubicBezTo>
                    <a:pt x="5148" y="1549"/>
                    <a:pt x="5125" y="1591"/>
                    <a:pt x="5091" y="1604"/>
                  </a:cubicBezTo>
                  <a:cubicBezTo>
                    <a:pt x="5063" y="1639"/>
                    <a:pt x="5017" y="1658"/>
                    <a:pt x="4972" y="1658"/>
                  </a:cubicBezTo>
                  <a:cubicBezTo>
                    <a:pt x="4915" y="1658"/>
                    <a:pt x="4861" y="1628"/>
                    <a:pt x="4852" y="1563"/>
                  </a:cubicBezTo>
                  <a:cubicBezTo>
                    <a:pt x="4719" y="730"/>
                    <a:pt x="4172" y="401"/>
                    <a:pt x="3579" y="401"/>
                  </a:cubicBezTo>
                  <a:cubicBezTo>
                    <a:pt x="2515" y="401"/>
                    <a:pt x="1299" y="1458"/>
                    <a:pt x="2033" y="2576"/>
                  </a:cubicBezTo>
                  <a:cubicBezTo>
                    <a:pt x="2076" y="2640"/>
                    <a:pt x="2016" y="2708"/>
                    <a:pt x="1954" y="2708"/>
                  </a:cubicBezTo>
                  <a:cubicBezTo>
                    <a:pt x="1933" y="2708"/>
                    <a:pt x="1912" y="2701"/>
                    <a:pt x="1895" y="2683"/>
                  </a:cubicBezTo>
                  <a:lnTo>
                    <a:pt x="1885" y="2673"/>
                  </a:lnTo>
                  <a:cubicBezTo>
                    <a:pt x="1706" y="2598"/>
                    <a:pt x="1513" y="2560"/>
                    <a:pt x="1323" y="2560"/>
                  </a:cubicBezTo>
                  <a:cubicBezTo>
                    <a:pt x="793" y="2560"/>
                    <a:pt x="285" y="2853"/>
                    <a:pt x="156" y="3430"/>
                  </a:cubicBezTo>
                  <a:cubicBezTo>
                    <a:pt x="1" y="4130"/>
                    <a:pt x="530" y="4600"/>
                    <a:pt x="1153" y="4600"/>
                  </a:cubicBezTo>
                  <a:cubicBezTo>
                    <a:pt x="1224" y="4600"/>
                    <a:pt x="1296" y="4594"/>
                    <a:pt x="1368" y="4582"/>
                  </a:cubicBezTo>
                  <a:cubicBezTo>
                    <a:pt x="1375" y="4581"/>
                    <a:pt x="1382" y="4580"/>
                    <a:pt x="1388" y="4580"/>
                  </a:cubicBezTo>
                  <a:cubicBezTo>
                    <a:pt x="1460" y="4580"/>
                    <a:pt x="1517" y="4649"/>
                    <a:pt x="1511" y="4709"/>
                  </a:cubicBezTo>
                  <a:cubicBezTo>
                    <a:pt x="1538" y="4702"/>
                    <a:pt x="1561" y="4692"/>
                    <a:pt x="1590" y="4683"/>
                  </a:cubicBezTo>
                  <a:cubicBezTo>
                    <a:pt x="1594" y="4682"/>
                    <a:pt x="1599" y="4682"/>
                    <a:pt x="1603" y="4682"/>
                  </a:cubicBezTo>
                  <a:cubicBezTo>
                    <a:pt x="1661" y="4682"/>
                    <a:pt x="1710" y="4757"/>
                    <a:pt x="1657" y="4801"/>
                  </a:cubicBezTo>
                  <a:cubicBezTo>
                    <a:pt x="972" y="5379"/>
                    <a:pt x="978" y="6383"/>
                    <a:pt x="1830" y="6833"/>
                  </a:cubicBezTo>
                  <a:cubicBezTo>
                    <a:pt x="2114" y="6983"/>
                    <a:pt x="2440" y="7054"/>
                    <a:pt x="2770" y="7054"/>
                  </a:cubicBezTo>
                  <a:cubicBezTo>
                    <a:pt x="3452" y="7054"/>
                    <a:pt x="4151" y="6750"/>
                    <a:pt x="4526" y="6212"/>
                  </a:cubicBezTo>
                  <a:cubicBezTo>
                    <a:pt x="4551" y="6177"/>
                    <a:pt x="4582" y="6159"/>
                    <a:pt x="4614" y="6154"/>
                  </a:cubicBezTo>
                  <a:cubicBezTo>
                    <a:pt x="4639" y="6136"/>
                    <a:pt x="4669" y="6126"/>
                    <a:pt x="4700" y="6126"/>
                  </a:cubicBezTo>
                  <a:cubicBezTo>
                    <a:pt x="4741" y="6126"/>
                    <a:pt x="4782" y="6144"/>
                    <a:pt x="4811" y="6188"/>
                  </a:cubicBezTo>
                  <a:cubicBezTo>
                    <a:pt x="5080" y="6586"/>
                    <a:pt x="5468" y="6863"/>
                    <a:pt x="5938" y="6961"/>
                  </a:cubicBezTo>
                  <a:cubicBezTo>
                    <a:pt x="6001" y="6974"/>
                    <a:pt x="6075" y="6980"/>
                    <a:pt x="6156" y="6980"/>
                  </a:cubicBezTo>
                  <a:cubicBezTo>
                    <a:pt x="6722" y="6980"/>
                    <a:pt x="7620" y="6661"/>
                    <a:pt x="7261" y="6033"/>
                  </a:cubicBezTo>
                  <a:cubicBezTo>
                    <a:pt x="7203" y="5987"/>
                    <a:pt x="7142" y="5940"/>
                    <a:pt x="7089" y="5889"/>
                  </a:cubicBezTo>
                  <a:cubicBezTo>
                    <a:pt x="6980" y="5791"/>
                    <a:pt x="7080" y="5655"/>
                    <a:pt x="7194" y="5655"/>
                  </a:cubicBezTo>
                  <a:cubicBezTo>
                    <a:pt x="7226" y="5655"/>
                    <a:pt x="7258" y="5665"/>
                    <a:pt x="7287" y="5689"/>
                  </a:cubicBezTo>
                  <a:cubicBezTo>
                    <a:pt x="7719" y="6040"/>
                    <a:pt x="8288" y="6242"/>
                    <a:pt x="8830" y="6242"/>
                  </a:cubicBezTo>
                  <a:cubicBezTo>
                    <a:pt x="9544" y="6242"/>
                    <a:pt x="10211" y="5893"/>
                    <a:pt x="10458" y="5074"/>
                  </a:cubicBezTo>
                  <a:cubicBezTo>
                    <a:pt x="10812" y="3899"/>
                    <a:pt x="9821" y="2941"/>
                    <a:pt x="8697" y="2941"/>
                  </a:cubicBezTo>
                  <a:cubicBezTo>
                    <a:pt x="8684" y="2941"/>
                    <a:pt x="8672" y="2941"/>
                    <a:pt x="8659" y="2942"/>
                  </a:cubicBezTo>
                  <a:cubicBezTo>
                    <a:pt x="8653" y="2947"/>
                    <a:pt x="8646" y="2951"/>
                    <a:pt x="8641" y="2952"/>
                  </a:cubicBezTo>
                  <a:cubicBezTo>
                    <a:pt x="8610" y="2977"/>
                    <a:pt x="8577" y="2987"/>
                    <a:pt x="8544" y="2987"/>
                  </a:cubicBezTo>
                  <a:cubicBezTo>
                    <a:pt x="8420" y="2987"/>
                    <a:pt x="8312" y="2836"/>
                    <a:pt x="8431" y="2743"/>
                  </a:cubicBezTo>
                  <a:cubicBezTo>
                    <a:pt x="9404" y="1974"/>
                    <a:pt x="9047" y="563"/>
                    <a:pt x="7941" y="137"/>
                  </a:cubicBezTo>
                  <a:cubicBezTo>
                    <a:pt x="7702" y="45"/>
                    <a:pt x="7456" y="1"/>
                    <a:pt x="7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3;p64"/>
            <p:cNvSpPr/>
            <p:nvPr/>
          </p:nvSpPr>
          <p:spPr>
            <a:xfrm>
              <a:off x="4452500" y="922400"/>
              <a:ext cx="25750" cy="22300"/>
            </a:xfrm>
            <a:custGeom>
              <a:avLst/>
              <a:gdLst/>
              <a:ahLst/>
              <a:cxnLst/>
              <a:rect l="l" t="t" r="r" b="b"/>
              <a:pathLst>
                <a:path w="1030" h="892" extrusionOk="0">
                  <a:moveTo>
                    <a:pt x="526" y="1"/>
                  </a:moveTo>
                  <a:cubicBezTo>
                    <a:pt x="516" y="1"/>
                    <a:pt x="505" y="1"/>
                    <a:pt x="494" y="2"/>
                  </a:cubicBezTo>
                  <a:cubicBezTo>
                    <a:pt x="407" y="9"/>
                    <a:pt x="342" y="47"/>
                    <a:pt x="295" y="99"/>
                  </a:cubicBezTo>
                  <a:cubicBezTo>
                    <a:pt x="124" y="175"/>
                    <a:pt x="1" y="375"/>
                    <a:pt x="52" y="567"/>
                  </a:cubicBezTo>
                  <a:cubicBezTo>
                    <a:pt x="107" y="777"/>
                    <a:pt x="294" y="892"/>
                    <a:pt x="481" y="892"/>
                  </a:cubicBezTo>
                  <a:cubicBezTo>
                    <a:pt x="614" y="892"/>
                    <a:pt x="746" y="835"/>
                    <a:pt x="834" y="714"/>
                  </a:cubicBezTo>
                  <a:cubicBezTo>
                    <a:pt x="1029" y="446"/>
                    <a:pt x="888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4;p64"/>
            <p:cNvSpPr/>
            <p:nvPr/>
          </p:nvSpPr>
          <p:spPr>
            <a:xfrm>
              <a:off x="4386250" y="952375"/>
              <a:ext cx="54425" cy="21775"/>
            </a:xfrm>
            <a:custGeom>
              <a:avLst/>
              <a:gdLst/>
              <a:ahLst/>
              <a:cxnLst/>
              <a:rect l="l" t="t" r="r" b="b"/>
              <a:pathLst>
                <a:path w="2177" h="871" extrusionOk="0">
                  <a:moveTo>
                    <a:pt x="2061" y="0"/>
                  </a:moveTo>
                  <a:cubicBezTo>
                    <a:pt x="2031" y="0"/>
                    <a:pt x="2001" y="14"/>
                    <a:pt x="1983" y="45"/>
                  </a:cubicBezTo>
                  <a:cubicBezTo>
                    <a:pt x="1781" y="393"/>
                    <a:pt x="1507" y="683"/>
                    <a:pt x="1075" y="688"/>
                  </a:cubicBezTo>
                  <a:cubicBezTo>
                    <a:pt x="1070" y="688"/>
                    <a:pt x="1066" y="689"/>
                    <a:pt x="1061" y="689"/>
                  </a:cubicBezTo>
                  <a:cubicBezTo>
                    <a:pt x="645" y="689"/>
                    <a:pt x="326" y="416"/>
                    <a:pt x="137" y="66"/>
                  </a:cubicBezTo>
                  <a:cubicBezTo>
                    <a:pt x="126" y="42"/>
                    <a:pt x="105" y="33"/>
                    <a:pt x="83" y="33"/>
                  </a:cubicBezTo>
                  <a:cubicBezTo>
                    <a:pt x="43" y="33"/>
                    <a:pt x="1" y="68"/>
                    <a:pt x="17" y="115"/>
                  </a:cubicBezTo>
                  <a:cubicBezTo>
                    <a:pt x="185" y="610"/>
                    <a:pt x="658" y="871"/>
                    <a:pt x="1123" y="871"/>
                  </a:cubicBezTo>
                  <a:cubicBezTo>
                    <a:pt x="1570" y="871"/>
                    <a:pt x="2010" y="628"/>
                    <a:pt x="2158" y="119"/>
                  </a:cubicBezTo>
                  <a:cubicBezTo>
                    <a:pt x="2176" y="50"/>
                    <a:pt x="2118" y="0"/>
                    <a:pt x="20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5;p64"/>
            <p:cNvSpPr/>
            <p:nvPr/>
          </p:nvSpPr>
          <p:spPr>
            <a:xfrm>
              <a:off x="4077550" y="749375"/>
              <a:ext cx="339925" cy="211675"/>
            </a:xfrm>
            <a:custGeom>
              <a:avLst/>
              <a:gdLst/>
              <a:ahLst/>
              <a:cxnLst/>
              <a:rect l="l" t="t" r="r" b="b"/>
              <a:pathLst>
                <a:path w="13597" h="8467" extrusionOk="0">
                  <a:moveTo>
                    <a:pt x="7793" y="1"/>
                  </a:moveTo>
                  <a:cubicBezTo>
                    <a:pt x="6848" y="1"/>
                    <a:pt x="5902" y="173"/>
                    <a:pt x="5019" y="507"/>
                  </a:cubicBezTo>
                  <a:cubicBezTo>
                    <a:pt x="1785" y="1735"/>
                    <a:pt x="0" y="5034"/>
                    <a:pt x="193" y="8401"/>
                  </a:cubicBezTo>
                  <a:cubicBezTo>
                    <a:pt x="194" y="8426"/>
                    <a:pt x="184" y="8446"/>
                    <a:pt x="167" y="8459"/>
                  </a:cubicBezTo>
                  <a:lnTo>
                    <a:pt x="173" y="8466"/>
                  </a:lnTo>
                  <a:cubicBezTo>
                    <a:pt x="478" y="8156"/>
                    <a:pt x="903" y="7981"/>
                    <a:pt x="1370" y="7918"/>
                  </a:cubicBezTo>
                  <a:cubicBezTo>
                    <a:pt x="1089" y="4909"/>
                    <a:pt x="3185" y="2190"/>
                    <a:pt x="6058" y="1398"/>
                  </a:cubicBezTo>
                  <a:cubicBezTo>
                    <a:pt x="6596" y="1250"/>
                    <a:pt x="7250" y="1166"/>
                    <a:pt x="7933" y="1166"/>
                  </a:cubicBezTo>
                  <a:cubicBezTo>
                    <a:pt x="10008" y="1166"/>
                    <a:pt x="12357" y="1949"/>
                    <a:pt x="12565" y="4131"/>
                  </a:cubicBezTo>
                  <a:cubicBezTo>
                    <a:pt x="12813" y="4289"/>
                    <a:pt x="13016" y="4514"/>
                    <a:pt x="13140" y="4790"/>
                  </a:cubicBezTo>
                  <a:cubicBezTo>
                    <a:pt x="13196" y="4691"/>
                    <a:pt x="13272" y="4591"/>
                    <a:pt x="13352" y="4499"/>
                  </a:cubicBezTo>
                  <a:cubicBezTo>
                    <a:pt x="13344" y="4481"/>
                    <a:pt x="13340" y="4459"/>
                    <a:pt x="13342" y="4432"/>
                  </a:cubicBezTo>
                  <a:cubicBezTo>
                    <a:pt x="13596" y="2265"/>
                    <a:pt x="11735" y="820"/>
                    <a:pt x="9845" y="282"/>
                  </a:cubicBezTo>
                  <a:cubicBezTo>
                    <a:pt x="9178" y="93"/>
                    <a:pt x="8485" y="1"/>
                    <a:pt x="77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6;p64"/>
            <p:cNvSpPr/>
            <p:nvPr/>
          </p:nvSpPr>
          <p:spPr>
            <a:xfrm>
              <a:off x="4113700" y="784700"/>
              <a:ext cx="271000" cy="164975"/>
            </a:xfrm>
            <a:custGeom>
              <a:avLst/>
              <a:gdLst/>
              <a:ahLst/>
              <a:cxnLst/>
              <a:rect l="l" t="t" r="r" b="b"/>
              <a:pathLst>
                <a:path w="10840" h="6599" extrusionOk="0">
                  <a:moveTo>
                    <a:pt x="6561" y="0"/>
                  </a:moveTo>
                  <a:cubicBezTo>
                    <a:pt x="5769" y="0"/>
                    <a:pt x="4987" y="128"/>
                    <a:pt x="4325" y="350"/>
                  </a:cubicBezTo>
                  <a:cubicBezTo>
                    <a:pt x="1694" y="1232"/>
                    <a:pt x="1" y="3738"/>
                    <a:pt x="104" y="6491"/>
                  </a:cubicBezTo>
                  <a:cubicBezTo>
                    <a:pt x="172" y="6486"/>
                    <a:pt x="240" y="6484"/>
                    <a:pt x="308" y="6484"/>
                  </a:cubicBezTo>
                  <a:cubicBezTo>
                    <a:pt x="594" y="6484"/>
                    <a:pt x="888" y="6523"/>
                    <a:pt x="1174" y="6599"/>
                  </a:cubicBezTo>
                  <a:lnTo>
                    <a:pt x="1181" y="6579"/>
                  </a:lnTo>
                  <a:cubicBezTo>
                    <a:pt x="1160" y="6574"/>
                    <a:pt x="1140" y="6556"/>
                    <a:pt x="1137" y="6528"/>
                  </a:cubicBezTo>
                  <a:cubicBezTo>
                    <a:pt x="823" y="4347"/>
                    <a:pt x="2111" y="2145"/>
                    <a:pt x="4125" y="1283"/>
                  </a:cubicBezTo>
                  <a:cubicBezTo>
                    <a:pt x="4761" y="1012"/>
                    <a:pt x="5504" y="862"/>
                    <a:pt x="6247" y="862"/>
                  </a:cubicBezTo>
                  <a:cubicBezTo>
                    <a:pt x="7602" y="862"/>
                    <a:pt x="8959" y="1360"/>
                    <a:pt x="9672" y="2527"/>
                  </a:cubicBezTo>
                  <a:cubicBezTo>
                    <a:pt x="9841" y="2476"/>
                    <a:pt x="10013" y="2451"/>
                    <a:pt x="10183" y="2451"/>
                  </a:cubicBezTo>
                  <a:cubicBezTo>
                    <a:pt x="10411" y="2451"/>
                    <a:pt x="10635" y="2495"/>
                    <a:pt x="10839" y="2578"/>
                  </a:cubicBezTo>
                  <a:cubicBezTo>
                    <a:pt x="10344" y="711"/>
                    <a:pt x="8427" y="0"/>
                    <a:pt x="6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7;p64"/>
            <p:cNvSpPr/>
            <p:nvPr/>
          </p:nvSpPr>
          <p:spPr>
            <a:xfrm>
              <a:off x="4343100" y="937250"/>
              <a:ext cx="27300" cy="22875"/>
            </a:xfrm>
            <a:custGeom>
              <a:avLst/>
              <a:gdLst/>
              <a:ahLst/>
              <a:cxnLst/>
              <a:rect l="l" t="t" r="r" b="b"/>
              <a:pathLst>
                <a:path w="1092" h="915" extrusionOk="0">
                  <a:moveTo>
                    <a:pt x="279" y="283"/>
                  </a:moveTo>
                  <a:lnTo>
                    <a:pt x="279" y="283"/>
                  </a:lnTo>
                  <a:cubicBezTo>
                    <a:pt x="268" y="337"/>
                    <a:pt x="273" y="393"/>
                    <a:pt x="299" y="443"/>
                  </a:cubicBezTo>
                  <a:cubicBezTo>
                    <a:pt x="283" y="451"/>
                    <a:pt x="274" y="471"/>
                    <a:pt x="273" y="489"/>
                  </a:cubicBezTo>
                  <a:lnTo>
                    <a:pt x="273" y="496"/>
                  </a:lnTo>
                  <a:lnTo>
                    <a:pt x="273" y="503"/>
                  </a:lnTo>
                  <a:cubicBezTo>
                    <a:pt x="276" y="530"/>
                    <a:pt x="292" y="554"/>
                    <a:pt x="320" y="556"/>
                  </a:cubicBezTo>
                  <a:cubicBezTo>
                    <a:pt x="335" y="562"/>
                    <a:pt x="351" y="568"/>
                    <a:pt x="367" y="574"/>
                  </a:cubicBezTo>
                  <a:cubicBezTo>
                    <a:pt x="377" y="578"/>
                    <a:pt x="386" y="580"/>
                    <a:pt x="395" y="580"/>
                  </a:cubicBezTo>
                  <a:cubicBezTo>
                    <a:pt x="409" y="580"/>
                    <a:pt x="422" y="575"/>
                    <a:pt x="431" y="567"/>
                  </a:cubicBezTo>
                  <a:cubicBezTo>
                    <a:pt x="470" y="587"/>
                    <a:pt x="512" y="597"/>
                    <a:pt x="553" y="597"/>
                  </a:cubicBezTo>
                  <a:cubicBezTo>
                    <a:pt x="617" y="597"/>
                    <a:pt x="680" y="573"/>
                    <a:pt x="725" y="532"/>
                  </a:cubicBezTo>
                  <a:lnTo>
                    <a:pt x="725" y="532"/>
                  </a:lnTo>
                  <a:cubicBezTo>
                    <a:pt x="679" y="617"/>
                    <a:pt x="583" y="681"/>
                    <a:pt x="494" y="695"/>
                  </a:cubicBezTo>
                  <a:cubicBezTo>
                    <a:pt x="475" y="698"/>
                    <a:pt x="457" y="700"/>
                    <a:pt x="440" y="700"/>
                  </a:cubicBezTo>
                  <a:cubicBezTo>
                    <a:pt x="232" y="700"/>
                    <a:pt x="190" y="448"/>
                    <a:pt x="279" y="283"/>
                  </a:cubicBezTo>
                  <a:close/>
                  <a:moveTo>
                    <a:pt x="489" y="0"/>
                  </a:moveTo>
                  <a:cubicBezTo>
                    <a:pt x="488" y="0"/>
                    <a:pt x="486" y="0"/>
                    <a:pt x="485" y="0"/>
                  </a:cubicBezTo>
                  <a:cubicBezTo>
                    <a:pt x="203" y="11"/>
                    <a:pt x="0" y="294"/>
                    <a:pt x="42" y="567"/>
                  </a:cubicBezTo>
                  <a:cubicBezTo>
                    <a:pt x="77" y="796"/>
                    <a:pt x="263" y="914"/>
                    <a:pt x="463" y="914"/>
                  </a:cubicBezTo>
                  <a:cubicBezTo>
                    <a:pt x="549" y="914"/>
                    <a:pt x="638" y="892"/>
                    <a:pt x="718" y="847"/>
                  </a:cubicBezTo>
                  <a:cubicBezTo>
                    <a:pt x="1013" y="681"/>
                    <a:pt x="1091" y="232"/>
                    <a:pt x="760" y="54"/>
                  </a:cubicBezTo>
                  <a:cubicBezTo>
                    <a:pt x="710" y="27"/>
                    <a:pt x="658" y="16"/>
                    <a:pt x="609" y="16"/>
                  </a:cubicBezTo>
                  <a:cubicBezTo>
                    <a:pt x="585" y="16"/>
                    <a:pt x="560" y="19"/>
                    <a:pt x="537" y="24"/>
                  </a:cubicBezTo>
                  <a:cubicBezTo>
                    <a:pt x="527" y="10"/>
                    <a:pt x="511" y="0"/>
                    <a:pt x="4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8;p64"/>
            <p:cNvSpPr/>
            <p:nvPr/>
          </p:nvSpPr>
          <p:spPr>
            <a:xfrm>
              <a:off x="4143050" y="812325"/>
              <a:ext cx="206475" cy="145350"/>
            </a:xfrm>
            <a:custGeom>
              <a:avLst/>
              <a:gdLst/>
              <a:ahLst/>
              <a:cxnLst/>
              <a:rect l="l" t="t" r="r" b="b"/>
              <a:pathLst>
                <a:path w="8259" h="5814" extrusionOk="0">
                  <a:moveTo>
                    <a:pt x="5081" y="1"/>
                  </a:moveTo>
                  <a:cubicBezTo>
                    <a:pt x="4255" y="1"/>
                    <a:pt x="3424" y="196"/>
                    <a:pt x="2749" y="542"/>
                  </a:cubicBezTo>
                  <a:cubicBezTo>
                    <a:pt x="921" y="1480"/>
                    <a:pt x="56" y="3415"/>
                    <a:pt x="113" y="5401"/>
                  </a:cubicBezTo>
                  <a:cubicBezTo>
                    <a:pt x="114" y="5449"/>
                    <a:pt x="72" y="5477"/>
                    <a:pt x="31" y="5477"/>
                  </a:cubicBezTo>
                  <a:cubicBezTo>
                    <a:pt x="22" y="5477"/>
                    <a:pt x="15" y="5476"/>
                    <a:pt x="7" y="5474"/>
                  </a:cubicBezTo>
                  <a:lnTo>
                    <a:pt x="1" y="5494"/>
                  </a:lnTo>
                  <a:cubicBezTo>
                    <a:pt x="280" y="5566"/>
                    <a:pt x="552" y="5675"/>
                    <a:pt x="805" y="5814"/>
                  </a:cubicBezTo>
                  <a:cubicBezTo>
                    <a:pt x="537" y="4109"/>
                    <a:pt x="1392" y="2261"/>
                    <a:pt x="2934" y="1447"/>
                  </a:cubicBezTo>
                  <a:cubicBezTo>
                    <a:pt x="3488" y="1153"/>
                    <a:pt x="4190" y="982"/>
                    <a:pt x="4885" y="982"/>
                  </a:cubicBezTo>
                  <a:cubicBezTo>
                    <a:pt x="5904" y="982"/>
                    <a:pt x="6909" y="1350"/>
                    <a:pt x="7417" y="2238"/>
                  </a:cubicBezTo>
                  <a:cubicBezTo>
                    <a:pt x="7635" y="1925"/>
                    <a:pt x="7940" y="1664"/>
                    <a:pt x="8258" y="1514"/>
                  </a:cubicBezTo>
                  <a:cubicBezTo>
                    <a:pt x="7587" y="453"/>
                    <a:pt x="6339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9;p64"/>
            <p:cNvSpPr/>
            <p:nvPr/>
          </p:nvSpPr>
          <p:spPr>
            <a:xfrm>
              <a:off x="4165675" y="842650"/>
              <a:ext cx="159425" cy="139150"/>
            </a:xfrm>
            <a:custGeom>
              <a:avLst/>
              <a:gdLst/>
              <a:ahLst/>
              <a:cxnLst/>
              <a:rect l="l" t="t" r="r" b="b"/>
              <a:pathLst>
                <a:path w="6377" h="5566" extrusionOk="0">
                  <a:moveTo>
                    <a:pt x="3990" y="0"/>
                  </a:moveTo>
                  <a:cubicBezTo>
                    <a:pt x="3220" y="0"/>
                    <a:pt x="2432" y="228"/>
                    <a:pt x="1848" y="607"/>
                  </a:cubicBezTo>
                  <a:cubicBezTo>
                    <a:pt x="461" y="1506"/>
                    <a:pt x="0" y="3121"/>
                    <a:pt x="51" y="4687"/>
                  </a:cubicBezTo>
                  <a:cubicBezTo>
                    <a:pt x="414" y="4914"/>
                    <a:pt x="725" y="5209"/>
                    <a:pt x="938" y="5565"/>
                  </a:cubicBezTo>
                  <a:cubicBezTo>
                    <a:pt x="603" y="3852"/>
                    <a:pt x="1079" y="1786"/>
                    <a:pt x="2601" y="858"/>
                  </a:cubicBezTo>
                  <a:cubicBezTo>
                    <a:pt x="3028" y="598"/>
                    <a:pt x="3511" y="472"/>
                    <a:pt x="3982" y="472"/>
                  </a:cubicBezTo>
                  <a:cubicBezTo>
                    <a:pt x="5051" y="472"/>
                    <a:pt x="6057" y="1125"/>
                    <a:pt x="6203" y="2348"/>
                  </a:cubicBezTo>
                  <a:cubicBezTo>
                    <a:pt x="6207" y="2392"/>
                    <a:pt x="6185" y="2425"/>
                    <a:pt x="6153" y="2443"/>
                  </a:cubicBezTo>
                  <a:cubicBezTo>
                    <a:pt x="6216" y="2457"/>
                    <a:pt x="6278" y="2473"/>
                    <a:pt x="6337" y="2492"/>
                  </a:cubicBezTo>
                  <a:cubicBezTo>
                    <a:pt x="6107" y="2101"/>
                    <a:pt x="6165" y="1650"/>
                    <a:pt x="6376" y="1249"/>
                  </a:cubicBezTo>
                  <a:cubicBezTo>
                    <a:pt x="6371" y="1243"/>
                    <a:pt x="6366" y="1240"/>
                    <a:pt x="6363" y="1233"/>
                  </a:cubicBezTo>
                  <a:cubicBezTo>
                    <a:pt x="5892" y="359"/>
                    <a:pt x="4955" y="0"/>
                    <a:pt x="3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0;p64"/>
            <p:cNvSpPr/>
            <p:nvPr/>
          </p:nvSpPr>
          <p:spPr>
            <a:xfrm>
              <a:off x="3936050" y="953775"/>
              <a:ext cx="314750" cy="200575"/>
            </a:xfrm>
            <a:custGeom>
              <a:avLst/>
              <a:gdLst/>
              <a:ahLst/>
              <a:cxnLst/>
              <a:rect l="l" t="t" r="r" b="b"/>
              <a:pathLst>
                <a:path w="12590" h="8023" extrusionOk="0">
                  <a:moveTo>
                    <a:pt x="8586" y="3352"/>
                  </a:moveTo>
                  <a:cubicBezTo>
                    <a:pt x="8587" y="3352"/>
                    <a:pt x="8588" y="3352"/>
                    <a:pt x="8588" y="3352"/>
                  </a:cubicBezTo>
                  <a:cubicBezTo>
                    <a:pt x="8954" y="3356"/>
                    <a:pt x="9403" y="3695"/>
                    <a:pt x="9354" y="4093"/>
                  </a:cubicBezTo>
                  <a:cubicBezTo>
                    <a:pt x="9348" y="4136"/>
                    <a:pt x="9304" y="4174"/>
                    <a:pt x="9264" y="4174"/>
                  </a:cubicBezTo>
                  <a:cubicBezTo>
                    <a:pt x="9241" y="4174"/>
                    <a:pt x="9219" y="4162"/>
                    <a:pt x="9205" y="4133"/>
                  </a:cubicBezTo>
                  <a:cubicBezTo>
                    <a:pt x="9085" y="3870"/>
                    <a:pt x="8968" y="3617"/>
                    <a:pt x="8645" y="3577"/>
                  </a:cubicBezTo>
                  <a:cubicBezTo>
                    <a:pt x="8621" y="3574"/>
                    <a:pt x="8597" y="3572"/>
                    <a:pt x="8574" y="3572"/>
                  </a:cubicBezTo>
                  <a:cubicBezTo>
                    <a:pt x="8275" y="3572"/>
                    <a:pt x="8032" y="3815"/>
                    <a:pt x="7956" y="4097"/>
                  </a:cubicBezTo>
                  <a:cubicBezTo>
                    <a:pt x="7948" y="4131"/>
                    <a:pt x="7918" y="4147"/>
                    <a:pt x="7888" y="4147"/>
                  </a:cubicBezTo>
                  <a:cubicBezTo>
                    <a:pt x="7852" y="4147"/>
                    <a:pt x="7816" y="4123"/>
                    <a:pt x="7820" y="4078"/>
                  </a:cubicBezTo>
                  <a:cubicBezTo>
                    <a:pt x="7853" y="3684"/>
                    <a:pt x="8176" y="3352"/>
                    <a:pt x="8586" y="3352"/>
                  </a:cubicBezTo>
                  <a:close/>
                  <a:moveTo>
                    <a:pt x="3291" y="3886"/>
                  </a:moveTo>
                  <a:cubicBezTo>
                    <a:pt x="3723" y="3886"/>
                    <a:pt x="4084" y="4276"/>
                    <a:pt x="4280" y="4628"/>
                  </a:cubicBezTo>
                  <a:cubicBezTo>
                    <a:pt x="4320" y="4700"/>
                    <a:pt x="4262" y="4761"/>
                    <a:pt x="4199" y="4761"/>
                  </a:cubicBezTo>
                  <a:cubicBezTo>
                    <a:pt x="4171" y="4761"/>
                    <a:pt x="4143" y="4749"/>
                    <a:pt x="4122" y="4720"/>
                  </a:cubicBezTo>
                  <a:cubicBezTo>
                    <a:pt x="3944" y="4470"/>
                    <a:pt x="3729" y="4198"/>
                    <a:pt x="3417" y="4115"/>
                  </a:cubicBezTo>
                  <a:cubicBezTo>
                    <a:pt x="3376" y="4104"/>
                    <a:pt x="3334" y="4099"/>
                    <a:pt x="3291" y="4099"/>
                  </a:cubicBezTo>
                  <a:cubicBezTo>
                    <a:pt x="2975" y="4099"/>
                    <a:pt x="2631" y="4370"/>
                    <a:pt x="2746" y="4710"/>
                  </a:cubicBezTo>
                  <a:cubicBezTo>
                    <a:pt x="2756" y="4741"/>
                    <a:pt x="2728" y="4765"/>
                    <a:pt x="2701" y="4765"/>
                  </a:cubicBezTo>
                  <a:cubicBezTo>
                    <a:pt x="2687" y="4765"/>
                    <a:pt x="2674" y="4758"/>
                    <a:pt x="2666" y="4743"/>
                  </a:cubicBezTo>
                  <a:cubicBezTo>
                    <a:pt x="2496" y="4380"/>
                    <a:pt x="2757" y="3986"/>
                    <a:pt x="3134" y="3903"/>
                  </a:cubicBezTo>
                  <a:cubicBezTo>
                    <a:pt x="3187" y="3892"/>
                    <a:pt x="3240" y="3886"/>
                    <a:pt x="3291" y="3886"/>
                  </a:cubicBezTo>
                  <a:close/>
                  <a:moveTo>
                    <a:pt x="7500" y="0"/>
                  </a:moveTo>
                  <a:cubicBezTo>
                    <a:pt x="6601" y="0"/>
                    <a:pt x="5768" y="443"/>
                    <a:pt x="5553" y="1456"/>
                  </a:cubicBezTo>
                  <a:cubicBezTo>
                    <a:pt x="5555" y="1488"/>
                    <a:pt x="5552" y="1515"/>
                    <a:pt x="5536" y="1538"/>
                  </a:cubicBezTo>
                  <a:cubicBezTo>
                    <a:pt x="5532" y="1560"/>
                    <a:pt x="5526" y="1577"/>
                    <a:pt x="5523" y="1600"/>
                  </a:cubicBezTo>
                  <a:cubicBezTo>
                    <a:pt x="5516" y="1645"/>
                    <a:pt x="5481" y="1665"/>
                    <a:pt x="5444" y="1665"/>
                  </a:cubicBezTo>
                  <a:cubicBezTo>
                    <a:pt x="5398" y="1665"/>
                    <a:pt x="5349" y="1634"/>
                    <a:pt x="5345" y="1581"/>
                  </a:cubicBezTo>
                  <a:cubicBezTo>
                    <a:pt x="5316" y="1566"/>
                    <a:pt x="5291" y="1541"/>
                    <a:pt x="5278" y="1503"/>
                  </a:cubicBezTo>
                  <a:cubicBezTo>
                    <a:pt x="5023" y="769"/>
                    <a:pt x="4294" y="242"/>
                    <a:pt x="3537" y="242"/>
                  </a:cubicBezTo>
                  <a:cubicBezTo>
                    <a:pt x="3309" y="242"/>
                    <a:pt x="3079" y="290"/>
                    <a:pt x="2858" y="394"/>
                  </a:cubicBezTo>
                  <a:cubicBezTo>
                    <a:pt x="1876" y="859"/>
                    <a:pt x="1680" y="2095"/>
                    <a:pt x="2140" y="2990"/>
                  </a:cubicBezTo>
                  <a:cubicBezTo>
                    <a:pt x="2180" y="3002"/>
                    <a:pt x="2218" y="3014"/>
                    <a:pt x="2259" y="3030"/>
                  </a:cubicBezTo>
                  <a:cubicBezTo>
                    <a:pt x="2351" y="3064"/>
                    <a:pt x="2326" y="3198"/>
                    <a:pt x="2240" y="3198"/>
                  </a:cubicBezTo>
                  <a:cubicBezTo>
                    <a:pt x="2232" y="3198"/>
                    <a:pt x="2223" y="3196"/>
                    <a:pt x="2213" y="3194"/>
                  </a:cubicBezTo>
                  <a:cubicBezTo>
                    <a:pt x="2058" y="3147"/>
                    <a:pt x="1905" y="3126"/>
                    <a:pt x="1756" y="3126"/>
                  </a:cubicBezTo>
                  <a:cubicBezTo>
                    <a:pt x="783" y="3126"/>
                    <a:pt x="1" y="4049"/>
                    <a:pt x="267" y="5073"/>
                  </a:cubicBezTo>
                  <a:cubicBezTo>
                    <a:pt x="498" y="5967"/>
                    <a:pt x="1246" y="6346"/>
                    <a:pt x="2044" y="6346"/>
                  </a:cubicBezTo>
                  <a:cubicBezTo>
                    <a:pt x="2311" y="6346"/>
                    <a:pt x="2583" y="6304"/>
                    <a:pt x="2844" y="6224"/>
                  </a:cubicBezTo>
                  <a:cubicBezTo>
                    <a:pt x="2856" y="6221"/>
                    <a:pt x="2867" y="6219"/>
                    <a:pt x="2878" y="6219"/>
                  </a:cubicBezTo>
                  <a:cubicBezTo>
                    <a:pt x="2988" y="6219"/>
                    <a:pt x="3054" y="6383"/>
                    <a:pt x="2957" y="6447"/>
                  </a:cubicBezTo>
                  <a:cubicBezTo>
                    <a:pt x="2963" y="6463"/>
                    <a:pt x="2968" y="6481"/>
                    <a:pt x="2965" y="6504"/>
                  </a:cubicBezTo>
                  <a:cubicBezTo>
                    <a:pt x="2901" y="7006"/>
                    <a:pt x="3087" y="7460"/>
                    <a:pt x="3598" y="7646"/>
                  </a:cubicBezTo>
                  <a:cubicBezTo>
                    <a:pt x="3672" y="7673"/>
                    <a:pt x="3834" y="7691"/>
                    <a:pt x="4025" y="7691"/>
                  </a:cubicBezTo>
                  <a:cubicBezTo>
                    <a:pt x="4528" y="7691"/>
                    <a:pt x="5232" y="7563"/>
                    <a:pt x="5071" y="7120"/>
                  </a:cubicBezTo>
                  <a:cubicBezTo>
                    <a:pt x="5051" y="7071"/>
                    <a:pt x="5095" y="7032"/>
                    <a:pt x="5137" y="7030"/>
                  </a:cubicBezTo>
                  <a:cubicBezTo>
                    <a:pt x="5159" y="7011"/>
                    <a:pt x="5188" y="6998"/>
                    <a:pt x="5217" y="6998"/>
                  </a:cubicBezTo>
                  <a:cubicBezTo>
                    <a:pt x="5244" y="6998"/>
                    <a:pt x="5271" y="7009"/>
                    <a:pt x="5294" y="7035"/>
                  </a:cubicBezTo>
                  <a:cubicBezTo>
                    <a:pt x="5794" y="7597"/>
                    <a:pt x="6428" y="8023"/>
                    <a:pt x="7161" y="8023"/>
                  </a:cubicBezTo>
                  <a:cubicBezTo>
                    <a:pt x="7334" y="8023"/>
                    <a:pt x="7512" y="7999"/>
                    <a:pt x="7695" y="7948"/>
                  </a:cubicBezTo>
                  <a:cubicBezTo>
                    <a:pt x="8687" y="7674"/>
                    <a:pt x="9201" y="6737"/>
                    <a:pt x="9267" y="5771"/>
                  </a:cubicBezTo>
                  <a:cubicBezTo>
                    <a:pt x="9262" y="5768"/>
                    <a:pt x="9254" y="5765"/>
                    <a:pt x="9247" y="5762"/>
                  </a:cubicBezTo>
                  <a:cubicBezTo>
                    <a:pt x="9100" y="5687"/>
                    <a:pt x="9192" y="5490"/>
                    <a:pt x="9330" y="5490"/>
                  </a:cubicBezTo>
                  <a:cubicBezTo>
                    <a:pt x="9352" y="5490"/>
                    <a:pt x="9374" y="5495"/>
                    <a:pt x="9398" y="5506"/>
                  </a:cubicBezTo>
                  <a:cubicBezTo>
                    <a:pt x="9639" y="5620"/>
                    <a:pt x="9914" y="5673"/>
                    <a:pt x="10196" y="5673"/>
                  </a:cubicBezTo>
                  <a:cubicBezTo>
                    <a:pt x="11038" y="5673"/>
                    <a:pt x="11947" y="5201"/>
                    <a:pt x="12231" y="4440"/>
                  </a:cubicBezTo>
                  <a:cubicBezTo>
                    <a:pt x="12589" y="3490"/>
                    <a:pt x="11867" y="2295"/>
                    <a:pt x="10910" y="2295"/>
                  </a:cubicBezTo>
                  <a:cubicBezTo>
                    <a:pt x="10750" y="2295"/>
                    <a:pt x="10584" y="2328"/>
                    <a:pt x="10415" y="2401"/>
                  </a:cubicBezTo>
                  <a:cubicBezTo>
                    <a:pt x="10390" y="2457"/>
                    <a:pt x="10333" y="2486"/>
                    <a:pt x="10277" y="2486"/>
                  </a:cubicBezTo>
                  <a:cubicBezTo>
                    <a:pt x="10205" y="2486"/>
                    <a:pt x="10135" y="2439"/>
                    <a:pt x="10138" y="2345"/>
                  </a:cubicBezTo>
                  <a:cubicBezTo>
                    <a:pt x="10198" y="904"/>
                    <a:pt x="8782" y="0"/>
                    <a:pt x="7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1;p64"/>
            <p:cNvSpPr/>
            <p:nvPr/>
          </p:nvSpPr>
          <p:spPr>
            <a:xfrm>
              <a:off x="4131500" y="1037575"/>
              <a:ext cx="39675" cy="20550"/>
            </a:xfrm>
            <a:custGeom>
              <a:avLst/>
              <a:gdLst/>
              <a:ahLst/>
              <a:cxnLst/>
              <a:rect l="l" t="t" r="r" b="b"/>
              <a:pathLst>
                <a:path w="1587" h="822" extrusionOk="0">
                  <a:moveTo>
                    <a:pt x="770" y="0"/>
                  </a:moveTo>
                  <a:cubicBezTo>
                    <a:pt x="359" y="0"/>
                    <a:pt x="35" y="332"/>
                    <a:pt x="4" y="726"/>
                  </a:cubicBezTo>
                  <a:cubicBezTo>
                    <a:pt x="0" y="770"/>
                    <a:pt x="36" y="794"/>
                    <a:pt x="73" y="794"/>
                  </a:cubicBezTo>
                  <a:cubicBezTo>
                    <a:pt x="102" y="794"/>
                    <a:pt x="132" y="778"/>
                    <a:pt x="140" y="744"/>
                  </a:cubicBezTo>
                  <a:cubicBezTo>
                    <a:pt x="216" y="463"/>
                    <a:pt x="460" y="221"/>
                    <a:pt x="760" y="221"/>
                  </a:cubicBezTo>
                  <a:cubicBezTo>
                    <a:pt x="783" y="221"/>
                    <a:pt x="807" y="222"/>
                    <a:pt x="830" y="225"/>
                  </a:cubicBezTo>
                  <a:cubicBezTo>
                    <a:pt x="1153" y="265"/>
                    <a:pt x="1269" y="518"/>
                    <a:pt x="1390" y="780"/>
                  </a:cubicBezTo>
                  <a:cubicBezTo>
                    <a:pt x="1403" y="810"/>
                    <a:pt x="1425" y="822"/>
                    <a:pt x="1447" y="822"/>
                  </a:cubicBezTo>
                  <a:cubicBezTo>
                    <a:pt x="1487" y="822"/>
                    <a:pt x="1531" y="784"/>
                    <a:pt x="1537" y="741"/>
                  </a:cubicBezTo>
                  <a:cubicBezTo>
                    <a:pt x="1587" y="342"/>
                    <a:pt x="1137" y="2"/>
                    <a:pt x="771" y="0"/>
                  </a:cubicBezTo>
                  <a:cubicBezTo>
                    <a:pt x="771" y="0"/>
                    <a:pt x="770" y="0"/>
                    <a:pt x="7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2;p64"/>
            <p:cNvSpPr/>
            <p:nvPr/>
          </p:nvSpPr>
          <p:spPr>
            <a:xfrm>
              <a:off x="3998450" y="1050925"/>
              <a:ext cx="45600" cy="21975"/>
            </a:xfrm>
            <a:custGeom>
              <a:avLst/>
              <a:gdLst/>
              <a:ahLst/>
              <a:cxnLst/>
              <a:rect l="l" t="t" r="r" b="b"/>
              <a:pathLst>
                <a:path w="1824" h="879" extrusionOk="0">
                  <a:moveTo>
                    <a:pt x="796" y="0"/>
                  </a:moveTo>
                  <a:cubicBezTo>
                    <a:pt x="744" y="0"/>
                    <a:pt x="692" y="6"/>
                    <a:pt x="638" y="17"/>
                  </a:cubicBezTo>
                  <a:cubicBezTo>
                    <a:pt x="262" y="100"/>
                    <a:pt x="0" y="494"/>
                    <a:pt x="170" y="857"/>
                  </a:cubicBezTo>
                  <a:cubicBezTo>
                    <a:pt x="178" y="872"/>
                    <a:pt x="191" y="879"/>
                    <a:pt x="205" y="879"/>
                  </a:cubicBezTo>
                  <a:cubicBezTo>
                    <a:pt x="232" y="879"/>
                    <a:pt x="260" y="855"/>
                    <a:pt x="250" y="824"/>
                  </a:cubicBezTo>
                  <a:cubicBezTo>
                    <a:pt x="135" y="484"/>
                    <a:pt x="479" y="213"/>
                    <a:pt x="795" y="213"/>
                  </a:cubicBezTo>
                  <a:cubicBezTo>
                    <a:pt x="838" y="213"/>
                    <a:pt x="880" y="218"/>
                    <a:pt x="921" y="229"/>
                  </a:cubicBezTo>
                  <a:cubicBezTo>
                    <a:pt x="1233" y="311"/>
                    <a:pt x="1448" y="583"/>
                    <a:pt x="1626" y="834"/>
                  </a:cubicBezTo>
                  <a:cubicBezTo>
                    <a:pt x="1647" y="863"/>
                    <a:pt x="1676" y="875"/>
                    <a:pt x="1703" y="875"/>
                  </a:cubicBezTo>
                  <a:cubicBezTo>
                    <a:pt x="1766" y="875"/>
                    <a:pt x="1824" y="814"/>
                    <a:pt x="1784" y="742"/>
                  </a:cubicBezTo>
                  <a:cubicBezTo>
                    <a:pt x="1587" y="390"/>
                    <a:pt x="1227" y="0"/>
                    <a:pt x="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983;p64"/>
          <p:cNvGrpSpPr/>
          <p:nvPr/>
        </p:nvGrpSpPr>
        <p:grpSpPr>
          <a:xfrm rot="-1583194">
            <a:off x="2660278" y="942042"/>
            <a:ext cx="422890" cy="426404"/>
            <a:chOff x="5030375" y="427250"/>
            <a:chExt cx="192525" cy="194125"/>
          </a:xfrm>
        </p:grpSpPr>
        <p:sp>
          <p:nvSpPr>
            <p:cNvPr id="21" name="Google Shape;984;p64"/>
            <p:cNvSpPr/>
            <p:nvPr/>
          </p:nvSpPr>
          <p:spPr>
            <a:xfrm>
              <a:off x="5030375" y="427250"/>
              <a:ext cx="192525" cy="194125"/>
            </a:xfrm>
            <a:custGeom>
              <a:avLst/>
              <a:gdLst/>
              <a:ahLst/>
              <a:cxnLst/>
              <a:rect l="l" t="t" r="r" b="b"/>
              <a:pathLst>
                <a:path w="7701" h="7765" extrusionOk="0">
                  <a:moveTo>
                    <a:pt x="4532" y="486"/>
                  </a:moveTo>
                  <a:cubicBezTo>
                    <a:pt x="4585" y="486"/>
                    <a:pt x="4651" y="496"/>
                    <a:pt x="4737" y="516"/>
                  </a:cubicBezTo>
                  <a:cubicBezTo>
                    <a:pt x="5090" y="598"/>
                    <a:pt x="5020" y="599"/>
                    <a:pt x="5092" y="921"/>
                  </a:cubicBezTo>
                  <a:cubicBezTo>
                    <a:pt x="5129" y="1091"/>
                    <a:pt x="5165" y="1262"/>
                    <a:pt x="5203" y="1432"/>
                  </a:cubicBezTo>
                  <a:cubicBezTo>
                    <a:pt x="5284" y="1807"/>
                    <a:pt x="5364" y="2181"/>
                    <a:pt x="5446" y="2557"/>
                  </a:cubicBezTo>
                  <a:cubicBezTo>
                    <a:pt x="5461" y="2626"/>
                    <a:pt x="5513" y="2656"/>
                    <a:pt x="5568" y="2657"/>
                  </a:cubicBezTo>
                  <a:cubicBezTo>
                    <a:pt x="5574" y="2692"/>
                    <a:pt x="5592" y="2725"/>
                    <a:pt x="5628" y="2747"/>
                  </a:cubicBezTo>
                  <a:cubicBezTo>
                    <a:pt x="5923" y="2911"/>
                    <a:pt x="6229" y="3048"/>
                    <a:pt x="6527" y="3206"/>
                  </a:cubicBezTo>
                  <a:cubicBezTo>
                    <a:pt x="6782" y="3345"/>
                    <a:pt x="7447" y="3561"/>
                    <a:pt x="7247" y="3965"/>
                  </a:cubicBezTo>
                  <a:cubicBezTo>
                    <a:pt x="7139" y="4180"/>
                    <a:pt x="6620" y="4433"/>
                    <a:pt x="6411" y="4572"/>
                  </a:cubicBezTo>
                  <a:cubicBezTo>
                    <a:pt x="6115" y="4769"/>
                    <a:pt x="5809" y="4949"/>
                    <a:pt x="5501" y="5126"/>
                  </a:cubicBezTo>
                  <a:cubicBezTo>
                    <a:pt x="5425" y="5168"/>
                    <a:pt x="5450" y="5251"/>
                    <a:pt x="5508" y="5281"/>
                  </a:cubicBezTo>
                  <a:lnTo>
                    <a:pt x="5200" y="6363"/>
                  </a:lnTo>
                  <a:cubicBezTo>
                    <a:pt x="5119" y="6646"/>
                    <a:pt x="5069" y="7381"/>
                    <a:pt x="4686" y="7381"/>
                  </a:cubicBezTo>
                  <a:cubicBezTo>
                    <a:pt x="4665" y="7381"/>
                    <a:pt x="4643" y="7379"/>
                    <a:pt x="4620" y="7375"/>
                  </a:cubicBezTo>
                  <a:cubicBezTo>
                    <a:pt x="4356" y="7322"/>
                    <a:pt x="3937" y="6816"/>
                    <a:pt x="3737" y="6627"/>
                  </a:cubicBezTo>
                  <a:cubicBezTo>
                    <a:pt x="3449" y="6353"/>
                    <a:pt x="3181" y="6061"/>
                    <a:pt x="2917" y="5764"/>
                  </a:cubicBezTo>
                  <a:cubicBezTo>
                    <a:pt x="2898" y="5743"/>
                    <a:pt x="2876" y="5735"/>
                    <a:pt x="2853" y="5735"/>
                  </a:cubicBezTo>
                  <a:cubicBezTo>
                    <a:pt x="2847" y="5735"/>
                    <a:pt x="2841" y="5735"/>
                    <a:pt x="2835" y="5736"/>
                  </a:cubicBezTo>
                  <a:cubicBezTo>
                    <a:pt x="2818" y="5678"/>
                    <a:pt x="2774" y="5629"/>
                    <a:pt x="2714" y="5629"/>
                  </a:cubicBezTo>
                  <a:cubicBezTo>
                    <a:pt x="2700" y="5629"/>
                    <a:pt x="2684" y="5632"/>
                    <a:pt x="2668" y="5638"/>
                  </a:cubicBezTo>
                  <a:cubicBezTo>
                    <a:pt x="1908" y="5944"/>
                    <a:pt x="1173" y="6180"/>
                    <a:pt x="364" y="6280"/>
                  </a:cubicBezTo>
                  <a:cubicBezTo>
                    <a:pt x="611" y="5484"/>
                    <a:pt x="907" y="4709"/>
                    <a:pt x="1209" y="3932"/>
                  </a:cubicBezTo>
                  <a:cubicBezTo>
                    <a:pt x="1222" y="3904"/>
                    <a:pt x="1215" y="3879"/>
                    <a:pt x="1199" y="3858"/>
                  </a:cubicBezTo>
                  <a:lnTo>
                    <a:pt x="1199" y="3858"/>
                  </a:lnTo>
                  <a:cubicBezTo>
                    <a:pt x="1204" y="3859"/>
                    <a:pt x="1210" y="3859"/>
                    <a:pt x="1215" y="3859"/>
                  </a:cubicBezTo>
                  <a:cubicBezTo>
                    <a:pt x="1270" y="3859"/>
                    <a:pt x="1326" y="3811"/>
                    <a:pt x="1307" y="3747"/>
                  </a:cubicBezTo>
                  <a:cubicBezTo>
                    <a:pt x="1109" y="2998"/>
                    <a:pt x="850" y="2277"/>
                    <a:pt x="686" y="1520"/>
                  </a:cubicBezTo>
                  <a:lnTo>
                    <a:pt x="686" y="1520"/>
                  </a:lnTo>
                  <a:cubicBezTo>
                    <a:pt x="1409" y="1583"/>
                    <a:pt x="2113" y="1722"/>
                    <a:pt x="2830" y="1815"/>
                  </a:cubicBezTo>
                  <a:cubicBezTo>
                    <a:pt x="2836" y="1816"/>
                    <a:pt x="2842" y="1816"/>
                    <a:pt x="2847" y="1816"/>
                  </a:cubicBezTo>
                  <a:cubicBezTo>
                    <a:pt x="2918" y="1816"/>
                    <a:pt x="2955" y="1758"/>
                    <a:pt x="2958" y="1696"/>
                  </a:cubicBezTo>
                  <a:cubicBezTo>
                    <a:pt x="3208" y="1501"/>
                    <a:pt x="3455" y="1302"/>
                    <a:pt x="3699" y="1098"/>
                  </a:cubicBezTo>
                  <a:cubicBezTo>
                    <a:pt x="3854" y="970"/>
                    <a:pt x="4005" y="841"/>
                    <a:pt x="4157" y="712"/>
                  </a:cubicBezTo>
                  <a:cubicBezTo>
                    <a:pt x="4329" y="566"/>
                    <a:pt x="4380" y="486"/>
                    <a:pt x="4532" y="486"/>
                  </a:cubicBezTo>
                  <a:close/>
                  <a:moveTo>
                    <a:pt x="4767" y="1"/>
                  </a:moveTo>
                  <a:cubicBezTo>
                    <a:pt x="4510" y="1"/>
                    <a:pt x="4294" y="222"/>
                    <a:pt x="4109" y="380"/>
                  </a:cubicBezTo>
                  <a:cubicBezTo>
                    <a:pt x="3670" y="755"/>
                    <a:pt x="3241" y="1141"/>
                    <a:pt x="2821" y="1536"/>
                  </a:cubicBezTo>
                  <a:cubicBezTo>
                    <a:pt x="2081" y="1314"/>
                    <a:pt x="1260" y="1246"/>
                    <a:pt x="494" y="1198"/>
                  </a:cubicBezTo>
                  <a:cubicBezTo>
                    <a:pt x="491" y="1198"/>
                    <a:pt x="488" y="1198"/>
                    <a:pt x="485" y="1198"/>
                  </a:cubicBezTo>
                  <a:cubicBezTo>
                    <a:pt x="387" y="1198"/>
                    <a:pt x="332" y="1302"/>
                    <a:pt x="348" y="1390"/>
                  </a:cubicBezTo>
                  <a:cubicBezTo>
                    <a:pt x="508" y="2211"/>
                    <a:pt x="718" y="3084"/>
                    <a:pt x="1141" y="3814"/>
                  </a:cubicBezTo>
                  <a:cubicBezTo>
                    <a:pt x="1143" y="3817"/>
                    <a:pt x="1145" y="3817"/>
                    <a:pt x="1146" y="3820"/>
                  </a:cubicBezTo>
                  <a:cubicBezTo>
                    <a:pt x="1135" y="3816"/>
                    <a:pt x="1123" y="3814"/>
                    <a:pt x="1112" y="3814"/>
                  </a:cubicBezTo>
                  <a:cubicBezTo>
                    <a:pt x="1083" y="3814"/>
                    <a:pt x="1055" y="3827"/>
                    <a:pt x="1038" y="3857"/>
                  </a:cubicBezTo>
                  <a:cubicBezTo>
                    <a:pt x="602" y="4667"/>
                    <a:pt x="287" y="5526"/>
                    <a:pt x="23" y="6406"/>
                  </a:cubicBezTo>
                  <a:cubicBezTo>
                    <a:pt x="0" y="6485"/>
                    <a:pt x="63" y="6588"/>
                    <a:pt x="151" y="6588"/>
                  </a:cubicBezTo>
                  <a:cubicBezTo>
                    <a:pt x="154" y="6588"/>
                    <a:pt x="158" y="6587"/>
                    <a:pt x="162" y="6587"/>
                  </a:cubicBezTo>
                  <a:cubicBezTo>
                    <a:pt x="1056" y="6509"/>
                    <a:pt x="1959" y="6308"/>
                    <a:pt x="2761" y="5898"/>
                  </a:cubicBezTo>
                  <a:cubicBezTo>
                    <a:pt x="3076" y="6333"/>
                    <a:pt x="3430" y="6736"/>
                    <a:pt x="3829" y="7096"/>
                  </a:cubicBezTo>
                  <a:cubicBezTo>
                    <a:pt x="4059" y="7304"/>
                    <a:pt x="4447" y="7750"/>
                    <a:pt x="4788" y="7764"/>
                  </a:cubicBezTo>
                  <a:cubicBezTo>
                    <a:pt x="4795" y="7764"/>
                    <a:pt x="4803" y="7765"/>
                    <a:pt x="4810" y="7765"/>
                  </a:cubicBezTo>
                  <a:cubicBezTo>
                    <a:pt x="5093" y="7765"/>
                    <a:pt x="5177" y="7506"/>
                    <a:pt x="5252" y="7275"/>
                  </a:cubicBezTo>
                  <a:cubicBezTo>
                    <a:pt x="5463" y="6622"/>
                    <a:pt x="5633" y="5955"/>
                    <a:pt x="5823" y="5294"/>
                  </a:cubicBezTo>
                  <a:cubicBezTo>
                    <a:pt x="5835" y="5251"/>
                    <a:pt x="5827" y="5211"/>
                    <a:pt x="5809" y="5182"/>
                  </a:cubicBezTo>
                  <a:cubicBezTo>
                    <a:pt x="6222" y="4990"/>
                    <a:pt x="6618" y="4769"/>
                    <a:pt x="6994" y="4511"/>
                  </a:cubicBezTo>
                  <a:cubicBezTo>
                    <a:pt x="7223" y="4354"/>
                    <a:pt x="7683" y="4121"/>
                    <a:pt x="7693" y="3791"/>
                  </a:cubicBezTo>
                  <a:cubicBezTo>
                    <a:pt x="7701" y="3500"/>
                    <a:pt x="7363" y="3343"/>
                    <a:pt x="7157" y="3220"/>
                  </a:cubicBezTo>
                  <a:cubicBezTo>
                    <a:pt x="6703" y="2947"/>
                    <a:pt x="6233" y="2675"/>
                    <a:pt x="5733" y="2490"/>
                  </a:cubicBezTo>
                  <a:cubicBezTo>
                    <a:pt x="5728" y="2488"/>
                    <a:pt x="5725" y="2489"/>
                    <a:pt x="5720" y="2488"/>
                  </a:cubicBezTo>
                  <a:cubicBezTo>
                    <a:pt x="5720" y="2485"/>
                    <a:pt x="5721" y="2483"/>
                    <a:pt x="5720" y="2478"/>
                  </a:cubicBezTo>
                  <a:cubicBezTo>
                    <a:pt x="5595" y="1899"/>
                    <a:pt x="5476" y="1317"/>
                    <a:pt x="5343" y="739"/>
                  </a:cubicBezTo>
                  <a:cubicBezTo>
                    <a:pt x="5281" y="464"/>
                    <a:pt x="5199" y="98"/>
                    <a:pt x="4880" y="15"/>
                  </a:cubicBezTo>
                  <a:cubicBezTo>
                    <a:pt x="4842" y="5"/>
                    <a:pt x="4804" y="1"/>
                    <a:pt x="4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5;p64"/>
            <p:cNvSpPr/>
            <p:nvPr/>
          </p:nvSpPr>
          <p:spPr>
            <a:xfrm>
              <a:off x="5039475" y="439275"/>
              <a:ext cx="177125" cy="172425"/>
            </a:xfrm>
            <a:custGeom>
              <a:avLst/>
              <a:gdLst/>
              <a:ahLst/>
              <a:cxnLst/>
              <a:rect l="l" t="t" r="r" b="b"/>
              <a:pathLst>
                <a:path w="7085" h="6897" extrusionOk="0">
                  <a:moveTo>
                    <a:pt x="1752" y="2223"/>
                  </a:moveTo>
                  <a:cubicBezTo>
                    <a:pt x="1800" y="2223"/>
                    <a:pt x="1850" y="2231"/>
                    <a:pt x="1899" y="2249"/>
                  </a:cubicBezTo>
                  <a:cubicBezTo>
                    <a:pt x="2205" y="2360"/>
                    <a:pt x="2334" y="2802"/>
                    <a:pt x="2113" y="3046"/>
                  </a:cubicBezTo>
                  <a:cubicBezTo>
                    <a:pt x="2097" y="3065"/>
                    <a:pt x="2077" y="3072"/>
                    <a:pt x="2058" y="3072"/>
                  </a:cubicBezTo>
                  <a:cubicBezTo>
                    <a:pt x="2001" y="3072"/>
                    <a:pt x="1944" y="3005"/>
                    <a:pt x="1983" y="2946"/>
                  </a:cubicBezTo>
                  <a:cubicBezTo>
                    <a:pt x="2089" y="2772"/>
                    <a:pt x="2067" y="2509"/>
                    <a:pt x="1861" y="2414"/>
                  </a:cubicBezTo>
                  <a:cubicBezTo>
                    <a:pt x="1820" y="2395"/>
                    <a:pt x="1779" y="2387"/>
                    <a:pt x="1739" y="2387"/>
                  </a:cubicBezTo>
                  <a:cubicBezTo>
                    <a:pt x="1535" y="2387"/>
                    <a:pt x="1359" y="2611"/>
                    <a:pt x="1376" y="2812"/>
                  </a:cubicBezTo>
                  <a:cubicBezTo>
                    <a:pt x="1379" y="2844"/>
                    <a:pt x="1353" y="2861"/>
                    <a:pt x="1327" y="2861"/>
                  </a:cubicBezTo>
                  <a:cubicBezTo>
                    <a:pt x="1306" y="2861"/>
                    <a:pt x="1285" y="2850"/>
                    <a:pt x="1278" y="2827"/>
                  </a:cubicBezTo>
                  <a:cubicBezTo>
                    <a:pt x="1202" y="2525"/>
                    <a:pt x="1457" y="2223"/>
                    <a:pt x="1752" y="2223"/>
                  </a:cubicBezTo>
                  <a:close/>
                  <a:moveTo>
                    <a:pt x="4667" y="3296"/>
                  </a:moveTo>
                  <a:cubicBezTo>
                    <a:pt x="4712" y="3296"/>
                    <a:pt x="4757" y="3302"/>
                    <a:pt x="4802" y="3315"/>
                  </a:cubicBezTo>
                  <a:cubicBezTo>
                    <a:pt x="5152" y="3413"/>
                    <a:pt x="5305" y="3853"/>
                    <a:pt x="5138" y="4159"/>
                  </a:cubicBezTo>
                  <a:cubicBezTo>
                    <a:pt x="5118" y="4195"/>
                    <a:pt x="5088" y="4210"/>
                    <a:pt x="5059" y="4210"/>
                  </a:cubicBezTo>
                  <a:cubicBezTo>
                    <a:pt x="4993" y="4210"/>
                    <a:pt x="4927" y="4138"/>
                    <a:pt x="4967" y="4060"/>
                  </a:cubicBezTo>
                  <a:cubicBezTo>
                    <a:pt x="5065" y="3862"/>
                    <a:pt x="4971" y="3587"/>
                    <a:pt x="4756" y="3511"/>
                  </a:cubicBezTo>
                  <a:cubicBezTo>
                    <a:pt x="4716" y="3497"/>
                    <a:pt x="4678" y="3490"/>
                    <a:pt x="4640" y="3490"/>
                  </a:cubicBezTo>
                  <a:cubicBezTo>
                    <a:pt x="4426" y="3490"/>
                    <a:pt x="4255" y="3703"/>
                    <a:pt x="4221" y="3906"/>
                  </a:cubicBezTo>
                  <a:cubicBezTo>
                    <a:pt x="4216" y="3933"/>
                    <a:pt x="4191" y="3946"/>
                    <a:pt x="4167" y="3946"/>
                  </a:cubicBezTo>
                  <a:cubicBezTo>
                    <a:pt x="4142" y="3946"/>
                    <a:pt x="4118" y="3933"/>
                    <a:pt x="4114" y="3906"/>
                  </a:cubicBezTo>
                  <a:cubicBezTo>
                    <a:pt x="4064" y="3582"/>
                    <a:pt x="4354" y="3296"/>
                    <a:pt x="4667" y="3296"/>
                  </a:cubicBezTo>
                  <a:close/>
                  <a:moveTo>
                    <a:pt x="4170" y="1"/>
                  </a:moveTo>
                  <a:cubicBezTo>
                    <a:pt x="4017" y="1"/>
                    <a:pt x="3966" y="81"/>
                    <a:pt x="3795" y="227"/>
                  </a:cubicBezTo>
                  <a:cubicBezTo>
                    <a:pt x="3642" y="356"/>
                    <a:pt x="3491" y="485"/>
                    <a:pt x="3336" y="613"/>
                  </a:cubicBezTo>
                  <a:cubicBezTo>
                    <a:pt x="3092" y="815"/>
                    <a:pt x="2845" y="1015"/>
                    <a:pt x="2595" y="1211"/>
                  </a:cubicBezTo>
                  <a:cubicBezTo>
                    <a:pt x="2592" y="1273"/>
                    <a:pt x="2555" y="1331"/>
                    <a:pt x="2484" y="1331"/>
                  </a:cubicBezTo>
                  <a:cubicBezTo>
                    <a:pt x="2479" y="1331"/>
                    <a:pt x="2473" y="1330"/>
                    <a:pt x="2467" y="1330"/>
                  </a:cubicBezTo>
                  <a:cubicBezTo>
                    <a:pt x="1750" y="1234"/>
                    <a:pt x="1046" y="1097"/>
                    <a:pt x="324" y="1034"/>
                  </a:cubicBezTo>
                  <a:lnTo>
                    <a:pt x="324" y="1034"/>
                  </a:lnTo>
                  <a:cubicBezTo>
                    <a:pt x="487" y="1792"/>
                    <a:pt x="746" y="2513"/>
                    <a:pt x="944" y="3262"/>
                  </a:cubicBezTo>
                  <a:cubicBezTo>
                    <a:pt x="963" y="3328"/>
                    <a:pt x="908" y="3374"/>
                    <a:pt x="853" y="3374"/>
                  </a:cubicBezTo>
                  <a:cubicBezTo>
                    <a:pt x="848" y="3374"/>
                    <a:pt x="842" y="3374"/>
                    <a:pt x="837" y="3373"/>
                  </a:cubicBezTo>
                  <a:lnTo>
                    <a:pt x="837" y="3373"/>
                  </a:lnTo>
                  <a:cubicBezTo>
                    <a:pt x="853" y="3394"/>
                    <a:pt x="858" y="3418"/>
                    <a:pt x="847" y="3446"/>
                  </a:cubicBezTo>
                  <a:cubicBezTo>
                    <a:pt x="544" y="4223"/>
                    <a:pt x="248" y="5000"/>
                    <a:pt x="1" y="5795"/>
                  </a:cubicBezTo>
                  <a:cubicBezTo>
                    <a:pt x="811" y="5695"/>
                    <a:pt x="1545" y="5459"/>
                    <a:pt x="2305" y="5153"/>
                  </a:cubicBezTo>
                  <a:cubicBezTo>
                    <a:pt x="2321" y="5146"/>
                    <a:pt x="2336" y="5144"/>
                    <a:pt x="2351" y="5144"/>
                  </a:cubicBezTo>
                  <a:cubicBezTo>
                    <a:pt x="2410" y="5144"/>
                    <a:pt x="2455" y="5194"/>
                    <a:pt x="2472" y="5251"/>
                  </a:cubicBezTo>
                  <a:cubicBezTo>
                    <a:pt x="2477" y="5251"/>
                    <a:pt x="2483" y="5250"/>
                    <a:pt x="2488" y="5250"/>
                  </a:cubicBezTo>
                  <a:cubicBezTo>
                    <a:pt x="2512" y="5250"/>
                    <a:pt x="2535" y="5258"/>
                    <a:pt x="2554" y="5279"/>
                  </a:cubicBezTo>
                  <a:cubicBezTo>
                    <a:pt x="2818" y="5576"/>
                    <a:pt x="3086" y="5868"/>
                    <a:pt x="3376" y="6142"/>
                  </a:cubicBezTo>
                  <a:cubicBezTo>
                    <a:pt x="3576" y="6331"/>
                    <a:pt x="3993" y="6837"/>
                    <a:pt x="4257" y="6889"/>
                  </a:cubicBezTo>
                  <a:cubicBezTo>
                    <a:pt x="4280" y="6894"/>
                    <a:pt x="4302" y="6896"/>
                    <a:pt x="4323" y="6896"/>
                  </a:cubicBezTo>
                  <a:cubicBezTo>
                    <a:pt x="4707" y="6896"/>
                    <a:pt x="4756" y="6160"/>
                    <a:pt x="4837" y="5878"/>
                  </a:cubicBezTo>
                  <a:lnTo>
                    <a:pt x="5145" y="4795"/>
                  </a:lnTo>
                  <a:cubicBezTo>
                    <a:pt x="5087" y="4765"/>
                    <a:pt x="5062" y="4684"/>
                    <a:pt x="5138" y="4641"/>
                  </a:cubicBezTo>
                  <a:cubicBezTo>
                    <a:pt x="5446" y="4463"/>
                    <a:pt x="5751" y="4284"/>
                    <a:pt x="6049" y="4087"/>
                  </a:cubicBezTo>
                  <a:cubicBezTo>
                    <a:pt x="6256" y="3951"/>
                    <a:pt x="6775" y="3698"/>
                    <a:pt x="6883" y="3484"/>
                  </a:cubicBezTo>
                  <a:cubicBezTo>
                    <a:pt x="7085" y="3080"/>
                    <a:pt x="6419" y="2864"/>
                    <a:pt x="6163" y="2725"/>
                  </a:cubicBezTo>
                  <a:cubicBezTo>
                    <a:pt x="5865" y="2567"/>
                    <a:pt x="5559" y="2430"/>
                    <a:pt x="5266" y="2262"/>
                  </a:cubicBezTo>
                  <a:cubicBezTo>
                    <a:pt x="5230" y="2239"/>
                    <a:pt x="5212" y="2207"/>
                    <a:pt x="5205" y="2172"/>
                  </a:cubicBezTo>
                  <a:cubicBezTo>
                    <a:pt x="5150" y="2171"/>
                    <a:pt x="5098" y="2141"/>
                    <a:pt x="5083" y="2072"/>
                  </a:cubicBezTo>
                  <a:cubicBezTo>
                    <a:pt x="5002" y="1695"/>
                    <a:pt x="4921" y="1321"/>
                    <a:pt x="4840" y="947"/>
                  </a:cubicBezTo>
                  <a:cubicBezTo>
                    <a:pt x="4802" y="776"/>
                    <a:pt x="4766" y="605"/>
                    <a:pt x="4729" y="436"/>
                  </a:cubicBezTo>
                  <a:cubicBezTo>
                    <a:pt x="4657" y="114"/>
                    <a:pt x="4728" y="113"/>
                    <a:pt x="4375" y="30"/>
                  </a:cubicBezTo>
                  <a:cubicBezTo>
                    <a:pt x="4289" y="10"/>
                    <a:pt x="4223" y="1"/>
                    <a:pt x="4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;p64"/>
            <p:cNvSpPr/>
            <p:nvPr/>
          </p:nvSpPr>
          <p:spPr>
            <a:xfrm>
              <a:off x="5141050" y="521675"/>
              <a:ext cx="31050" cy="22850"/>
            </a:xfrm>
            <a:custGeom>
              <a:avLst/>
              <a:gdLst/>
              <a:ahLst/>
              <a:cxnLst/>
              <a:rect l="l" t="t" r="r" b="b"/>
              <a:pathLst>
                <a:path w="1242" h="914" extrusionOk="0">
                  <a:moveTo>
                    <a:pt x="604" y="0"/>
                  </a:moveTo>
                  <a:cubicBezTo>
                    <a:pt x="291" y="0"/>
                    <a:pt x="1" y="286"/>
                    <a:pt x="51" y="610"/>
                  </a:cubicBezTo>
                  <a:cubicBezTo>
                    <a:pt x="55" y="637"/>
                    <a:pt x="79" y="650"/>
                    <a:pt x="104" y="650"/>
                  </a:cubicBezTo>
                  <a:cubicBezTo>
                    <a:pt x="128" y="650"/>
                    <a:pt x="153" y="637"/>
                    <a:pt x="158" y="610"/>
                  </a:cubicBezTo>
                  <a:cubicBezTo>
                    <a:pt x="192" y="406"/>
                    <a:pt x="363" y="194"/>
                    <a:pt x="577" y="194"/>
                  </a:cubicBezTo>
                  <a:cubicBezTo>
                    <a:pt x="614" y="194"/>
                    <a:pt x="653" y="201"/>
                    <a:pt x="693" y="215"/>
                  </a:cubicBezTo>
                  <a:cubicBezTo>
                    <a:pt x="909" y="291"/>
                    <a:pt x="1002" y="566"/>
                    <a:pt x="904" y="764"/>
                  </a:cubicBezTo>
                  <a:cubicBezTo>
                    <a:pt x="864" y="842"/>
                    <a:pt x="930" y="914"/>
                    <a:pt x="996" y="914"/>
                  </a:cubicBezTo>
                  <a:cubicBezTo>
                    <a:pt x="1026" y="914"/>
                    <a:pt x="1056" y="899"/>
                    <a:pt x="1075" y="863"/>
                  </a:cubicBezTo>
                  <a:cubicBezTo>
                    <a:pt x="1242" y="556"/>
                    <a:pt x="1089" y="117"/>
                    <a:pt x="739" y="19"/>
                  </a:cubicBezTo>
                  <a:cubicBezTo>
                    <a:pt x="694" y="6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7;p64"/>
            <p:cNvSpPr/>
            <p:nvPr/>
          </p:nvSpPr>
          <p:spPr>
            <a:xfrm>
              <a:off x="5069500" y="494875"/>
              <a:ext cx="28350" cy="21250"/>
            </a:xfrm>
            <a:custGeom>
              <a:avLst/>
              <a:gdLst/>
              <a:ahLst/>
              <a:cxnLst/>
              <a:rect l="l" t="t" r="r" b="b"/>
              <a:pathLst>
                <a:path w="1134" h="850" extrusionOk="0">
                  <a:moveTo>
                    <a:pt x="549" y="0"/>
                  </a:moveTo>
                  <a:cubicBezTo>
                    <a:pt x="255" y="0"/>
                    <a:pt x="1" y="302"/>
                    <a:pt x="76" y="604"/>
                  </a:cubicBezTo>
                  <a:cubicBezTo>
                    <a:pt x="83" y="627"/>
                    <a:pt x="104" y="639"/>
                    <a:pt x="126" y="639"/>
                  </a:cubicBezTo>
                  <a:cubicBezTo>
                    <a:pt x="151" y="639"/>
                    <a:pt x="177" y="622"/>
                    <a:pt x="173" y="589"/>
                  </a:cubicBezTo>
                  <a:cubicBezTo>
                    <a:pt x="157" y="389"/>
                    <a:pt x="333" y="165"/>
                    <a:pt x="537" y="165"/>
                  </a:cubicBezTo>
                  <a:cubicBezTo>
                    <a:pt x="577" y="165"/>
                    <a:pt x="618" y="173"/>
                    <a:pt x="659" y="193"/>
                  </a:cubicBezTo>
                  <a:cubicBezTo>
                    <a:pt x="865" y="288"/>
                    <a:pt x="887" y="550"/>
                    <a:pt x="781" y="723"/>
                  </a:cubicBezTo>
                  <a:cubicBezTo>
                    <a:pt x="743" y="782"/>
                    <a:pt x="800" y="849"/>
                    <a:pt x="858" y="849"/>
                  </a:cubicBezTo>
                  <a:cubicBezTo>
                    <a:pt x="877" y="849"/>
                    <a:pt x="896" y="842"/>
                    <a:pt x="912" y="825"/>
                  </a:cubicBezTo>
                  <a:cubicBezTo>
                    <a:pt x="1133" y="578"/>
                    <a:pt x="1004" y="136"/>
                    <a:pt x="698" y="27"/>
                  </a:cubicBezTo>
                  <a:cubicBezTo>
                    <a:pt x="648" y="9"/>
                    <a:pt x="598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988;p64"/>
          <p:cNvGrpSpPr/>
          <p:nvPr/>
        </p:nvGrpSpPr>
        <p:grpSpPr>
          <a:xfrm>
            <a:off x="7747556" y="2081359"/>
            <a:ext cx="462821" cy="384153"/>
            <a:chOff x="4336700" y="486125"/>
            <a:chExt cx="214150" cy="177750"/>
          </a:xfrm>
        </p:grpSpPr>
        <p:grpSp>
          <p:nvGrpSpPr>
            <p:cNvPr id="26" name="Google Shape;989;p64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28" name="Google Shape;990;p64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91;p64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92;p64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93;p64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" name="Google Shape;994;p64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1002;p64"/>
          <p:cNvSpPr/>
          <p:nvPr/>
        </p:nvSpPr>
        <p:spPr>
          <a:xfrm rot="-1055745">
            <a:off x="5998650" y="1002297"/>
            <a:ext cx="309819" cy="305873"/>
          </a:xfrm>
          <a:custGeom>
            <a:avLst/>
            <a:gdLst/>
            <a:ahLst/>
            <a:cxnLst/>
            <a:rect l="l" t="t" r="r" b="b"/>
            <a:pathLst>
              <a:path w="4541" h="4483" extrusionOk="0">
                <a:moveTo>
                  <a:pt x="2301" y="353"/>
                </a:moveTo>
                <a:cubicBezTo>
                  <a:pt x="2430" y="586"/>
                  <a:pt x="2553" y="825"/>
                  <a:pt x="2674" y="1063"/>
                </a:cubicBezTo>
                <a:cubicBezTo>
                  <a:pt x="2738" y="1187"/>
                  <a:pt x="2796" y="1316"/>
                  <a:pt x="2866" y="1436"/>
                </a:cubicBezTo>
                <a:cubicBezTo>
                  <a:pt x="2919" y="1529"/>
                  <a:pt x="2973" y="1533"/>
                  <a:pt x="3072" y="1554"/>
                </a:cubicBezTo>
                <a:cubicBezTo>
                  <a:pt x="3451" y="1637"/>
                  <a:pt x="3826" y="1761"/>
                  <a:pt x="4195" y="1884"/>
                </a:cubicBezTo>
                <a:cubicBezTo>
                  <a:pt x="3923" y="2156"/>
                  <a:pt x="3668" y="2442"/>
                  <a:pt x="3386" y="2696"/>
                </a:cubicBezTo>
                <a:cubicBezTo>
                  <a:pt x="3357" y="2722"/>
                  <a:pt x="3342" y="2773"/>
                  <a:pt x="3356" y="2809"/>
                </a:cubicBezTo>
                <a:cubicBezTo>
                  <a:pt x="3509" y="3248"/>
                  <a:pt x="3627" y="3720"/>
                  <a:pt x="3679" y="4186"/>
                </a:cubicBezTo>
                <a:cubicBezTo>
                  <a:pt x="3431" y="4079"/>
                  <a:pt x="3197" y="3934"/>
                  <a:pt x="2968" y="3799"/>
                </a:cubicBezTo>
                <a:cubicBezTo>
                  <a:pt x="2836" y="3722"/>
                  <a:pt x="2707" y="3643"/>
                  <a:pt x="2574" y="3567"/>
                </a:cubicBezTo>
                <a:cubicBezTo>
                  <a:pt x="2506" y="3529"/>
                  <a:pt x="2424" y="3468"/>
                  <a:pt x="2344" y="3452"/>
                </a:cubicBezTo>
                <a:cubicBezTo>
                  <a:pt x="2333" y="3450"/>
                  <a:pt x="2322" y="3449"/>
                  <a:pt x="2310" y="3449"/>
                </a:cubicBezTo>
                <a:cubicBezTo>
                  <a:pt x="2150" y="3449"/>
                  <a:pt x="1947" y="3644"/>
                  <a:pt x="1829" y="3720"/>
                </a:cubicBezTo>
                <a:cubicBezTo>
                  <a:pt x="1586" y="3876"/>
                  <a:pt x="1339" y="4039"/>
                  <a:pt x="1078" y="4168"/>
                </a:cubicBezTo>
                <a:cubicBezTo>
                  <a:pt x="1145" y="3712"/>
                  <a:pt x="1215" y="3255"/>
                  <a:pt x="1326" y="2809"/>
                </a:cubicBezTo>
                <a:cubicBezTo>
                  <a:pt x="1339" y="2756"/>
                  <a:pt x="1316" y="2707"/>
                  <a:pt x="1273" y="2678"/>
                </a:cubicBezTo>
                <a:cubicBezTo>
                  <a:pt x="958" y="2461"/>
                  <a:pt x="643" y="2224"/>
                  <a:pt x="362" y="1960"/>
                </a:cubicBezTo>
                <a:cubicBezTo>
                  <a:pt x="604" y="1875"/>
                  <a:pt x="845" y="1799"/>
                  <a:pt x="1089" y="1722"/>
                </a:cubicBezTo>
                <a:cubicBezTo>
                  <a:pt x="1222" y="1680"/>
                  <a:pt x="1356" y="1639"/>
                  <a:pt x="1487" y="1597"/>
                </a:cubicBezTo>
                <a:cubicBezTo>
                  <a:pt x="1581" y="1565"/>
                  <a:pt x="1686" y="1549"/>
                  <a:pt x="1743" y="1466"/>
                </a:cubicBezTo>
                <a:cubicBezTo>
                  <a:pt x="1809" y="1370"/>
                  <a:pt x="1849" y="1238"/>
                  <a:pt x="1901" y="1132"/>
                </a:cubicBezTo>
                <a:cubicBezTo>
                  <a:pt x="1964" y="1003"/>
                  <a:pt x="2030" y="873"/>
                  <a:pt x="2097" y="746"/>
                </a:cubicBezTo>
                <a:cubicBezTo>
                  <a:pt x="2164" y="614"/>
                  <a:pt x="2231" y="484"/>
                  <a:pt x="2301" y="353"/>
                </a:cubicBezTo>
                <a:close/>
                <a:moveTo>
                  <a:pt x="2297" y="0"/>
                </a:moveTo>
                <a:cubicBezTo>
                  <a:pt x="2258" y="0"/>
                  <a:pt x="2219" y="19"/>
                  <a:pt x="2197" y="57"/>
                </a:cubicBezTo>
                <a:cubicBezTo>
                  <a:pt x="2104" y="223"/>
                  <a:pt x="2016" y="392"/>
                  <a:pt x="1930" y="562"/>
                </a:cubicBezTo>
                <a:cubicBezTo>
                  <a:pt x="1813" y="785"/>
                  <a:pt x="1642" y="1036"/>
                  <a:pt x="1573" y="1280"/>
                </a:cubicBezTo>
                <a:cubicBezTo>
                  <a:pt x="1572" y="1282"/>
                  <a:pt x="1558" y="1312"/>
                  <a:pt x="1554" y="1326"/>
                </a:cubicBezTo>
                <a:cubicBezTo>
                  <a:pt x="1548" y="1329"/>
                  <a:pt x="1539" y="1333"/>
                  <a:pt x="1533" y="1337"/>
                </a:cubicBezTo>
                <a:cubicBezTo>
                  <a:pt x="1484" y="1352"/>
                  <a:pt x="1435" y="1369"/>
                  <a:pt x="1386" y="1385"/>
                </a:cubicBezTo>
                <a:cubicBezTo>
                  <a:pt x="1257" y="1427"/>
                  <a:pt x="1129" y="1467"/>
                  <a:pt x="999" y="1507"/>
                </a:cubicBezTo>
                <a:cubicBezTo>
                  <a:pt x="703" y="1601"/>
                  <a:pt x="408" y="1694"/>
                  <a:pt x="118" y="1804"/>
                </a:cubicBezTo>
                <a:cubicBezTo>
                  <a:pt x="37" y="1834"/>
                  <a:pt x="1" y="1930"/>
                  <a:pt x="66" y="1998"/>
                </a:cubicBezTo>
                <a:cubicBezTo>
                  <a:pt x="371" y="2307"/>
                  <a:pt x="725" y="2581"/>
                  <a:pt x="1082" y="2830"/>
                </a:cubicBezTo>
                <a:cubicBezTo>
                  <a:pt x="964" y="3324"/>
                  <a:pt x="895" y="3829"/>
                  <a:pt x="822" y="4332"/>
                </a:cubicBezTo>
                <a:cubicBezTo>
                  <a:pt x="813" y="4395"/>
                  <a:pt x="856" y="4482"/>
                  <a:pt x="926" y="4482"/>
                </a:cubicBezTo>
                <a:cubicBezTo>
                  <a:pt x="938" y="4482"/>
                  <a:pt x="951" y="4480"/>
                  <a:pt x="964" y="4474"/>
                </a:cubicBezTo>
                <a:cubicBezTo>
                  <a:pt x="1269" y="4348"/>
                  <a:pt x="1550" y="4173"/>
                  <a:pt x="1827" y="3997"/>
                </a:cubicBezTo>
                <a:cubicBezTo>
                  <a:pt x="1951" y="3920"/>
                  <a:pt x="2072" y="3839"/>
                  <a:pt x="2195" y="3761"/>
                </a:cubicBezTo>
                <a:cubicBezTo>
                  <a:pt x="2226" y="3740"/>
                  <a:pt x="2274" y="3720"/>
                  <a:pt x="2303" y="3694"/>
                </a:cubicBezTo>
                <a:cubicBezTo>
                  <a:pt x="2346" y="3738"/>
                  <a:pt x="2507" y="3798"/>
                  <a:pt x="2551" y="3824"/>
                </a:cubicBezTo>
                <a:cubicBezTo>
                  <a:pt x="2685" y="3903"/>
                  <a:pt x="2819" y="3984"/>
                  <a:pt x="2954" y="4061"/>
                </a:cubicBezTo>
                <a:cubicBezTo>
                  <a:pt x="3218" y="4215"/>
                  <a:pt x="3489" y="4374"/>
                  <a:pt x="3780" y="4473"/>
                </a:cubicBezTo>
                <a:cubicBezTo>
                  <a:pt x="3790" y="4476"/>
                  <a:pt x="3801" y="4478"/>
                  <a:pt x="3811" y="4478"/>
                </a:cubicBezTo>
                <a:cubicBezTo>
                  <a:pt x="3871" y="4478"/>
                  <a:pt x="3932" y="4424"/>
                  <a:pt x="3926" y="4362"/>
                </a:cubicBezTo>
                <a:cubicBezTo>
                  <a:pt x="3888" y="3841"/>
                  <a:pt x="3769" y="3308"/>
                  <a:pt x="3600" y="2813"/>
                </a:cubicBezTo>
                <a:cubicBezTo>
                  <a:pt x="3905" y="2531"/>
                  <a:pt x="4178" y="2217"/>
                  <a:pt x="4479" y="1930"/>
                </a:cubicBezTo>
                <a:cubicBezTo>
                  <a:pt x="4482" y="1927"/>
                  <a:pt x="4486" y="1924"/>
                  <a:pt x="4490" y="1920"/>
                </a:cubicBezTo>
                <a:lnTo>
                  <a:pt x="4492" y="1918"/>
                </a:lnTo>
                <a:cubicBezTo>
                  <a:pt x="4541" y="1872"/>
                  <a:pt x="4536" y="1815"/>
                  <a:pt x="4506" y="1774"/>
                </a:cubicBezTo>
                <a:cubicBezTo>
                  <a:pt x="4492" y="1752"/>
                  <a:pt x="4471" y="1733"/>
                  <a:pt x="4440" y="1723"/>
                </a:cubicBezTo>
                <a:cubicBezTo>
                  <a:pt x="3994" y="1577"/>
                  <a:pt x="3532" y="1393"/>
                  <a:pt x="3064" y="1318"/>
                </a:cubicBezTo>
                <a:cubicBezTo>
                  <a:pt x="2842" y="898"/>
                  <a:pt x="2640" y="467"/>
                  <a:pt x="2398" y="57"/>
                </a:cubicBezTo>
                <a:cubicBezTo>
                  <a:pt x="2376" y="19"/>
                  <a:pt x="2337" y="0"/>
                  <a:pt x="22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003;p64"/>
          <p:cNvSpPr/>
          <p:nvPr/>
        </p:nvSpPr>
        <p:spPr>
          <a:xfrm rot="4073727">
            <a:off x="5165143" y="4088730"/>
            <a:ext cx="435807" cy="421763"/>
          </a:xfrm>
          <a:custGeom>
            <a:avLst/>
            <a:gdLst/>
            <a:ahLst/>
            <a:cxnLst/>
            <a:rect l="l" t="t" r="r" b="b"/>
            <a:pathLst>
              <a:path w="4903" h="4745" extrusionOk="0">
                <a:moveTo>
                  <a:pt x="3696" y="230"/>
                </a:moveTo>
                <a:cubicBezTo>
                  <a:pt x="3722" y="230"/>
                  <a:pt x="3746" y="236"/>
                  <a:pt x="3770" y="246"/>
                </a:cubicBezTo>
                <a:cubicBezTo>
                  <a:pt x="3664" y="326"/>
                  <a:pt x="3569" y="455"/>
                  <a:pt x="3498" y="525"/>
                </a:cubicBezTo>
                <a:cubicBezTo>
                  <a:pt x="3254" y="772"/>
                  <a:pt x="3011" y="1017"/>
                  <a:pt x="2768" y="1263"/>
                </a:cubicBezTo>
                <a:cubicBezTo>
                  <a:pt x="2213" y="1824"/>
                  <a:pt x="1642" y="2374"/>
                  <a:pt x="1109" y="2957"/>
                </a:cubicBezTo>
                <a:cubicBezTo>
                  <a:pt x="1005" y="3071"/>
                  <a:pt x="891" y="3183"/>
                  <a:pt x="800" y="3309"/>
                </a:cubicBezTo>
                <a:cubicBezTo>
                  <a:pt x="795" y="3316"/>
                  <a:pt x="792" y="3325"/>
                  <a:pt x="791" y="3333"/>
                </a:cubicBezTo>
                <a:cubicBezTo>
                  <a:pt x="745" y="3297"/>
                  <a:pt x="696" y="3263"/>
                  <a:pt x="647" y="3228"/>
                </a:cubicBezTo>
                <a:cubicBezTo>
                  <a:pt x="1605" y="2232"/>
                  <a:pt x="2580" y="1253"/>
                  <a:pt x="3564" y="284"/>
                </a:cubicBezTo>
                <a:cubicBezTo>
                  <a:pt x="3610" y="246"/>
                  <a:pt x="3654" y="230"/>
                  <a:pt x="3696" y="230"/>
                </a:cubicBezTo>
                <a:close/>
                <a:moveTo>
                  <a:pt x="4063" y="498"/>
                </a:moveTo>
                <a:lnTo>
                  <a:pt x="4176" y="611"/>
                </a:lnTo>
                <a:cubicBezTo>
                  <a:pt x="4062" y="690"/>
                  <a:pt x="3959" y="830"/>
                  <a:pt x="3884" y="907"/>
                </a:cubicBezTo>
                <a:cubicBezTo>
                  <a:pt x="3641" y="1152"/>
                  <a:pt x="3397" y="1398"/>
                  <a:pt x="3155" y="1643"/>
                </a:cubicBezTo>
                <a:cubicBezTo>
                  <a:pt x="2599" y="2204"/>
                  <a:pt x="2027" y="2754"/>
                  <a:pt x="1496" y="3337"/>
                </a:cubicBezTo>
                <a:cubicBezTo>
                  <a:pt x="1393" y="3450"/>
                  <a:pt x="1280" y="3560"/>
                  <a:pt x="1191" y="3683"/>
                </a:cubicBezTo>
                <a:cubicBezTo>
                  <a:pt x="1134" y="3625"/>
                  <a:pt x="1074" y="3568"/>
                  <a:pt x="1012" y="3514"/>
                </a:cubicBezTo>
                <a:cubicBezTo>
                  <a:pt x="1100" y="3447"/>
                  <a:pt x="1181" y="3370"/>
                  <a:pt x="1261" y="3295"/>
                </a:cubicBezTo>
                <a:cubicBezTo>
                  <a:pt x="1524" y="3052"/>
                  <a:pt x="1778" y="2801"/>
                  <a:pt x="2029" y="2547"/>
                </a:cubicBezTo>
                <a:lnTo>
                  <a:pt x="3680" y="884"/>
                </a:lnTo>
                <a:cubicBezTo>
                  <a:pt x="3770" y="795"/>
                  <a:pt x="3968" y="648"/>
                  <a:pt x="4063" y="498"/>
                </a:cubicBezTo>
                <a:close/>
                <a:moveTo>
                  <a:pt x="4440" y="892"/>
                </a:moveTo>
                <a:lnTo>
                  <a:pt x="4440" y="892"/>
                </a:lnTo>
                <a:cubicBezTo>
                  <a:pt x="4502" y="984"/>
                  <a:pt x="4506" y="1074"/>
                  <a:pt x="4406" y="1193"/>
                </a:cubicBezTo>
                <a:cubicBezTo>
                  <a:pt x="4349" y="1261"/>
                  <a:pt x="4281" y="1323"/>
                  <a:pt x="4221" y="1388"/>
                </a:cubicBezTo>
                <a:cubicBezTo>
                  <a:pt x="3905" y="1719"/>
                  <a:pt x="3584" y="2045"/>
                  <a:pt x="3260" y="2369"/>
                </a:cubicBezTo>
                <a:cubicBezTo>
                  <a:pt x="2687" y="2948"/>
                  <a:pt x="2109" y="3523"/>
                  <a:pt x="1522" y="4088"/>
                </a:cubicBezTo>
                <a:cubicBezTo>
                  <a:pt x="1478" y="4024"/>
                  <a:pt x="1434" y="3963"/>
                  <a:pt x="1385" y="3903"/>
                </a:cubicBezTo>
                <a:cubicBezTo>
                  <a:pt x="1478" y="3836"/>
                  <a:pt x="1560" y="3755"/>
                  <a:pt x="1644" y="3677"/>
                </a:cubicBezTo>
                <a:cubicBezTo>
                  <a:pt x="1907" y="3435"/>
                  <a:pt x="2161" y="3183"/>
                  <a:pt x="2413" y="2929"/>
                </a:cubicBezTo>
                <a:lnTo>
                  <a:pt x="4063" y="1266"/>
                </a:lnTo>
                <a:cubicBezTo>
                  <a:pt x="4150" y="1178"/>
                  <a:pt x="4341" y="1037"/>
                  <a:pt x="4440" y="892"/>
                </a:cubicBezTo>
                <a:close/>
                <a:moveTo>
                  <a:pt x="547" y="3439"/>
                </a:moveTo>
                <a:cubicBezTo>
                  <a:pt x="840" y="3649"/>
                  <a:pt x="1107" y="3895"/>
                  <a:pt x="1313" y="4191"/>
                </a:cubicBezTo>
                <a:cubicBezTo>
                  <a:pt x="1067" y="4249"/>
                  <a:pt x="822" y="4317"/>
                  <a:pt x="579" y="4384"/>
                </a:cubicBezTo>
                <a:cubicBezTo>
                  <a:pt x="525" y="4294"/>
                  <a:pt x="447" y="4219"/>
                  <a:pt x="353" y="4178"/>
                </a:cubicBezTo>
                <a:cubicBezTo>
                  <a:pt x="420" y="3932"/>
                  <a:pt x="490" y="3688"/>
                  <a:pt x="547" y="3439"/>
                </a:cubicBezTo>
                <a:close/>
                <a:moveTo>
                  <a:pt x="3711" y="0"/>
                </a:moveTo>
                <a:cubicBezTo>
                  <a:pt x="3612" y="0"/>
                  <a:pt x="3513" y="36"/>
                  <a:pt x="3424" y="103"/>
                </a:cubicBezTo>
                <a:cubicBezTo>
                  <a:pt x="3416" y="108"/>
                  <a:pt x="3407" y="113"/>
                  <a:pt x="3400" y="120"/>
                </a:cubicBezTo>
                <a:cubicBezTo>
                  <a:pt x="2384" y="1121"/>
                  <a:pt x="1376" y="2133"/>
                  <a:pt x="388" y="3164"/>
                </a:cubicBezTo>
                <a:cubicBezTo>
                  <a:pt x="374" y="3178"/>
                  <a:pt x="362" y="3195"/>
                  <a:pt x="358" y="3214"/>
                </a:cubicBezTo>
                <a:cubicBezTo>
                  <a:pt x="264" y="3682"/>
                  <a:pt x="116" y="4135"/>
                  <a:pt x="4" y="4597"/>
                </a:cubicBezTo>
                <a:cubicBezTo>
                  <a:pt x="2" y="4606"/>
                  <a:pt x="1" y="4612"/>
                  <a:pt x="1" y="4620"/>
                </a:cubicBezTo>
                <a:lnTo>
                  <a:pt x="1" y="4628"/>
                </a:lnTo>
                <a:cubicBezTo>
                  <a:pt x="1" y="4633"/>
                  <a:pt x="1" y="4637"/>
                  <a:pt x="3" y="4641"/>
                </a:cubicBezTo>
                <a:cubicBezTo>
                  <a:pt x="3" y="4646"/>
                  <a:pt x="4" y="4651"/>
                  <a:pt x="5" y="4656"/>
                </a:cubicBezTo>
                <a:cubicBezTo>
                  <a:pt x="6" y="4659"/>
                  <a:pt x="6" y="4663"/>
                  <a:pt x="7" y="4667"/>
                </a:cubicBezTo>
                <a:cubicBezTo>
                  <a:pt x="9" y="4669"/>
                  <a:pt x="9" y="4670"/>
                  <a:pt x="10" y="4673"/>
                </a:cubicBezTo>
                <a:cubicBezTo>
                  <a:pt x="21" y="4701"/>
                  <a:pt x="44" y="4725"/>
                  <a:pt x="72" y="4736"/>
                </a:cubicBezTo>
                <a:cubicBezTo>
                  <a:pt x="74" y="4737"/>
                  <a:pt x="78" y="4739"/>
                  <a:pt x="82" y="4740"/>
                </a:cubicBezTo>
                <a:cubicBezTo>
                  <a:pt x="84" y="4741"/>
                  <a:pt x="85" y="4741"/>
                  <a:pt x="88" y="4741"/>
                </a:cubicBezTo>
                <a:cubicBezTo>
                  <a:pt x="94" y="4742"/>
                  <a:pt x="99" y="4744"/>
                  <a:pt x="105" y="4744"/>
                </a:cubicBezTo>
                <a:lnTo>
                  <a:pt x="124" y="4744"/>
                </a:lnTo>
                <a:cubicBezTo>
                  <a:pt x="130" y="4744"/>
                  <a:pt x="139" y="4742"/>
                  <a:pt x="146" y="4741"/>
                </a:cubicBezTo>
                <a:cubicBezTo>
                  <a:pt x="608" y="4625"/>
                  <a:pt x="1064" y="4480"/>
                  <a:pt x="1532" y="4382"/>
                </a:cubicBezTo>
                <a:cubicBezTo>
                  <a:pt x="1554" y="4378"/>
                  <a:pt x="1570" y="4366"/>
                  <a:pt x="1585" y="4351"/>
                </a:cubicBezTo>
                <a:cubicBezTo>
                  <a:pt x="2176" y="3787"/>
                  <a:pt x="2753" y="3211"/>
                  <a:pt x="3330" y="2632"/>
                </a:cubicBezTo>
                <a:cubicBezTo>
                  <a:pt x="3642" y="2318"/>
                  <a:pt x="3952" y="2002"/>
                  <a:pt x="4260" y="1684"/>
                </a:cubicBezTo>
                <a:cubicBezTo>
                  <a:pt x="4490" y="1444"/>
                  <a:pt x="4903" y="1132"/>
                  <a:pt x="4648" y="767"/>
                </a:cubicBezTo>
                <a:cubicBezTo>
                  <a:pt x="4563" y="645"/>
                  <a:pt x="4434" y="541"/>
                  <a:pt x="4330" y="436"/>
                </a:cubicBezTo>
                <a:cubicBezTo>
                  <a:pt x="4223" y="331"/>
                  <a:pt x="4119" y="218"/>
                  <a:pt x="4007" y="119"/>
                </a:cubicBezTo>
                <a:cubicBezTo>
                  <a:pt x="3916" y="38"/>
                  <a:pt x="3813" y="0"/>
                  <a:pt x="371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1004;p64"/>
          <p:cNvGrpSpPr/>
          <p:nvPr/>
        </p:nvGrpSpPr>
        <p:grpSpPr>
          <a:xfrm rot="749171" flipH="1">
            <a:off x="3682843" y="4119476"/>
            <a:ext cx="568348" cy="471722"/>
            <a:chOff x="4336700" y="486125"/>
            <a:chExt cx="214150" cy="177750"/>
          </a:xfrm>
        </p:grpSpPr>
        <p:grpSp>
          <p:nvGrpSpPr>
            <p:cNvPr id="42" name="Google Shape;1005;p64"/>
            <p:cNvGrpSpPr/>
            <p:nvPr/>
          </p:nvGrpSpPr>
          <p:grpSpPr>
            <a:xfrm>
              <a:off x="4336700" y="486125"/>
              <a:ext cx="214150" cy="177750"/>
              <a:chOff x="4336700" y="486125"/>
              <a:chExt cx="214150" cy="177750"/>
            </a:xfrm>
          </p:grpSpPr>
          <p:sp>
            <p:nvSpPr>
              <p:cNvPr id="44" name="Google Shape;1006;p64"/>
              <p:cNvSpPr/>
              <p:nvPr/>
            </p:nvSpPr>
            <p:spPr>
              <a:xfrm>
                <a:off x="4349825" y="494000"/>
                <a:ext cx="199450" cy="161975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9" extrusionOk="0">
                    <a:moveTo>
                      <a:pt x="1154" y="1845"/>
                    </a:moveTo>
                    <a:cubicBezTo>
                      <a:pt x="1172" y="1845"/>
                      <a:pt x="1192" y="1850"/>
                      <a:pt x="1211" y="1861"/>
                    </a:cubicBezTo>
                    <a:cubicBezTo>
                      <a:pt x="1584" y="2089"/>
                      <a:pt x="1947" y="2341"/>
                      <a:pt x="2311" y="2583"/>
                    </a:cubicBezTo>
                    <a:cubicBezTo>
                      <a:pt x="2389" y="2637"/>
                      <a:pt x="2335" y="2748"/>
                      <a:pt x="2250" y="2748"/>
                    </a:cubicBezTo>
                    <a:cubicBezTo>
                      <a:pt x="2250" y="2748"/>
                      <a:pt x="2249" y="2748"/>
                      <a:pt x="2248" y="2748"/>
                    </a:cubicBezTo>
                    <a:cubicBezTo>
                      <a:pt x="1900" y="2736"/>
                      <a:pt x="1549" y="2742"/>
                      <a:pt x="1202" y="2715"/>
                    </a:cubicBezTo>
                    <a:cubicBezTo>
                      <a:pt x="1129" y="2711"/>
                      <a:pt x="1126" y="2594"/>
                      <a:pt x="1198" y="2590"/>
                    </a:cubicBezTo>
                    <a:cubicBezTo>
                      <a:pt x="1414" y="2570"/>
                      <a:pt x="1629" y="2566"/>
                      <a:pt x="1845" y="2566"/>
                    </a:cubicBezTo>
                    <a:cubicBezTo>
                      <a:pt x="1875" y="2566"/>
                      <a:pt x="1906" y="2566"/>
                      <a:pt x="1936" y="2566"/>
                    </a:cubicBezTo>
                    <a:cubicBezTo>
                      <a:pt x="1652" y="2390"/>
                      <a:pt x="1366" y="2215"/>
                      <a:pt x="1091" y="2030"/>
                    </a:cubicBezTo>
                    <a:cubicBezTo>
                      <a:pt x="997" y="1967"/>
                      <a:pt x="1064" y="1845"/>
                      <a:pt x="1154" y="1845"/>
                    </a:cubicBezTo>
                    <a:close/>
                    <a:moveTo>
                      <a:pt x="4789" y="3195"/>
                    </a:moveTo>
                    <a:cubicBezTo>
                      <a:pt x="4800" y="3195"/>
                      <a:pt x="4811" y="3197"/>
                      <a:pt x="4823" y="3201"/>
                    </a:cubicBezTo>
                    <a:cubicBezTo>
                      <a:pt x="5326" y="3383"/>
                      <a:pt x="5829" y="3445"/>
                      <a:pt x="6351" y="3540"/>
                    </a:cubicBezTo>
                    <a:cubicBezTo>
                      <a:pt x="6451" y="3559"/>
                      <a:pt x="6469" y="3724"/>
                      <a:pt x="6355" y="3727"/>
                    </a:cubicBezTo>
                    <a:cubicBezTo>
                      <a:pt x="6329" y="3728"/>
                      <a:pt x="6302" y="3729"/>
                      <a:pt x="6275" y="3729"/>
                    </a:cubicBezTo>
                    <a:cubicBezTo>
                      <a:pt x="5978" y="3729"/>
                      <a:pt x="5673" y="3677"/>
                      <a:pt x="5376" y="3598"/>
                    </a:cubicBezTo>
                    <a:lnTo>
                      <a:pt x="5376" y="3598"/>
                    </a:lnTo>
                    <a:cubicBezTo>
                      <a:pt x="5558" y="3764"/>
                      <a:pt x="5722" y="3948"/>
                      <a:pt x="5859" y="4152"/>
                    </a:cubicBezTo>
                    <a:cubicBezTo>
                      <a:pt x="5899" y="4213"/>
                      <a:pt x="5849" y="4280"/>
                      <a:pt x="5795" y="4280"/>
                    </a:cubicBezTo>
                    <a:cubicBezTo>
                      <a:pt x="5775" y="4280"/>
                      <a:pt x="5755" y="4271"/>
                      <a:pt x="5738" y="4251"/>
                    </a:cubicBezTo>
                    <a:cubicBezTo>
                      <a:pt x="5449" y="3895"/>
                      <a:pt x="5123" y="3612"/>
                      <a:pt x="4723" y="3386"/>
                    </a:cubicBezTo>
                    <a:cubicBezTo>
                      <a:pt x="4627" y="3330"/>
                      <a:pt x="4696" y="3195"/>
                      <a:pt x="4789" y="3195"/>
                    </a:cubicBezTo>
                    <a:close/>
                    <a:moveTo>
                      <a:pt x="3244" y="3261"/>
                    </a:moveTo>
                    <a:cubicBezTo>
                      <a:pt x="3349" y="3261"/>
                      <a:pt x="3456" y="3298"/>
                      <a:pt x="3537" y="3372"/>
                    </a:cubicBezTo>
                    <a:cubicBezTo>
                      <a:pt x="3583" y="3415"/>
                      <a:pt x="3549" y="3487"/>
                      <a:pt x="3501" y="3487"/>
                    </a:cubicBezTo>
                    <a:cubicBezTo>
                      <a:pt x="3489" y="3487"/>
                      <a:pt x="3477" y="3482"/>
                      <a:pt x="3465" y="3473"/>
                    </a:cubicBezTo>
                    <a:cubicBezTo>
                      <a:pt x="3402" y="3422"/>
                      <a:pt x="3338" y="3401"/>
                      <a:pt x="3280" y="3401"/>
                    </a:cubicBezTo>
                    <a:cubicBezTo>
                      <a:pt x="3043" y="3401"/>
                      <a:pt x="2888" y="3752"/>
                      <a:pt x="3174" y="3888"/>
                    </a:cubicBezTo>
                    <a:cubicBezTo>
                      <a:pt x="3254" y="3927"/>
                      <a:pt x="3238" y="4055"/>
                      <a:pt x="3149" y="4055"/>
                    </a:cubicBezTo>
                    <a:cubicBezTo>
                      <a:pt x="3144" y="4055"/>
                      <a:pt x="3140" y="4054"/>
                      <a:pt x="3135" y="4054"/>
                    </a:cubicBezTo>
                    <a:cubicBezTo>
                      <a:pt x="3119" y="4052"/>
                      <a:pt x="3105" y="4051"/>
                      <a:pt x="3090" y="4051"/>
                    </a:cubicBezTo>
                    <a:cubicBezTo>
                      <a:pt x="2815" y="4051"/>
                      <a:pt x="2801" y="4417"/>
                      <a:pt x="3074" y="4485"/>
                    </a:cubicBezTo>
                    <a:cubicBezTo>
                      <a:pt x="3159" y="4508"/>
                      <a:pt x="3128" y="4640"/>
                      <a:pt x="3050" y="4640"/>
                    </a:cubicBezTo>
                    <a:cubicBezTo>
                      <a:pt x="3046" y="4640"/>
                      <a:pt x="3042" y="4640"/>
                      <a:pt x="3038" y="4639"/>
                    </a:cubicBezTo>
                    <a:cubicBezTo>
                      <a:pt x="2610" y="4570"/>
                      <a:pt x="2623" y="4038"/>
                      <a:pt x="2943" y="3911"/>
                    </a:cubicBezTo>
                    <a:cubicBezTo>
                      <a:pt x="2847" y="3787"/>
                      <a:pt x="2812" y="3618"/>
                      <a:pt x="2889" y="3466"/>
                    </a:cubicBezTo>
                    <a:cubicBezTo>
                      <a:pt x="2961" y="3329"/>
                      <a:pt x="3101" y="3261"/>
                      <a:pt x="3244" y="3261"/>
                    </a:cubicBezTo>
                    <a:close/>
                    <a:moveTo>
                      <a:pt x="1632" y="1"/>
                    </a:moveTo>
                    <a:cubicBezTo>
                      <a:pt x="813" y="1"/>
                      <a:pt x="58" y="553"/>
                      <a:pt x="30" y="1416"/>
                    </a:cubicBezTo>
                    <a:cubicBezTo>
                      <a:pt x="1" y="2275"/>
                      <a:pt x="590" y="3319"/>
                      <a:pt x="973" y="4069"/>
                    </a:cubicBezTo>
                    <a:cubicBezTo>
                      <a:pt x="1393" y="4897"/>
                      <a:pt x="1936" y="5636"/>
                      <a:pt x="2418" y="6425"/>
                    </a:cubicBezTo>
                    <a:cubicBezTo>
                      <a:pt x="2429" y="6445"/>
                      <a:pt x="2434" y="6462"/>
                      <a:pt x="2435" y="6478"/>
                    </a:cubicBezTo>
                    <a:cubicBezTo>
                      <a:pt x="3753" y="5398"/>
                      <a:pt x="5646" y="5660"/>
                      <a:pt x="6954" y="4606"/>
                    </a:cubicBezTo>
                    <a:cubicBezTo>
                      <a:pt x="7978" y="3783"/>
                      <a:pt x="7854" y="2239"/>
                      <a:pt x="6606" y="1705"/>
                    </a:cubicBezTo>
                    <a:cubicBezTo>
                      <a:pt x="6336" y="1590"/>
                      <a:pt x="6059" y="1541"/>
                      <a:pt x="5782" y="1541"/>
                    </a:cubicBezTo>
                    <a:cubicBezTo>
                      <a:pt x="5216" y="1541"/>
                      <a:pt x="4653" y="1746"/>
                      <a:pt x="4150" y="2017"/>
                    </a:cubicBezTo>
                    <a:cubicBezTo>
                      <a:pt x="4129" y="2052"/>
                      <a:pt x="4085" y="2071"/>
                      <a:pt x="4041" y="2071"/>
                    </a:cubicBezTo>
                    <a:cubicBezTo>
                      <a:pt x="3994" y="2071"/>
                      <a:pt x="3946" y="2050"/>
                      <a:pt x="3922" y="2002"/>
                    </a:cubicBezTo>
                    <a:cubicBezTo>
                      <a:pt x="3503" y="1152"/>
                      <a:pt x="2951" y="179"/>
                      <a:pt x="1907" y="21"/>
                    </a:cubicBezTo>
                    <a:cubicBezTo>
                      <a:pt x="1815" y="7"/>
                      <a:pt x="1723" y="1"/>
                      <a:pt x="1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007;p64"/>
              <p:cNvSpPr/>
              <p:nvPr/>
            </p:nvSpPr>
            <p:spPr>
              <a:xfrm>
                <a:off x="4336700" y="486125"/>
                <a:ext cx="214150" cy="177750"/>
              </a:xfrm>
              <a:custGeom>
                <a:avLst/>
                <a:gdLst/>
                <a:ahLst/>
                <a:cxnLst/>
                <a:rect l="l" t="t" r="r" b="b"/>
                <a:pathLst>
                  <a:path w="8566" h="7110" extrusionOk="0">
                    <a:moveTo>
                      <a:pt x="2160" y="317"/>
                    </a:moveTo>
                    <a:cubicBezTo>
                      <a:pt x="2252" y="317"/>
                      <a:pt x="2344" y="323"/>
                      <a:pt x="2435" y="337"/>
                    </a:cubicBezTo>
                    <a:cubicBezTo>
                      <a:pt x="3478" y="496"/>
                      <a:pt x="4032" y="1468"/>
                      <a:pt x="4451" y="2319"/>
                    </a:cubicBezTo>
                    <a:cubicBezTo>
                      <a:pt x="4473" y="2366"/>
                      <a:pt x="4521" y="2387"/>
                      <a:pt x="4568" y="2387"/>
                    </a:cubicBezTo>
                    <a:cubicBezTo>
                      <a:pt x="4612" y="2387"/>
                      <a:pt x="4657" y="2368"/>
                      <a:pt x="4679" y="2333"/>
                    </a:cubicBezTo>
                    <a:cubicBezTo>
                      <a:pt x="5179" y="2061"/>
                      <a:pt x="5743" y="1855"/>
                      <a:pt x="6308" y="1855"/>
                    </a:cubicBezTo>
                    <a:cubicBezTo>
                      <a:pt x="6585" y="1855"/>
                      <a:pt x="6862" y="1905"/>
                      <a:pt x="7133" y="2020"/>
                    </a:cubicBezTo>
                    <a:cubicBezTo>
                      <a:pt x="8381" y="2553"/>
                      <a:pt x="8503" y="4098"/>
                      <a:pt x="7481" y="4921"/>
                    </a:cubicBezTo>
                    <a:cubicBezTo>
                      <a:pt x="6171" y="5977"/>
                      <a:pt x="4280" y="5714"/>
                      <a:pt x="2962" y="6795"/>
                    </a:cubicBezTo>
                    <a:cubicBezTo>
                      <a:pt x="2961" y="6778"/>
                      <a:pt x="2957" y="6761"/>
                      <a:pt x="2945" y="6742"/>
                    </a:cubicBezTo>
                    <a:cubicBezTo>
                      <a:pt x="2463" y="5952"/>
                      <a:pt x="1919" y="5213"/>
                      <a:pt x="1500" y="4386"/>
                    </a:cubicBezTo>
                    <a:cubicBezTo>
                      <a:pt x="1117" y="3635"/>
                      <a:pt x="529" y="2591"/>
                      <a:pt x="557" y="1732"/>
                    </a:cubicBezTo>
                    <a:cubicBezTo>
                      <a:pt x="585" y="869"/>
                      <a:pt x="1341" y="317"/>
                      <a:pt x="2160" y="317"/>
                    </a:cubicBezTo>
                    <a:close/>
                    <a:moveTo>
                      <a:pt x="2056" y="1"/>
                    </a:moveTo>
                    <a:cubicBezTo>
                      <a:pt x="1593" y="1"/>
                      <a:pt x="1126" y="175"/>
                      <a:pt x="706" y="591"/>
                    </a:cubicBezTo>
                    <a:cubicBezTo>
                      <a:pt x="1" y="1291"/>
                      <a:pt x="250" y="2196"/>
                      <a:pt x="561" y="3025"/>
                    </a:cubicBezTo>
                    <a:cubicBezTo>
                      <a:pt x="1069" y="4374"/>
                      <a:pt x="1781" y="5817"/>
                      <a:pt x="2784" y="6871"/>
                    </a:cubicBezTo>
                    <a:cubicBezTo>
                      <a:pt x="2809" y="6899"/>
                      <a:pt x="2836" y="6907"/>
                      <a:pt x="2862" y="6907"/>
                    </a:cubicBezTo>
                    <a:cubicBezTo>
                      <a:pt x="2834" y="7003"/>
                      <a:pt x="2914" y="7110"/>
                      <a:pt x="3008" y="7110"/>
                    </a:cubicBezTo>
                    <a:cubicBezTo>
                      <a:pt x="3039" y="7110"/>
                      <a:pt x="3070" y="7099"/>
                      <a:pt x="3101" y="7073"/>
                    </a:cubicBezTo>
                    <a:cubicBezTo>
                      <a:pt x="4272" y="6068"/>
                      <a:pt x="5867" y="6207"/>
                      <a:pt x="7168" y="5487"/>
                    </a:cubicBezTo>
                    <a:cubicBezTo>
                      <a:pt x="7913" y="5073"/>
                      <a:pt x="8566" y="4324"/>
                      <a:pt x="8498" y="3423"/>
                    </a:cubicBezTo>
                    <a:cubicBezTo>
                      <a:pt x="8404" y="2156"/>
                      <a:pt x="7403" y="1630"/>
                      <a:pt x="6342" y="1630"/>
                    </a:cubicBezTo>
                    <a:cubicBezTo>
                      <a:pt x="5742" y="1630"/>
                      <a:pt x="5124" y="1798"/>
                      <a:pt x="4637" y="2094"/>
                    </a:cubicBezTo>
                    <a:cubicBezTo>
                      <a:pt x="4252" y="1001"/>
                      <a:pt x="3164" y="1"/>
                      <a:pt x="20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008;p64"/>
              <p:cNvSpPr/>
              <p:nvPr/>
            </p:nvSpPr>
            <p:spPr>
              <a:xfrm>
                <a:off x="4465500" y="573825"/>
                <a:ext cx="460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087" extrusionOk="0">
                    <a:moveTo>
                      <a:pt x="164" y="1"/>
                    </a:moveTo>
                    <a:cubicBezTo>
                      <a:pt x="70" y="1"/>
                      <a:pt x="1" y="137"/>
                      <a:pt x="97" y="192"/>
                    </a:cubicBezTo>
                    <a:cubicBezTo>
                      <a:pt x="496" y="419"/>
                      <a:pt x="821" y="702"/>
                      <a:pt x="1111" y="1058"/>
                    </a:cubicBezTo>
                    <a:cubicBezTo>
                      <a:pt x="1128" y="1078"/>
                      <a:pt x="1148" y="1087"/>
                      <a:pt x="1168" y="1087"/>
                    </a:cubicBezTo>
                    <a:cubicBezTo>
                      <a:pt x="1222" y="1087"/>
                      <a:pt x="1272" y="1020"/>
                      <a:pt x="1232" y="959"/>
                    </a:cubicBezTo>
                    <a:cubicBezTo>
                      <a:pt x="1095" y="755"/>
                      <a:pt x="931" y="571"/>
                      <a:pt x="750" y="404"/>
                    </a:cubicBezTo>
                    <a:lnTo>
                      <a:pt x="750" y="404"/>
                    </a:lnTo>
                    <a:cubicBezTo>
                      <a:pt x="1048" y="482"/>
                      <a:pt x="1353" y="535"/>
                      <a:pt x="1651" y="535"/>
                    </a:cubicBezTo>
                    <a:cubicBezTo>
                      <a:pt x="1677" y="535"/>
                      <a:pt x="1703" y="534"/>
                      <a:pt x="1729" y="533"/>
                    </a:cubicBezTo>
                    <a:cubicBezTo>
                      <a:pt x="1842" y="529"/>
                      <a:pt x="1824" y="364"/>
                      <a:pt x="1725" y="346"/>
                    </a:cubicBezTo>
                    <a:cubicBezTo>
                      <a:pt x="1204" y="252"/>
                      <a:pt x="699" y="188"/>
                      <a:pt x="197" y="6"/>
                    </a:cubicBezTo>
                    <a:cubicBezTo>
                      <a:pt x="186" y="2"/>
                      <a:pt x="175" y="1"/>
                      <a:pt x="1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009;p64"/>
              <p:cNvSpPr/>
              <p:nvPr/>
            </p:nvSpPr>
            <p:spPr>
              <a:xfrm>
                <a:off x="4415050" y="575500"/>
                <a:ext cx="24325" cy="3452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381" extrusionOk="0">
                    <a:moveTo>
                      <a:pt x="634" y="1"/>
                    </a:moveTo>
                    <a:cubicBezTo>
                      <a:pt x="492" y="1"/>
                      <a:pt x="352" y="69"/>
                      <a:pt x="279" y="206"/>
                    </a:cubicBezTo>
                    <a:cubicBezTo>
                      <a:pt x="202" y="358"/>
                      <a:pt x="236" y="527"/>
                      <a:pt x="333" y="651"/>
                    </a:cubicBezTo>
                    <a:cubicBezTo>
                      <a:pt x="15" y="780"/>
                      <a:pt x="1" y="1311"/>
                      <a:pt x="430" y="1379"/>
                    </a:cubicBezTo>
                    <a:cubicBezTo>
                      <a:pt x="434" y="1380"/>
                      <a:pt x="437" y="1380"/>
                      <a:pt x="441" y="1380"/>
                    </a:cubicBezTo>
                    <a:cubicBezTo>
                      <a:pt x="519" y="1380"/>
                      <a:pt x="550" y="1248"/>
                      <a:pt x="466" y="1225"/>
                    </a:cubicBezTo>
                    <a:cubicBezTo>
                      <a:pt x="192" y="1157"/>
                      <a:pt x="206" y="791"/>
                      <a:pt x="480" y="791"/>
                    </a:cubicBezTo>
                    <a:cubicBezTo>
                      <a:pt x="494" y="791"/>
                      <a:pt x="509" y="792"/>
                      <a:pt x="525" y="794"/>
                    </a:cubicBezTo>
                    <a:cubicBezTo>
                      <a:pt x="530" y="794"/>
                      <a:pt x="534" y="795"/>
                      <a:pt x="539" y="795"/>
                    </a:cubicBezTo>
                    <a:cubicBezTo>
                      <a:pt x="628" y="795"/>
                      <a:pt x="644" y="667"/>
                      <a:pt x="564" y="628"/>
                    </a:cubicBezTo>
                    <a:cubicBezTo>
                      <a:pt x="278" y="491"/>
                      <a:pt x="433" y="140"/>
                      <a:pt x="670" y="140"/>
                    </a:cubicBezTo>
                    <a:cubicBezTo>
                      <a:pt x="728" y="140"/>
                      <a:pt x="791" y="162"/>
                      <a:pt x="854" y="213"/>
                    </a:cubicBezTo>
                    <a:cubicBezTo>
                      <a:pt x="867" y="222"/>
                      <a:pt x="879" y="227"/>
                      <a:pt x="891" y="227"/>
                    </a:cubicBezTo>
                    <a:cubicBezTo>
                      <a:pt x="939" y="227"/>
                      <a:pt x="973" y="155"/>
                      <a:pt x="927" y="112"/>
                    </a:cubicBezTo>
                    <a:cubicBezTo>
                      <a:pt x="846" y="38"/>
                      <a:pt x="739" y="1"/>
                      <a:pt x="6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1010;p64"/>
            <p:cNvSpPr/>
            <p:nvPr/>
          </p:nvSpPr>
          <p:spPr>
            <a:xfrm>
              <a:off x="4374750" y="540075"/>
              <a:ext cx="34875" cy="22650"/>
            </a:xfrm>
            <a:custGeom>
              <a:avLst/>
              <a:gdLst/>
              <a:ahLst/>
              <a:cxnLst/>
              <a:rect l="l" t="t" r="r" b="b"/>
              <a:pathLst>
                <a:path w="1395" h="906" extrusionOk="0">
                  <a:moveTo>
                    <a:pt x="158" y="1"/>
                  </a:moveTo>
                  <a:cubicBezTo>
                    <a:pt x="68" y="1"/>
                    <a:pt x="1" y="122"/>
                    <a:pt x="94" y="185"/>
                  </a:cubicBezTo>
                  <a:cubicBezTo>
                    <a:pt x="369" y="372"/>
                    <a:pt x="655" y="547"/>
                    <a:pt x="939" y="722"/>
                  </a:cubicBezTo>
                  <a:cubicBezTo>
                    <a:pt x="908" y="722"/>
                    <a:pt x="878" y="722"/>
                    <a:pt x="847" y="722"/>
                  </a:cubicBezTo>
                  <a:cubicBezTo>
                    <a:pt x="631" y="722"/>
                    <a:pt x="415" y="726"/>
                    <a:pt x="201" y="745"/>
                  </a:cubicBezTo>
                  <a:cubicBezTo>
                    <a:pt x="130" y="750"/>
                    <a:pt x="133" y="867"/>
                    <a:pt x="205" y="871"/>
                  </a:cubicBezTo>
                  <a:cubicBezTo>
                    <a:pt x="552" y="899"/>
                    <a:pt x="902" y="893"/>
                    <a:pt x="1251" y="905"/>
                  </a:cubicBezTo>
                  <a:cubicBezTo>
                    <a:pt x="1252" y="905"/>
                    <a:pt x="1253" y="905"/>
                    <a:pt x="1253" y="905"/>
                  </a:cubicBezTo>
                  <a:cubicBezTo>
                    <a:pt x="1338" y="905"/>
                    <a:pt x="1394" y="794"/>
                    <a:pt x="1314" y="740"/>
                  </a:cubicBezTo>
                  <a:cubicBezTo>
                    <a:pt x="950" y="496"/>
                    <a:pt x="587" y="246"/>
                    <a:pt x="214" y="17"/>
                  </a:cubicBezTo>
                  <a:cubicBezTo>
                    <a:pt x="195" y="6"/>
                    <a:pt x="176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1011;p64"/>
          <p:cNvSpPr/>
          <p:nvPr/>
        </p:nvSpPr>
        <p:spPr>
          <a:xfrm rot="-2180486" flipH="1">
            <a:off x="3669464" y="762491"/>
            <a:ext cx="239795" cy="409509"/>
          </a:xfrm>
          <a:custGeom>
            <a:avLst/>
            <a:gdLst/>
            <a:ahLst/>
            <a:cxnLst/>
            <a:rect l="l" t="t" r="r" b="b"/>
            <a:pathLst>
              <a:path w="4177" h="7133" extrusionOk="0">
                <a:moveTo>
                  <a:pt x="2043" y="457"/>
                </a:moveTo>
                <a:cubicBezTo>
                  <a:pt x="2263" y="849"/>
                  <a:pt x="2555" y="1172"/>
                  <a:pt x="2841" y="1527"/>
                </a:cubicBezTo>
                <a:cubicBezTo>
                  <a:pt x="3218" y="1994"/>
                  <a:pt x="3525" y="2517"/>
                  <a:pt x="3689" y="3099"/>
                </a:cubicBezTo>
                <a:cubicBezTo>
                  <a:pt x="3892" y="3901"/>
                  <a:pt x="3793" y="4785"/>
                  <a:pt x="3388" y="5515"/>
                </a:cubicBezTo>
                <a:cubicBezTo>
                  <a:pt x="3223" y="5810"/>
                  <a:pt x="3027" y="6093"/>
                  <a:pt x="2776" y="6323"/>
                </a:cubicBezTo>
                <a:cubicBezTo>
                  <a:pt x="2633" y="6453"/>
                  <a:pt x="2475" y="6562"/>
                  <a:pt x="2314" y="6665"/>
                </a:cubicBezTo>
                <a:cubicBezTo>
                  <a:pt x="2321" y="6221"/>
                  <a:pt x="2324" y="5777"/>
                  <a:pt x="2319" y="5335"/>
                </a:cubicBezTo>
                <a:cubicBezTo>
                  <a:pt x="2348" y="5335"/>
                  <a:pt x="2381" y="5326"/>
                  <a:pt x="2413" y="5311"/>
                </a:cubicBezTo>
                <a:cubicBezTo>
                  <a:pt x="2664" y="5184"/>
                  <a:pt x="2907" y="5037"/>
                  <a:pt x="3130" y="4867"/>
                </a:cubicBezTo>
                <a:cubicBezTo>
                  <a:pt x="3326" y="4717"/>
                  <a:pt x="3558" y="4541"/>
                  <a:pt x="3642" y="4301"/>
                </a:cubicBezTo>
                <a:cubicBezTo>
                  <a:pt x="3665" y="4236"/>
                  <a:pt x="3606" y="4173"/>
                  <a:pt x="3543" y="4173"/>
                </a:cubicBezTo>
                <a:cubicBezTo>
                  <a:pt x="3535" y="4173"/>
                  <a:pt x="3526" y="4174"/>
                  <a:pt x="3518" y="4176"/>
                </a:cubicBezTo>
                <a:cubicBezTo>
                  <a:pt x="3290" y="4241"/>
                  <a:pt x="3092" y="4432"/>
                  <a:pt x="2895" y="4562"/>
                </a:cubicBezTo>
                <a:cubicBezTo>
                  <a:pt x="2705" y="4687"/>
                  <a:pt x="2513" y="4800"/>
                  <a:pt x="2312" y="4904"/>
                </a:cubicBezTo>
                <a:cubicBezTo>
                  <a:pt x="2305" y="4543"/>
                  <a:pt x="2294" y="4182"/>
                  <a:pt x="2279" y="3823"/>
                </a:cubicBezTo>
                <a:lnTo>
                  <a:pt x="2275" y="3718"/>
                </a:lnTo>
                <a:cubicBezTo>
                  <a:pt x="2287" y="3718"/>
                  <a:pt x="2297" y="3716"/>
                  <a:pt x="2310" y="3714"/>
                </a:cubicBezTo>
                <a:cubicBezTo>
                  <a:pt x="2525" y="3655"/>
                  <a:pt x="2716" y="3460"/>
                  <a:pt x="2886" y="3319"/>
                </a:cubicBezTo>
                <a:cubicBezTo>
                  <a:pt x="3071" y="3165"/>
                  <a:pt x="3224" y="2999"/>
                  <a:pt x="3320" y="2775"/>
                </a:cubicBezTo>
                <a:cubicBezTo>
                  <a:pt x="3324" y="2765"/>
                  <a:pt x="3319" y="2754"/>
                  <a:pt x="3309" y="2754"/>
                </a:cubicBezTo>
                <a:cubicBezTo>
                  <a:pt x="3307" y="2754"/>
                  <a:pt x="3306" y="2754"/>
                  <a:pt x="3304" y="2755"/>
                </a:cubicBezTo>
                <a:cubicBezTo>
                  <a:pt x="3072" y="2808"/>
                  <a:pt x="2876" y="2921"/>
                  <a:pt x="2680" y="3055"/>
                </a:cubicBezTo>
                <a:cubicBezTo>
                  <a:pt x="2545" y="3148"/>
                  <a:pt x="2387" y="3231"/>
                  <a:pt x="2259" y="3341"/>
                </a:cubicBezTo>
                <a:cubicBezTo>
                  <a:pt x="2242" y="3010"/>
                  <a:pt x="2221" y="2678"/>
                  <a:pt x="2191" y="2347"/>
                </a:cubicBezTo>
                <a:cubicBezTo>
                  <a:pt x="2186" y="2283"/>
                  <a:pt x="2156" y="1551"/>
                  <a:pt x="1979" y="1551"/>
                </a:cubicBezTo>
                <a:cubicBezTo>
                  <a:pt x="1964" y="1551"/>
                  <a:pt x="1948" y="1556"/>
                  <a:pt x="1931" y="1567"/>
                </a:cubicBezTo>
                <a:cubicBezTo>
                  <a:pt x="1787" y="1661"/>
                  <a:pt x="1808" y="1824"/>
                  <a:pt x="1810" y="1980"/>
                </a:cubicBezTo>
                <a:cubicBezTo>
                  <a:pt x="1815" y="2195"/>
                  <a:pt x="1826" y="2410"/>
                  <a:pt x="1834" y="2626"/>
                </a:cubicBezTo>
                <a:cubicBezTo>
                  <a:pt x="1841" y="2829"/>
                  <a:pt x="1851" y="3033"/>
                  <a:pt x="1860" y="3235"/>
                </a:cubicBezTo>
                <a:cubicBezTo>
                  <a:pt x="1768" y="3173"/>
                  <a:pt x="1670" y="3117"/>
                  <a:pt x="1582" y="3056"/>
                </a:cubicBezTo>
                <a:cubicBezTo>
                  <a:pt x="1387" y="2923"/>
                  <a:pt x="1193" y="2809"/>
                  <a:pt x="959" y="2756"/>
                </a:cubicBezTo>
                <a:cubicBezTo>
                  <a:pt x="959" y="2756"/>
                  <a:pt x="958" y="2755"/>
                  <a:pt x="957" y="2755"/>
                </a:cubicBezTo>
                <a:cubicBezTo>
                  <a:pt x="946" y="2755"/>
                  <a:pt x="939" y="2767"/>
                  <a:pt x="944" y="2776"/>
                </a:cubicBezTo>
                <a:cubicBezTo>
                  <a:pt x="1040" y="2999"/>
                  <a:pt x="1194" y="3166"/>
                  <a:pt x="1378" y="3320"/>
                </a:cubicBezTo>
                <a:cubicBezTo>
                  <a:pt x="1527" y="3445"/>
                  <a:pt x="1694" y="3612"/>
                  <a:pt x="1880" y="3689"/>
                </a:cubicBezTo>
                <a:cubicBezTo>
                  <a:pt x="1883" y="3796"/>
                  <a:pt x="1888" y="3904"/>
                  <a:pt x="1892" y="4009"/>
                </a:cubicBezTo>
                <a:cubicBezTo>
                  <a:pt x="1902" y="4303"/>
                  <a:pt x="1912" y="4596"/>
                  <a:pt x="1918" y="4889"/>
                </a:cubicBezTo>
                <a:cubicBezTo>
                  <a:pt x="1729" y="4790"/>
                  <a:pt x="1546" y="4682"/>
                  <a:pt x="1368" y="4563"/>
                </a:cubicBezTo>
                <a:cubicBezTo>
                  <a:pt x="1172" y="4432"/>
                  <a:pt x="974" y="4243"/>
                  <a:pt x="745" y="4178"/>
                </a:cubicBezTo>
                <a:cubicBezTo>
                  <a:pt x="737" y="4176"/>
                  <a:pt x="728" y="4175"/>
                  <a:pt x="720" y="4175"/>
                </a:cubicBezTo>
                <a:cubicBezTo>
                  <a:pt x="657" y="4175"/>
                  <a:pt x="598" y="4237"/>
                  <a:pt x="621" y="4303"/>
                </a:cubicBezTo>
                <a:cubicBezTo>
                  <a:pt x="705" y="4542"/>
                  <a:pt x="937" y="4717"/>
                  <a:pt x="1131" y="4868"/>
                </a:cubicBezTo>
                <a:cubicBezTo>
                  <a:pt x="1354" y="5040"/>
                  <a:pt x="1598" y="5186"/>
                  <a:pt x="1850" y="5313"/>
                </a:cubicBezTo>
                <a:cubicBezTo>
                  <a:pt x="1876" y="5325"/>
                  <a:pt x="1902" y="5334"/>
                  <a:pt x="1928" y="5336"/>
                </a:cubicBezTo>
                <a:cubicBezTo>
                  <a:pt x="1938" y="5813"/>
                  <a:pt x="1944" y="6293"/>
                  <a:pt x="1947" y="6771"/>
                </a:cubicBezTo>
                <a:cubicBezTo>
                  <a:pt x="1518" y="6503"/>
                  <a:pt x="1146" y="6220"/>
                  <a:pt x="859" y="5781"/>
                </a:cubicBezTo>
                <a:cubicBezTo>
                  <a:pt x="474" y="5195"/>
                  <a:pt x="274" y="4518"/>
                  <a:pt x="295" y="3814"/>
                </a:cubicBezTo>
                <a:cubicBezTo>
                  <a:pt x="317" y="3105"/>
                  <a:pt x="588" y="2452"/>
                  <a:pt x="985" y="1874"/>
                </a:cubicBezTo>
                <a:cubicBezTo>
                  <a:pt x="1325" y="1379"/>
                  <a:pt x="1751" y="975"/>
                  <a:pt x="2043" y="457"/>
                </a:cubicBezTo>
                <a:close/>
                <a:moveTo>
                  <a:pt x="2043" y="1"/>
                </a:moveTo>
                <a:cubicBezTo>
                  <a:pt x="1992" y="1"/>
                  <a:pt x="1941" y="24"/>
                  <a:pt x="1921" y="70"/>
                </a:cubicBezTo>
                <a:cubicBezTo>
                  <a:pt x="1608" y="778"/>
                  <a:pt x="1016" y="1275"/>
                  <a:pt x="612" y="1926"/>
                </a:cubicBezTo>
                <a:cubicBezTo>
                  <a:pt x="229" y="2542"/>
                  <a:pt x="0" y="3236"/>
                  <a:pt x="11" y="3967"/>
                </a:cubicBezTo>
                <a:cubicBezTo>
                  <a:pt x="22" y="4691"/>
                  <a:pt x="249" y="5383"/>
                  <a:pt x="656" y="5982"/>
                </a:cubicBezTo>
                <a:cubicBezTo>
                  <a:pt x="1000" y="6489"/>
                  <a:pt x="1452" y="6805"/>
                  <a:pt x="1972" y="7114"/>
                </a:cubicBezTo>
                <a:cubicBezTo>
                  <a:pt x="1993" y="7127"/>
                  <a:pt x="2018" y="7133"/>
                  <a:pt x="2043" y="7133"/>
                </a:cubicBezTo>
                <a:cubicBezTo>
                  <a:pt x="2068" y="7133"/>
                  <a:pt x="2092" y="7127"/>
                  <a:pt x="2114" y="7114"/>
                </a:cubicBezTo>
                <a:cubicBezTo>
                  <a:pt x="2413" y="6935"/>
                  <a:pt x="2718" y="6759"/>
                  <a:pt x="2975" y="6522"/>
                </a:cubicBezTo>
                <a:cubicBezTo>
                  <a:pt x="3259" y="6262"/>
                  <a:pt x="3488" y="5930"/>
                  <a:pt x="3668" y="5590"/>
                </a:cubicBezTo>
                <a:cubicBezTo>
                  <a:pt x="4080" y="4807"/>
                  <a:pt x="4177" y="3875"/>
                  <a:pt x="3959" y="3021"/>
                </a:cubicBezTo>
                <a:cubicBezTo>
                  <a:pt x="3802" y="2454"/>
                  <a:pt x="3516" y="1942"/>
                  <a:pt x="3159" y="1476"/>
                </a:cubicBezTo>
                <a:cubicBezTo>
                  <a:pt x="2803" y="1011"/>
                  <a:pt x="2405" y="615"/>
                  <a:pt x="2164" y="70"/>
                </a:cubicBezTo>
                <a:cubicBezTo>
                  <a:pt x="2144" y="24"/>
                  <a:pt x="2094" y="1"/>
                  <a:pt x="20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021;p64"/>
          <p:cNvSpPr/>
          <p:nvPr/>
        </p:nvSpPr>
        <p:spPr>
          <a:xfrm rot="-1041939">
            <a:off x="4468775" y="845058"/>
            <a:ext cx="465153" cy="378940"/>
          </a:xfrm>
          <a:custGeom>
            <a:avLst/>
            <a:gdLst/>
            <a:ahLst/>
            <a:cxnLst/>
            <a:rect l="l" t="t" r="r" b="b"/>
            <a:pathLst>
              <a:path w="4489" h="3657" extrusionOk="0">
                <a:moveTo>
                  <a:pt x="1361" y="402"/>
                </a:moveTo>
                <a:cubicBezTo>
                  <a:pt x="1502" y="402"/>
                  <a:pt x="1636" y="442"/>
                  <a:pt x="1757" y="523"/>
                </a:cubicBezTo>
                <a:cubicBezTo>
                  <a:pt x="1975" y="667"/>
                  <a:pt x="2146" y="936"/>
                  <a:pt x="2218" y="1248"/>
                </a:cubicBezTo>
                <a:lnTo>
                  <a:pt x="2209" y="1292"/>
                </a:lnTo>
                <a:lnTo>
                  <a:pt x="2228" y="1292"/>
                </a:lnTo>
                <a:lnTo>
                  <a:pt x="2228" y="1294"/>
                </a:lnTo>
                <a:cubicBezTo>
                  <a:pt x="2245" y="1383"/>
                  <a:pt x="2323" y="1444"/>
                  <a:pt x="2418" y="1444"/>
                </a:cubicBezTo>
                <a:cubicBezTo>
                  <a:pt x="2513" y="1444"/>
                  <a:pt x="2590" y="1382"/>
                  <a:pt x="2608" y="1294"/>
                </a:cubicBezTo>
                <a:lnTo>
                  <a:pt x="2608" y="1292"/>
                </a:lnTo>
                <a:lnTo>
                  <a:pt x="2627" y="1292"/>
                </a:lnTo>
                <a:lnTo>
                  <a:pt x="2617" y="1247"/>
                </a:lnTo>
                <a:cubicBezTo>
                  <a:pt x="2691" y="921"/>
                  <a:pt x="2831" y="686"/>
                  <a:pt x="3035" y="546"/>
                </a:cubicBezTo>
                <a:cubicBezTo>
                  <a:pt x="3159" y="460"/>
                  <a:pt x="3329" y="402"/>
                  <a:pt x="3497" y="402"/>
                </a:cubicBezTo>
                <a:cubicBezTo>
                  <a:pt x="3608" y="402"/>
                  <a:pt x="3717" y="427"/>
                  <a:pt x="3812" y="486"/>
                </a:cubicBezTo>
                <a:cubicBezTo>
                  <a:pt x="4072" y="647"/>
                  <a:pt x="4109" y="1035"/>
                  <a:pt x="4032" y="1349"/>
                </a:cubicBezTo>
                <a:cubicBezTo>
                  <a:pt x="3950" y="1677"/>
                  <a:pt x="3762" y="1976"/>
                  <a:pt x="3570" y="2248"/>
                </a:cubicBezTo>
                <a:cubicBezTo>
                  <a:pt x="3279" y="2645"/>
                  <a:pt x="2831" y="2951"/>
                  <a:pt x="2416" y="3219"/>
                </a:cubicBezTo>
                <a:cubicBezTo>
                  <a:pt x="1794" y="2808"/>
                  <a:pt x="1313" y="2408"/>
                  <a:pt x="1002" y="1839"/>
                </a:cubicBezTo>
                <a:cubicBezTo>
                  <a:pt x="815" y="1494"/>
                  <a:pt x="698" y="988"/>
                  <a:pt x="836" y="688"/>
                </a:cubicBezTo>
                <a:cubicBezTo>
                  <a:pt x="904" y="543"/>
                  <a:pt x="1022" y="455"/>
                  <a:pt x="1198" y="418"/>
                </a:cubicBezTo>
                <a:cubicBezTo>
                  <a:pt x="1254" y="407"/>
                  <a:pt x="1308" y="402"/>
                  <a:pt x="1361" y="402"/>
                </a:cubicBezTo>
                <a:close/>
                <a:moveTo>
                  <a:pt x="3492" y="1"/>
                </a:moveTo>
                <a:cubicBezTo>
                  <a:pt x="3284" y="1"/>
                  <a:pt x="3068" y="58"/>
                  <a:pt x="2880" y="170"/>
                </a:cubicBezTo>
                <a:cubicBezTo>
                  <a:pt x="2692" y="282"/>
                  <a:pt x="2535" y="450"/>
                  <a:pt x="2419" y="663"/>
                </a:cubicBezTo>
                <a:cubicBezTo>
                  <a:pt x="2259" y="376"/>
                  <a:pt x="2026" y="169"/>
                  <a:pt x="1739" y="69"/>
                </a:cubicBezTo>
                <a:cubicBezTo>
                  <a:pt x="1617" y="27"/>
                  <a:pt x="1485" y="4"/>
                  <a:pt x="1352" y="4"/>
                </a:cubicBezTo>
                <a:cubicBezTo>
                  <a:pt x="1021" y="4"/>
                  <a:pt x="687" y="146"/>
                  <a:pt x="511" y="476"/>
                </a:cubicBezTo>
                <a:cubicBezTo>
                  <a:pt x="0" y="1444"/>
                  <a:pt x="913" y="2554"/>
                  <a:pt x="1533" y="3056"/>
                </a:cubicBezTo>
                <a:cubicBezTo>
                  <a:pt x="1788" y="3263"/>
                  <a:pt x="2053" y="3455"/>
                  <a:pt x="2317" y="3626"/>
                </a:cubicBezTo>
                <a:cubicBezTo>
                  <a:pt x="2348" y="3646"/>
                  <a:pt x="2383" y="3656"/>
                  <a:pt x="2419" y="3656"/>
                </a:cubicBezTo>
                <a:cubicBezTo>
                  <a:pt x="2456" y="3656"/>
                  <a:pt x="2490" y="3646"/>
                  <a:pt x="2521" y="3626"/>
                </a:cubicBezTo>
                <a:cubicBezTo>
                  <a:pt x="3027" y="3300"/>
                  <a:pt x="3550" y="2941"/>
                  <a:pt x="3899" y="2469"/>
                </a:cubicBezTo>
                <a:cubicBezTo>
                  <a:pt x="3901" y="2466"/>
                  <a:pt x="3903" y="2464"/>
                  <a:pt x="3904" y="2460"/>
                </a:cubicBezTo>
                <a:cubicBezTo>
                  <a:pt x="3906" y="2458"/>
                  <a:pt x="3908" y="2455"/>
                  <a:pt x="3909" y="2454"/>
                </a:cubicBezTo>
                <a:cubicBezTo>
                  <a:pt x="4160" y="2097"/>
                  <a:pt x="4420" y="1665"/>
                  <a:pt x="4460" y="1175"/>
                </a:cubicBezTo>
                <a:cubicBezTo>
                  <a:pt x="4488" y="817"/>
                  <a:pt x="4377" y="324"/>
                  <a:pt x="3963" y="111"/>
                </a:cubicBezTo>
                <a:cubicBezTo>
                  <a:pt x="3822" y="37"/>
                  <a:pt x="3659" y="1"/>
                  <a:pt x="349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1023;p64"/>
          <p:cNvGrpSpPr/>
          <p:nvPr/>
        </p:nvGrpSpPr>
        <p:grpSpPr>
          <a:xfrm>
            <a:off x="6766099" y="323854"/>
            <a:ext cx="1710828" cy="1286785"/>
            <a:chOff x="4566350" y="438250"/>
            <a:chExt cx="685675" cy="515725"/>
          </a:xfrm>
        </p:grpSpPr>
        <p:sp>
          <p:nvSpPr>
            <p:cNvPr id="61" name="Google Shape;1024;p64"/>
            <p:cNvSpPr/>
            <p:nvPr/>
          </p:nvSpPr>
          <p:spPr>
            <a:xfrm>
              <a:off x="5039850" y="896325"/>
              <a:ext cx="71375" cy="49575"/>
            </a:xfrm>
            <a:custGeom>
              <a:avLst/>
              <a:gdLst/>
              <a:ahLst/>
              <a:cxnLst/>
              <a:rect l="l" t="t" r="r" b="b"/>
              <a:pathLst>
                <a:path w="2855" h="1983" extrusionOk="0">
                  <a:moveTo>
                    <a:pt x="2169" y="0"/>
                  </a:moveTo>
                  <a:cubicBezTo>
                    <a:pt x="2163" y="13"/>
                    <a:pt x="2156" y="21"/>
                    <a:pt x="2146" y="30"/>
                  </a:cubicBezTo>
                  <a:cubicBezTo>
                    <a:pt x="1963" y="197"/>
                    <a:pt x="1763" y="300"/>
                    <a:pt x="1534" y="360"/>
                  </a:cubicBezTo>
                  <a:cubicBezTo>
                    <a:pt x="1829" y="679"/>
                    <a:pt x="2069" y="1030"/>
                    <a:pt x="2256" y="1428"/>
                  </a:cubicBezTo>
                  <a:cubicBezTo>
                    <a:pt x="2295" y="1509"/>
                    <a:pt x="2238" y="1594"/>
                    <a:pt x="2161" y="1594"/>
                  </a:cubicBezTo>
                  <a:cubicBezTo>
                    <a:pt x="2143" y="1594"/>
                    <a:pt x="2125" y="1589"/>
                    <a:pt x="2106" y="1579"/>
                  </a:cubicBezTo>
                  <a:cubicBezTo>
                    <a:pt x="1670" y="1350"/>
                    <a:pt x="1229" y="1122"/>
                    <a:pt x="794" y="888"/>
                  </a:cubicBezTo>
                  <a:cubicBezTo>
                    <a:pt x="605" y="1210"/>
                    <a:pt x="346" y="1496"/>
                    <a:pt x="0" y="1648"/>
                  </a:cubicBezTo>
                  <a:cubicBezTo>
                    <a:pt x="258" y="1770"/>
                    <a:pt x="522" y="1875"/>
                    <a:pt x="793" y="1937"/>
                  </a:cubicBezTo>
                  <a:cubicBezTo>
                    <a:pt x="923" y="1967"/>
                    <a:pt x="1065" y="1982"/>
                    <a:pt x="1210" y="1982"/>
                  </a:cubicBezTo>
                  <a:cubicBezTo>
                    <a:pt x="1985" y="1982"/>
                    <a:pt x="2855" y="1547"/>
                    <a:pt x="2604" y="610"/>
                  </a:cubicBezTo>
                  <a:cubicBezTo>
                    <a:pt x="2587" y="544"/>
                    <a:pt x="2612" y="496"/>
                    <a:pt x="2656" y="466"/>
                  </a:cubicBezTo>
                  <a:cubicBezTo>
                    <a:pt x="2493" y="309"/>
                    <a:pt x="2332" y="154"/>
                    <a:pt x="2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5;p64"/>
            <p:cNvSpPr/>
            <p:nvPr/>
          </p:nvSpPr>
          <p:spPr>
            <a:xfrm>
              <a:off x="5094500" y="854875"/>
              <a:ext cx="49050" cy="49425"/>
            </a:xfrm>
            <a:custGeom>
              <a:avLst/>
              <a:gdLst/>
              <a:ahLst/>
              <a:cxnLst/>
              <a:rect l="l" t="t" r="r" b="b"/>
              <a:pathLst>
                <a:path w="1962" h="1977" extrusionOk="0">
                  <a:moveTo>
                    <a:pt x="1299" y="1"/>
                  </a:moveTo>
                  <a:cubicBezTo>
                    <a:pt x="1135" y="156"/>
                    <a:pt x="953" y="282"/>
                    <a:pt x="750" y="379"/>
                  </a:cubicBezTo>
                  <a:cubicBezTo>
                    <a:pt x="1130" y="607"/>
                    <a:pt x="1782" y="995"/>
                    <a:pt x="1468" y="1379"/>
                  </a:cubicBezTo>
                  <a:cubicBezTo>
                    <a:pt x="1452" y="1399"/>
                    <a:pt x="1419" y="1412"/>
                    <a:pt x="1390" y="1412"/>
                  </a:cubicBezTo>
                  <a:cubicBezTo>
                    <a:pt x="1380" y="1412"/>
                    <a:pt x="1371" y="1411"/>
                    <a:pt x="1363" y="1408"/>
                  </a:cubicBezTo>
                  <a:cubicBezTo>
                    <a:pt x="967" y="1246"/>
                    <a:pt x="601" y="1031"/>
                    <a:pt x="281" y="747"/>
                  </a:cubicBezTo>
                  <a:cubicBezTo>
                    <a:pt x="188" y="921"/>
                    <a:pt x="95" y="1094"/>
                    <a:pt x="1" y="1265"/>
                  </a:cubicBezTo>
                  <a:cubicBezTo>
                    <a:pt x="211" y="1467"/>
                    <a:pt x="400" y="1683"/>
                    <a:pt x="555" y="1912"/>
                  </a:cubicBezTo>
                  <a:cubicBezTo>
                    <a:pt x="566" y="1902"/>
                    <a:pt x="580" y="1895"/>
                    <a:pt x="597" y="1895"/>
                  </a:cubicBezTo>
                  <a:cubicBezTo>
                    <a:pt x="605" y="1895"/>
                    <a:pt x="613" y="1896"/>
                    <a:pt x="622" y="1900"/>
                  </a:cubicBezTo>
                  <a:cubicBezTo>
                    <a:pt x="757" y="1952"/>
                    <a:pt x="880" y="1976"/>
                    <a:pt x="992" y="1976"/>
                  </a:cubicBezTo>
                  <a:cubicBezTo>
                    <a:pt x="1716" y="1976"/>
                    <a:pt x="1962" y="984"/>
                    <a:pt x="1592" y="365"/>
                  </a:cubicBezTo>
                  <a:cubicBezTo>
                    <a:pt x="1509" y="226"/>
                    <a:pt x="1410" y="108"/>
                    <a:pt x="1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6;p64"/>
            <p:cNvSpPr/>
            <p:nvPr/>
          </p:nvSpPr>
          <p:spPr>
            <a:xfrm>
              <a:off x="4614550" y="628000"/>
              <a:ext cx="54675" cy="58025"/>
            </a:xfrm>
            <a:custGeom>
              <a:avLst/>
              <a:gdLst/>
              <a:ahLst/>
              <a:cxnLst/>
              <a:rect l="l" t="t" r="r" b="b"/>
              <a:pathLst>
                <a:path w="2187" h="2321" extrusionOk="0">
                  <a:moveTo>
                    <a:pt x="1008" y="1"/>
                  </a:moveTo>
                  <a:cubicBezTo>
                    <a:pt x="146" y="1"/>
                    <a:pt x="0" y="1302"/>
                    <a:pt x="132" y="1986"/>
                  </a:cubicBezTo>
                  <a:cubicBezTo>
                    <a:pt x="146" y="2058"/>
                    <a:pt x="81" y="2120"/>
                    <a:pt x="19" y="2120"/>
                  </a:cubicBezTo>
                  <a:lnTo>
                    <a:pt x="19" y="2131"/>
                  </a:lnTo>
                  <a:cubicBezTo>
                    <a:pt x="348" y="2144"/>
                    <a:pt x="692" y="2216"/>
                    <a:pt x="1025" y="2320"/>
                  </a:cubicBezTo>
                  <a:cubicBezTo>
                    <a:pt x="1029" y="2315"/>
                    <a:pt x="1030" y="2309"/>
                    <a:pt x="1035" y="2307"/>
                  </a:cubicBezTo>
                  <a:cubicBezTo>
                    <a:pt x="1591" y="1835"/>
                    <a:pt x="778" y="1334"/>
                    <a:pt x="407" y="1154"/>
                  </a:cubicBezTo>
                  <a:cubicBezTo>
                    <a:pt x="298" y="1102"/>
                    <a:pt x="361" y="944"/>
                    <a:pt x="465" y="944"/>
                  </a:cubicBezTo>
                  <a:cubicBezTo>
                    <a:pt x="474" y="944"/>
                    <a:pt x="483" y="945"/>
                    <a:pt x="493" y="947"/>
                  </a:cubicBezTo>
                  <a:cubicBezTo>
                    <a:pt x="864" y="1051"/>
                    <a:pt x="1234" y="1149"/>
                    <a:pt x="1606" y="1248"/>
                  </a:cubicBezTo>
                  <a:cubicBezTo>
                    <a:pt x="1750" y="956"/>
                    <a:pt x="1938" y="694"/>
                    <a:pt x="2187" y="485"/>
                  </a:cubicBezTo>
                  <a:cubicBezTo>
                    <a:pt x="1935" y="333"/>
                    <a:pt x="1681" y="183"/>
                    <a:pt x="1407" y="80"/>
                  </a:cubicBezTo>
                  <a:cubicBezTo>
                    <a:pt x="1259" y="26"/>
                    <a:pt x="1127" y="1"/>
                    <a:pt x="1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27;p64"/>
            <p:cNvSpPr/>
            <p:nvPr/>
          </p:nvSpPr>
          <p:spPr>
            <a:xfrm>
              <a:off x="4586075" y="688100"/>
              <a:ext cx="47100" cy="17425"/>
            </a:xfrm>
            <a:custGeom>
              <a:avLst/>
              <a:gdLst/>
              <a:ahLst/>
              <a:cxnLst/>
              <a:rect l="l" t="t" r="r" b="b"/>
              <a:pathLst>
                <a:path w="1884" h="697" extrusionOk="0">
                  <a:moveTo>
                    <a:pt x="1126" y="0"/>
                  </a:moveTo>
                  <a:cubicBezTo>
                    <a:pt x="694" y="0"/>
                    <a:pt x="297" y="131"/>
                    <a:pt x="0" y="483"/>
                  </a:cubicBezTo>
                  <a:lnTo>
                    <a:pt x="53" y="527"/>
                  </a:lnTo>
                  <a:cubicBezTo>
                    <a:pt x="68" y="514"/>
                    <a:pt x="87" y="506"/>
                    <a:pt x="108" y="506"/>
                  </a:cubicBezTo>
                  <a:cubicBezTo>
                    <a:pt x="120" y="506"/>
                    <a:pt x="133" y="508"/>
                    <a:pt x="147" y="514"/>
                  </a:cubicBezTo>
                  <a:cubicBezTo>
                    <a:pt x="422" y="620"/>
                    <a:pt x="708" y="697"/>
                    <a:pt x="974" y="697"/>
                  </a:cubicBezTo>
                  <a:cubicBezTo>
                    <a:pt x="1346" y="697"/>
                    <a:pt x="1678" y="545"/>
                    <a:pt x="1884" y="110"/>
                  </a:cubicBezTo>
                  <a:cubicBezTo>
                    <a:pt x="1628" y="42"/>
                    <a:pt x="1371" y="0"/>
                    <a:pt x="11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028;p64"/>
            <p:cNvSpPr/>
            <p:nvPr/>
          </p:nvSpPr>
          <p:spPr>
            <a:xfrm>
              <a:off x="4569875" y="700150"/>
              <a:ext cx="44500" cy="46550"/>
            </a:xfrm>
            <a:custGeom>
              <a:avLst/>
              <a:gdLst/>
              <a:ahLst/>
              <a:cxnLst/>
              <a:rect l="l" t="t" r="r" b="b"/>
              <a:pathLst>
                <a:path w="1780" h="1862" extrusionOk="0">
                  <a:moveTo>
                    <a:pt x="648" y="1"/>
                  </a:moveTo>
                  <a:cubicBezTo>
                    <a:pt x="560" y="102"/>
                    <a:pt x="482" y="225"/>
                    <a:pt x="414" y="369"/>
                  </a:cubicBezTo>
                  <a:cubicBezTo>
                    <a:pt x="1" y="1236"/>
                    <a:pt x="643" y="1633"/>
                    <a:pt x="1422" y="1862"/>
                  </a:cubicBezTo>
                  <a:cubicBezTo>
                    <a:pt x="1531" y="1556"/>
                    <a:pt x="1657" y="1258"/>
                    <a:pt x="1779" y="959"/>
                  </a:cubicBezTo>
                  <a:cubicBezTo>
                    <a:pt x="1355" y="802"/>
                    <a:pt x="990" y="561"/>
                    <a:pt x="688" y="214"/>
                  </a:cubicBezTo>
                  <a:cubicBezTo>
                    <a:pt x="646" y="167"/>
                    <a:pt x="657" y="84"/>
                    <a:pt x="702" y="45"/>
                  </a:cubicBezTo>
                  <a:lnTo>
                    <a:pt x="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029;p64"/>
            <p:cNvSpPr/>
            <p:nvPr/>
          </p:nvSpPr>
          <p:spPr>
            <a:xfrm>
              <a:off x="4566350" y="438250"/>
              <a:ext cx="685675" cy="515725"/>
            </a:xfrm>
            <a:custGeom>
              <a:avLst/>
              <a:gdLst/>
              <a:ahLst/>
              <a:cxnLst/>
              <a:rect l="l" t="t" r="r" b="b"/>
              <a:pathLst>
                <a:path w="27427" h="20629" extrusionOk="0">
                  <a:moveTo>
                    <a:pt x="11962" y="408"/>
                  </a:moveTo>
                  <a:cubicBezTo>
                    <a:pt x="12248" y="854"/>
                    <a:pt x="12302" y="1558"/>
                    <a:pt x="12307" y="2209"/>
                  </a:cubicBezTo>
                  <a:cubicBezTo>
                    <a:pt x="11972" y="2012"/>
                    <a:pt x="11675" y="1755"/>
                    <a:pt x="11393" y="1486"/>
                  </a:cubicBezTo>
                  <a:cubicBezTo>
                    <a:pt x="11572" y="1124"/>
                    <a:pt x="11759" y="765"/>
                    <a:pt x="11962" y="408"/>
                  </a:cubicBezTo>
                  <a:close/>
                  <a:moveTo>
                    <a:pt x="9142" y="2592"/>
                  </a:moveTo>
                  <a:cubicBezTo>
                    <a:pt x="9195" y="2592"/>
                    <a:pt x="9246" y="2609"/>
                    <a:pt x="9293" y="2646"/>
                  </a:cubicBezTo>
                  <a:cubicBezTo>
                    <a:pt x="9477" y="2789"/>
                    <a:pt x="9580" y="3286"/>
                    <a:pt x="9652" y="3514"/>
                  </a:cubicBezTo>
                  <a:cubicBezTo>
                    <a:pt x="9707" y="3683"/>
                    <a:pt x="9750" y="3854"/>
                    <a:pt x="9791" y="4028"/>
                  </a:cubicBezTo>
                  <a:cubicBezTo>
                    <a:pt x="9500" y="3902"/>
                    <a:pt x="9196" y="3841"/>
                    <a:pt x="8892" y="3841"/>
                  </a:cubicBezTo>
                  <a:cubicBezTo>
                    <a:pt x="8569" y="3841"/>
                    <a:pt x="8245" y="3911"/>
                    <a:pt x="7939" y="4046"/>
                  </a:cubicBezTo>
                  <a:lnTo>
                    <a:pt x="7944" y="4041"/>
                  </a:lnTo>
                  <a:cubicBezTo>
                    <a:pt x="8106" y="3770"/>
                    <a:pt x="8700" y="2592"/>
                    <a:pt x="9142" y="2592"/>
                  </a:cubicBezTo>
                  <a:close/>
                  <a:moveTo>
                    <a:pt x="11328" y="1623"/>
                  </a:moveTo>
                  <a:cubicBezTo>
                    <a:pt x="11621" y="1926"/>
                    <a:pt x="11955" y="2181"/>
                    <a:pt x="12290" y="2440"/>
                  </a:cubicBezTo>
                  <a:cubicBezTo>
                    <a:pt x="12294" y="2445"/>
                    <a:pt x="12300" y="2445"/>
                    <a:pt x="12307" y="2448"/>
                  </a:cubicBezTo>
                  <a:cubicBezTo>
                    <a:pt x="12304" y="2727"/>
                    <a:pt x="12297" y="2989"/>
                    <a:pt x="12299" y="3206"/>
                  </a:cubicBezTo>
                  <a:cubicBezTo>
                    <a:pt x="12302" y="3418"/>
                    <a:pt x="12302" y="3628"/>
                    <a:pt x="12299" y="3842"/>
                  </a:cubicBezTo>
                  <a:cubicBezTo>
                    <a:pt x="12292" y="4340"/>
                    <a:pt x="12268" y="4836"/>
                    <a:pt x="12231" y="5334"/>
                  </a:cubicBezTo>
                  <a:cubicBezTo>
                    <a:pt x="12194" y="5381"/>
                    <a:pt x="12189" y="5450"/>
                    <a:pt x="12217" y="5501"/>
                  </a:cubicBezTo>
                  <a:cubicBezTo>
                    <a:pt x="12216" y="5521"/>
                    <a:pt x="12216" y="5542"/>
                    <a:pt x="12215" y="5560"/>
                  </a:cubicBezTo>
                  <a:cubicBezTo>
                    <a:pt x="11854" y="5365"/>
                    <a:pt x="11500" y="5176"/>
                    <a:pt x="11173" y="4927"/>
                  </a:cubicBezTo>
                  <a:cubicBezTo>
                    <a:pt x="10853" y="4683"/>
                    <a:pt x="10591" y="4383"/>
                    <a:pt x="10287" y="4127"/>
                  </a:cubicBezTo>
                  <a:cubicBezTo>
                    <a:pt x="10439" y="3708"/>
                    <a:pt x="10600" y="3295"/>
                    <a:pt x="10769" y="2884"/>
                  </a:cubicBezTo>
                  <a:cubicBezTo>
                    <a:pt x="11102" y="3335"/>
                    <a:pt x="11563" y="3730"/>
                    <a:pt x="12074" y="3945"/>
                  </a:cubicBezTo>
                  <a:cubicBezTo>
                    <a:pt x="12090" y="3952"/>
                    <a:pt x="12105" y="3955"/>
                    <a:pt x="12119" y="3955"/>
                  </a:cubicBezTo>
                  <a:cubicBezTo>
                    <a:pt x="12184" y="3955"/>
                    <a:pt x="12235" y="3897"/>
                    <a:pt x="12235" y="3842"/>
                  </a:cubicBezTo>
                  <a:cubicBezTo>
                    <a:pt x="12235" y="3812"/>
                    <a:pt x="12219" y="3782"/>
                    <a:pt x="12180" y="3764"/>
                  </a:cubicBezTo>
                  <a:cubicBezTo>
                    <a:pt x="11644" y="3501"/>
                    <a:pt x="11205" y="3190"/>
                    <a:pt x="10829" y="2735"/>
                  </a:cubicBezTo>
                  <a:cubicBezTo>
                    <a:pt x="10986" y="2361"/>
                    <a:pt x="11152" y="1989"/>
                    <a:pt x="11328" y="1623"/>
                  </a:cubicBezTo>
                  <a:close/>
                  <a:moveTo>
                    <a:pt x="13914" y="4314"/>
                  </a:moveTo>
                  <a:cubicBezTo>
                    <a:pt x="14049" y="4884"/>
                    <a:pt x="14071" y="5430"/>
                    <a:pt x="14039" y="6003"/>
                  </a:cubicBezTo>
                  <a:cubicBezTo>
                    <a:pt x="14005" y="5957"/>
                    <a:pt x="13967" y="5912"/>
                    <a:pt x="13925" y="5869"/>
                  </a:cubicBezTo>
                  <a:cubicBezTo>
                    <a:pt x="13558" y="5486"/>
                    <a:pt x="13081" y="5288"/>
                    <a:pt x="12567" y="5273"/>
                  </a:cubicBezTo>
                  <a:cubicBezTo>
                    <a:pt x="13004" y="4924"/>
                    <a:pt x="13444" y="4610"/>
                    <a:pt x="13914" y="4314"/>
                  </a:cubicBezTo>
                  <a:close/>
                  <a:moveTo>
                    <a:pt x="10238" y="4253"/>
                  </a:moveTo>
                  <a:cubicBezTo>
                    <a:pt x="10642" y="4921"/>
                    <a:pt x="11476" y="5489"/>
                    <a:pt x="12169" y="5771"/>
                  </a:cubicBezTo>
                  <a:cubicBezTo>
                    <a:pt x="12178" y="5775"/>
                    <a:pt x="12186" y="5776"/>
                    <a:pt x="12194" y="5776"/>
                  </a:cubicBezTo>
                  <a:cubicBezTo>
                    <a:pt x="12191" y="5811"/>
                    <a:pt x="12189" y="5849"/>
                    <a:pt x="12186" y="5885"/>
                  </a:cubicBezTo>
                  <a:cubicBezTo>
                    <a:pt x="12185" y="5893"/>
                    <a:pt x="12189" y="5899"/>
                    <a:pt x="12188" y="5908"/>
                  </a:cubicBezTo>
                  <a:cubicBezTo>
                    <a:pt x="11893" y="5990"/>
                    <a:pt x="11614" y="6035"/>
                    <a:pt x="11346" y="6038"/>
                  </a:cubicBezTo>
                  <a:cubicBezTo>
                    <a:pt x="11319" y="5998"/>
                    <a:pt x="11272" y="5978"/>
                    <a:pt x="11224" y="5978"/>
                  </a:cubicBezTo>
                  <a:cubicBezTo>
                    <a:pt x="11179" y="5978"/>
                    <a:pt x="11134" y="5995"/>
                    <a:pt x="11102" y="6029"/>
                  </a:cubicBezTo>
                  <a:cubicBezTo>
                    <a:pt x="10639" y="5988"/>
                    <a:pt x="10204" y="5811"/>
                    <a:pt x="9767" y="5475"/>
                  </a:cubicBezTo>
                  <a:cubicBezTo>
                    <a:pt x="9793" y="5465"/>
                    <a:pt x="9818" y="5445"/>
                    <a:pt x="9831" y="5407"/>
                  </a:cubicBezTo>
                  <a:cubicBezTo>
                    <a:pt x="9945" y="5077"/>
                    <a:pt x="10060" y="4749"/>
                    <a:pt x="10179" y="4423"/>
                  </a:cubicBezTo>
                  <a:cubicBezTo>
                    <a:pt x="10246" y="4417"/>
                    <a:pt x="10283" y="4332"/>
                    <a:pt x="10230" y="4278"/>
                  </a:cubicBezTo>
                  <a:cubicBezTo>
                    <a:pt x="10232" y="4269"/>
                    <a:pt x="10236" y="4261"/>
                    <a:pt x="10238" y="4253"/>
                  </a:cubicBezTo>
                  <a:close/>
                  <a:moveTo>
                    <a:pt x="8966" y="4101"/>
                  </a:moveTo>
                  <a:cubicBezTo>
                    <a:pt x="9236" y="4101"/>
                    <a:pt x="9528" y="4158"/>
                    <a:pt x="9848" y="4288"/>
                  </a:cubicBezTo>
                  <a:lnTo>
                    <a:pt x="9863" y="4358"/>
                  </a:lnTo>
                  <a:cubicBezTo>
                    <a:pt x="9864" y="4367"/>
                    <a:pt x="9869" y="4372"/>
                    <a:pt x="9873" y="4381"/>
                  </a:cubicBezTo>
                  <a:cubicBezTo>
                    <a:pt x="9778" y="4702"/>
                    <a:pt x="9694" y="5025"/>
                    <a:pt x="9626" y="5351"/>
                  </a:cubicBezTo>
                  <a:cubicBezTo>
                    <a:pt x="9619" y="5390"/>
                    <a:pt x="9630" y="5420"/>
                    <a:pt x="9648" y="5443"/>
                  </a:cubicBezTo>
                  <a:cubicBezTo>
                    <a:pt x="9614" y="5463"/>
                    <a:pt x="9595" y="5511"/>
                    <a:pt x="9631" y="5555"/>
                  </a:cubicBezTo>
                  <a:cubicBezTo>
                    <a:pt x="9958" y="5951"/>
                    <a:pt x="10463" y="6210"/>
                    <a:pt x="10989" y="6292"/>
                  </a:cubicBezTo>
                  <a:cubicBezTo>
                    <a:pt x="10565" y="7273"/>
                    <a:pt x="9664" y="7574"/>
                    <a:pt x="8646" y="7574"/>
                  </a:cubicBezTo>
                  <a:cubicBezTo>
                    <a:pt x="7543" y="7574"/>
                    <a:pt x="6302" y="7220"/>
                    <a:pt x="5383" y="6997"/>
                  </a:cubicBezTo>
                  <a:cubicBezTo>
                    <a:pt x="6587" y="5988"/>
                    <a:pt x="7421" y="4101"/>
                    <a:pt x="8966" y="4101"/>
                  </a:cubicBezTo>
                  <a:close/>
                  <a:moveTo>
                    <a:pt x="12503" y="5566"/>
                  </a:moveTo>
                  <a:cubicBezTo>
                    <a:pt x="13248" y="5594"/>
                    <a:pt x="13879" y="6022"/>
                    <a:pt x="14093" y="6779"/>
                  </a:cubicBezTo>
                  <a:cubicBezTo>
                    <a:pt x="14200" y="7159"/>
                    <a:pt x="14220" y="7514"/>
                    <a:pt x="14367" y="7864"/>
                  </a:cubicBezTo>
                  <a:cubicBezTo>
                    <a:pt x="14102" y="7918"/>
                    <a:pt x="13813" y="7949"/>
                    <a:pt x="13523" y="7949"/>
                  </a:cubicBezTo>
                  <a:cubicBezTo>
                    <a:pt x="12456" y="7949"/>
                    <a:pt x="11368" y="7532"/>
                    <a:pt x="11360" y="6320"/>
                  </a:cubicBezTo>
                  <a:cubicBezTo>
                    <a:pt x="11688" y="6319"/>
                    <a:pt x="12013" y="6247"/>
                    <a:pt x="12295" y="6092"/>
                  </a:cubicBezTo>
                  <a:cubicBezTo>
                    <a:pt x="12325" y="6076"/>
                    <a:pt x="12340" y="6051"/>
                    <a:pt x="12342" y="6023"/>
                  </a:cubicBezTo>
                  <a:cubicBezTo>
                    <a:pt x="12408" y="6013"/>
                    <a:pt x="12470" y="5970"/>
                    <a:pt x="12477" y="5886"/>
                  </a:cubicBezTo>
                  <a:cubicBezTo>
                    <a:pt x="12487" y="5779"/>
                    <a:pt x="12496" y="5673"/>
                    <a:pt x="12503" y="5566"/>
                  </a:cubicBezTo>
                  <a:close/>
                  <a:moveTo>
                    <a:pt x="1915" y="9993"/>
                  </a:moveTo>
                  <a:cubicBezTo>
                    <a:pt x="2160" y="9993"/>
                    <a:pt x="2417" y="10036"/>
                    <a:pt x="2673" y="10104"/>
                  </a:cubicBezTo>
                  <a:cubicBezTo>
                    <a:pt x="2467" y="10540"/>
                    <a:pt x="2135" y="10691"/>
                    <a:pt x="1763" y="10691"/>
                  </a:cubicBezTo>
                  <a:cubicBezTo>
                    <a:pt x="1497" y="10691"/>
                    <a:pt x="1211" y="10614"/>
                    <a:pt x="936" y="10508"/>
                  </a:cubicBezTo>
                  <a:cubicBezTo>
                    <a:pt x="922" y="10502"/>
                    <a:pt x="909" y="10500"/>
                    <a:pt x="897" y="10500"/>
                  </a:cubicBezTo>
                  <a:cubicBezTo>
                    <a:pt x="876" y="10500"/>
                    <a:pt x="857" y="10508"/>
                    <a:pt x="842" y="10521"/>
                  </a:cubicBezTo>
                  <a:cubicBezTo>
                    <a:pt x="798" y="10560"/>
                    <a:pt x="785" y="10643"/>
                    <a:pt x="829" y="10690"/>
                  </a:cubicBezTo>
                  <a:cubicBezTo>
                    <a:pt x="1131" y="11037"/>
                    <a:pt x="1494" y="11280"/>
                    <a:pt x="1920" y="11435"/>
                  </a:cubicBezTo>
                  <a:cubicBezTo>
                    <a:pt x="1798" y="11734"/>
                    <a:pt x="1671" y="12032"/>
                    <a:pt x="1562" y="12338"/>
                  </a:cubicBezTo>
                  <a:cubicBezTo>
                    <a:pt x="784" y="12109"/>
                    <a:pt x="142" y="11712"/>
                    <a:pt x="555" y="10845"/>
                  </a:cubicBezTo>
                  <a:cubicBezTo>
                    <a:pt x="623" y="10701"/>
                    <a:pt x="703" y="10578"/>
                    <a:pt x="789" y="10477"/>
                  </a:cubicBezTo>
                  <a:cubicBezTo>
                    <a:pt x="1086" y="10124"/>
                    <a:pt x="1483" y="9993"/>
                    <a:pt x="1915" y="9993"/>
                  </a:cubicBezTo>
                  <a:close/>
                  <a:moveTo>
                    <a:pt x="2869" y="10162"/>
                  </a:moveTo>
                  <a:cubicBezTo>
                    <a:pt x="3328" y="10306"/>
                    <a:pt x="3775" y="10517"/>
                    <a:pt x="4136" y="10702"/>
                  </a:cubicBezTo>
                  <a:cubicBezTo>
                    <a:pt x="4156" y="10711"/>
                    <a:pt x="4175" y="10716"/>
                    <a:pt x="4193" y="10716"/>
                  </a:cubicBezTo>
                  <a:cubicBezTo>
                    <a:pt x="4222" y="10716"/>
                    <a:pt x="4248" y="10705"/>
                    <a:pt x="4270" y="10689"/>
                  </a:cubicBezTo>
                  <a:cubicBezTo>
                    <a:pt x="4285" y="11836"/>
                    <a:pt x="4984" y="12959"/>
                    <a:pt x="5963" y="13537"/>
                  </a:cubicBezTo>
                  <a:cubicBezTo>
                    <a:pt x="6073" y="13601"/>
                    <a:pt x="6185" y="13656"/>
                    <a:pt x="6298" y="13707"/>
                  </a:cubicBezTo>
                  <a:cubicBezTo>
                    <a:pt x="5231" y="13308"/>
                    <a:pt x="4146" y="12954"/>
                    <a:pt x="3042" y="12667"/>
                  </a:cubicBezTo>
                  <a:cubicBezTo>
                    <a:pt x="2710" y="12582"/>
                    <a:pt x="2193" y="12509"/>
                    <a:pt x="1706" y="12379"/>
                  </a:cubicBezTo>
                  <a:cubicBezTo>
                    <a:pt x="1869" y="12067"/>
                    <a:pt x="2009" y="11744"/>
                    <a:pt x="2159" y="11427"/>
                  </a:cubicBezTo>
                  <a:cubicBezTo>
                    <a:pt x="2187" y="11361"/>
                    <a:pt x="2164" y="11289"/>
                    <a:pt x="2092" y="11266"/>
                  </a:cubicBezTo>
                  <a:cubicBezTo>
                    <a:pt x="1797" y="11171"/>
                    <a:pt x="1542" y="11030"/>
                    <a:pt x="1311" y="10848"/>
                  </a:cubicBezTo>
                  <a:lnTo>
                    <a:pt x="1311" y="10848"/>
                  </a:lnTo>
                  <a:cubicBezTo>
                    <a:pt x="1462" y="10880"/>
                    <a:pt x="1612" y="10899"/>
                    <a:pt x="1757" y="10899"/>
                  </a:cubicBezTo>
                  <a:cubicBezTo>
                    <a:pt x="2210" y="10899"/>
                    <a:pt x="2615" y="10717"/>
                    <a:pt x="2858" y="10204"/>
                  </a:cubicBezTo>
                  <a:cubicBezTo>
                    <a:pt x="2863" y="10190"/>
                    <a:pt x="2866" y="10175"/>
                    <a:pt x="2869" y="10162"/>
                  </a:cubicBezTo>
                  <a:close/>
                  <a:moveTo>
                    <a:pt x="21530" y="11098"/>
                  </a:moveTo>
                  <a:cubicBezTo>
                    <a:pt x="22291" y="11098"/>
                    <a:pt x="23088" y="11358"/>
                    <a:pt x="23715" y="11806"/>
                  </a:cubicBezTo>
                  <a:cubicBezTo>
                    <a:pt x="24764" y="12559"/>
                    <a:pt x="25497" y="14176"/>
                    <a:pt x="26890" y="14257"/>
                  </a:cubicBezTo>
                  <a:cubicBezTo>
                    <a:pt x="25849" y="15339"/>
                    <a:pt x="24475" y="15892"/>
                    <a:pt x="23088" y="15892"/>
                  </a:cubicBezTo>
                  <a:cubicBezTo>
                    <a:pt x="21873" y="15892"/>
                    <a:pt x="20650" y="15467"/>
                    <a:pt x="19634" y="14604"/>
                  </a:cubicBezTo>
                  <a:cubicBezTo>
                    <a:pt x="19653" y="13965"/>
                    <a:pt x="19500" y="13345"/>
                    <a:pt x="19121" y="12834"/>
                  </a:cubicBezTo>
                  <a:cubicBezTo>
                    <a:pt x="19468" y="11610"/>
                    <a:pt x="20463" y="11098"/>
                    <a:pt x="21530" y="11098"/>
                  </a:cubicBezTo>
                  <a:close/>
                  <a:moveTo>
                    <a:pt x="19603" y="14969"/>
                  </a:moveTo>
                  <a:cubicBezTo>
                    <a:pt x="20033" y="15313"/>
                    <a:pt x="20497" y="15585"/>
                    <a:pt x="20981" y="15784"/>
                  </a:cubicBezTo>
                  <a:cubicBezTo>
                    <a:pt x="20977" y="15825"/>
                    <a:pt x="20993" y="15867"/>
                    <a:pt x="21039" y="15888"/>
                  </a:cubicBezTo>
                  <a:cubicBezTo>
                    <a:pt x="21443" y="16082"/>
                    <a:pt x="21889" y="16251"/>
                    <a:pt x="22251" y="16525"/>
                  </a:cubicBezTo>
                  <a:cubicBezTo>
                    <a:pt x="22061" y="16696"/>
                    <a:pt x="21851" y="16830"/>
                    <a:pt x="21604" y="16923"/>
                  </a:cubicBezTo>
                  <a:cubicBezTo>
                    <a:pt x="21512" y="16958"/>
                    <a:pt x="21496" y="17072"/>
                    <a:pt x="21578" y="17127"/>
                  </a:cubicBezTo>
                  <a:cubicBezTo>
                    <a:pt x="21731" y="17229"/>
                    <a:pt x="21883" y="17333"/>
                    <a:pt x="22034" y="17435"/>
                  </a:cubicBezTo>
                  <a:cubicBezTo>
                    <a:pt x="22132" y="17500"/>
                    <a:pt x="22246" y="17564"/>
                    <a:pt x="22333" y="17643"/>
                  </a:cubicBezTo>
                  <a:cubicBezTo>
                    <a:pt x="22405" y="17708"/>
                    <a:pt x="22462" y="17775"/>
                    <a:pt x="22367" y="17775"/>
                  </a:cubicBezTo>
                  <a:cubicBezTo>
                    <a:pt x="22358" y="17775"/>
                    <a:pt x="22346" y="17775"/>
                    <a:pt x="22334" y="17773"/>
                  </a:cubicBezTo>
                  <a:cubicBezTo>
                    <a:pt x="22207" y="17759"/>
                    <a:pt x="22029" y="17616"/>
                    <a:pt x="21928" y="17549"/>
                  </a:cubicBezTo>
                  <a:cubicBezTo>
                    <a:pt x="21758" y="17443"/>
                    <a:pt x="21603" y="17320"/>
                    <a:pt x="21449" y="17193"/>
                  </a:cubicBezTo>
                  <a:cubicBezTo>
                    <a:pt x="21429" y="17176"/>
                    <a:pt x="21400" y="17165"/>
                    <a:pt x="21372" y="17165"/>
                  </a:cubicBezTo>
                  <a:cubicBezTo>
                    <a:pt x="21341" y="17165"/>
                    <a:pt x="21311" y="17179"/>
                    <a:pt x="21298" y="17212"/>
                  </a:cubicBezTo>
                  <a:cubicBezTo>
                    <a:pt x="21207" y="17419"/>
                    <a:pt x="21109" y="17622"/>
                    <a:pt x="21017" y="17828"/>
                  </a:cubicBezTo>
                  <a:cubicBezTo>
                    <a:pt x="20429" y="17301"/>
                    <a:pt x="19693" y="16902"/>
                    <a:pt x="18982" y="16704"/>
                  </a:cubicBezTo>
                  <a:cubicBezTo>
                    <a:pt x="19302" y="16183"/>
                    <a:pt x="19523" y="15577"/>
                    <a:pt x="19603" y="14969"/>
                  </a:cubicBezTo>
                  <a:close/>
                  <a:moveTo>
                    <a:pt x="22423" y="16668"/>
                  </a:moveTo>
                  <a:cubicBezTo>
                    <a:pt x="22536" y="16773"/>
                    <a:pt x="22635" y="16892"/>
                    <a:pt x="22718" y="17031"/>
                  </a:cubicBezTo>
                  <a:cubicBezTo>
                    <a:pt x="23088" y="17649"/>
                    <a:pt x="22843" y="18642"/>
                    <a:pt x="22117" y="18642"/>
                  </a:cubicBezTo>
                  <a:cubicBezTo>
                    <a:pt x="22006" y="18642"/>
                    <a:pt x="21882" y="18618"/>
                    <a:pt x="21748" y="18566"/>
                  </a:cubicBezTo>
                  <a:cubicBezTo>
                    <a:pt x="21739" y="18562"/>
                    <a:pt x="21730" y="18560"/>
                    <a:pt x="21722" y="18560"/>
                  </a:cubicBezTo>
                  <a:cubicBezTo>
                    <a:pt x="21706" y="18560"/>
                    <a:pt x="21692" y="18567"/>
                    <a:pt x="21680" y="18579"/>
                  </a:cubicBezTo>
                  <a:cubicBezTo>
                    <a:pt x="21523" y="18349"/>
                    <a:pt x="21334" y="18132"/>
                    <a:pt x="21126" y="17932"/>
                  </a:cubicBezTo>
                  <a:cubicBezTo>
                    <a:pt x="21221" y="17759"/>
                    <a:pt x="21313" y="17587"/>
                    <a:pt x="21406" y="17414"/>
                  </a:cubicBezTo>
                  <a:cubicBezTo>
                    <a:pt x="21726" y="17700"/>
                    <a:pt x="22091" y="17913"/>
                    <a:pt x="22488" y="18074"/>
                  </a:cubicBezTo>
                  <a:cubicBezTo>
                    <a:pt x="22496" y="18076"/>
                    <a:pt x="22504" y="18078"/>
                    <a:pt x="22514" y="18078"/>
                  </a:cubicBezTo>
                  <a:cubicBezTo>
                    <a:pt x="22543" y="18078"/>
                    <a:pt x="22576" y="18065"/>
                    <a:pt x="22593" y="18046"/>
                  </a:cubicBezTo>
                  <a:cubicBezTo>
                    <a:pt x="22907" y="17662"/>
                    <a:pt x="22255" y="17274"/>
                    <a:pt x="21874" y="17046"/>
                  </a:cubicBezTo>
                  <a:cubicBezTo>
                    <a:pt x="22078" y="16948"/>
                    <a:pt x="22260" y="16821"/>
                    <a:pt x="22423" y="16668"/>
                  </a:cubicBezTo>
                  <a:close/>
                  <a:moveTo>
                    <a:pt x="11098" y="6727"/>
                  </a:moveTo>
                  <a:cubicBezTo>
                    <a:pt x="11310" y="7772"/>
                    <a:pt x="12351" y="8202"/>
                    <a:pt x="13410" y="8240"/>
                  </a:cubicBezTo>
                  <a:cubicBezTo>
                    <a:pt x="13391" y="8246"/>
                    <a:pt x="13374" y="8257"/>
                    <a:pt x="13360" y="8272"/>
                  </a:cubicBezTo>
                  <a:cubicBezTo>
                    <a:pt x="12932" y="8735"/>
                    <a:pt x="13429" y="10100"/>
                    <a:pt x="13718" y="10543"/>
                  </a:cubicBezTo>
                  <a:cubicBezTo>
                    <a:pt x="14155" y="11224"/>
                    <a:pt x="14907" y="11528"/>
                    <a:pt x="15665" y="11706"/>
                  </a:cubicBezTo>
                  <a:cubicBezTo>
                    <a:pt x="16676" y="11942"/>
                    <a:pt x="17881" y="11974"/>
                    <a:pt x="18653" y="12757"/>
                  </a:cubicBezTo>
                  <a:cubicBezTo>
                    <a:pt x="19193" y="13305"/>
                    <a:pt x="19372" y="13949"/>
                    <a:pt x="19339" y="14609"/>
                  </a:cubicBezTo>
                  <a:cubicBezTo>
                    <a:pt x="19323" y="14642"/>
                    <a:pt x="19318" y="14679"/>
                    <a:pt x="19333" y="14717"/>
                  </a:cubicBezTo>
                  <a:cubicBezTo>
                    <a:pt x="19266" y="15508"/>
                    <a:pt x="18904" y="16315"/>
                    <a:pt x="18495" y="16989"/>
                  </a:cubicBezTo>
                  <a:cubicBezTo>
                    <a:pt x="18444" y="17072"/>
                    <a:pt x="18524" y="17171"/>
                    <a:pt x="18604" y="17171"/>
                  </a:cubicBezTo>
                  <a:cubicBezTo>
                    <a:pt x="18631" y="17171"/>
                    <a:pt x="18659" y="17159"/>
                    <a:pt x="18680" y="17132"/>
                  </a:cubicBezTo>
                  <a:cubicBezTo>
                    <a:pt x="18730" y="17070"/>
                    <a:pt x="18777" y="17006"/>
                    <a:pt x="18823" y="16940"/>
                  </a:cubicBezTo>
                  <a:cubicBezTo>
                    <a:pt x="18831" y="16945"/>
                    <a:pt x="18837" y="16950"/>
                    <a:pt x="18844" y="16954"/>
                  </a:cubicBezTo>
                  <a:cubicBezTo>
                    <a:pt x="19392" y="17174"/>
                    <a:pt x="19914" y="17399"/>
                    <a:pt x="20401" y="17737"/>
                  </a:cubicBezTo>
                  <a:cubicBezTo>
                    <a:pt x="20601" y="17876"/>
                    <a:pt x="20785" y="18030"/>
                    <a:pt x="20961" y="18189"/>
                  </a:cubicBezTo>
                  <a:cubicBezTo>
                    <a:pt x="20732" y="18354"/>
                    <a:pt x="20508" y="18462"/>
                    <a:pt x="20227" y="18505"/>
                  </a:cubicBezTo>
                  <a:cubicBezTo>
                    <a:pt x="20143" y="18517"/>
                    <a:pt x="20126" y="18637"/>
                    <a:pt x="20180" y="18690"/>
                  </a:cubicBezTo>
                  <a:cubicBezTo>
                    <a:pt x="20443" y="18949"/>
                    <a:pt x="20660" y="19232"/>
                    <a:pt x="20842" y="19545"/>
                  </a:cubicBezTo>
                  <a:cubicBezTo>
                    <a:pt x="20479" y="19353"/>
                    <a:pt x="20115" y="19163"/>
                    <a:pt x="19749" y="18978"/>
                  </a:cubicBezTo>
                  <a:cubicBezTo>
                    <a:pt x="19733" y="18970"/>
                    <a:pt x="19713" y="18965"/>
                    <a:pt x="19694" y="18965"/>
                  </a:cubicBezTo>
                  <a:cubicBezTo>
                    <a:pt x="19658" y="18965"/>
                    <a:pt x="19622" y="18981"/>
                    <a:pt x="19605" y="19016"/>
                  </a:cubicBezTo>
                  <a:cubicBezTo>
                    <a:pt x="19414" y="19398"/>
                    <a:pt x="19148" y="19628"/>
                    <a:pt x="18825" y="19892"/>
                  </a:cubicBezTo>
                  <a:cubicBezTo>
                    <a:pt x="18821" y="19897"/>
                    <a:pt x="18816" y="19901"/>
                    <a:pt x="18815" y="19908"/>
                  </a:cubicBezTo>
                  <a:cubicBezTo>
                    <a:pt x="18530" y="19767"/>
                    <a:pt x="18254" y="19607"/>
                    <a:pt x="17982" y="19462"/>
                  </a:cubicBezTo>
                  <a:cubicBezTo>
                    <a:pt x="16997" y="18938"/>
                    <a:pt x="16015" y="18406"/>
                    <a:pt x="15031" y="17876"/>
                  </a:cubicBezTo>
                  <a:cubicBezTo>
                    <a:pt x="13066" y="16816"/>
                    <a:pt x="11093" y="15770"/>
                    <a:pt x="9058" y="14850"/>
                  </a:cubicBezTo>
                  <a:cubicBezTo>
                    <a:pt x="8300" y="14506"/>
                    <a:pt x="7533" y="14180"/>
                    <a:pt x="6756" y="13879"/>
                  </a:cubicBezTo>
                  <a:lnTo>
                    <a:pt x="6756" y="13879"/>
                  </a:lnTo>
                  <a:cubicBezTo>
                    <a:pt x="7153" y="14001"/>
                    <a:pt x="7570" y="14059"/>
                    <a:pt x="7992" y="14059"/>
                  </a:cubicBezTo>
                  <a:cubicBezTo>
                    <a:pt x="10119" y="14059"/>
                    <a:pt x="12367" y="12593"/>
                    <a:pt x="12790" y="10517"/>
                  </a:cubicBezTo>
                  <a:cubicBezTo>
                    <a:pt x="12814" y="10402"/>
                    <a:pt x="12717" y="10326"/>
                    <a:pt x="12627" y="10326"/>
                  </a:cubicBezTo>
                  <a:cubicBezTo>
                    <a:pt x="12568" y="10326"/>
                    <a:pt x="12513" y="10358"/>
                    <a:pt x="12497" y="10434"/>
                  </a:cubicBezTo>
                  <a:cubicBezTo>
                    <a:pt x="12100" y="12373"/>
                    <a:pt x="9990" y="13754"/>
                    <a:pt x="7999" y="13754"/>
                  </a:cubicBezTo>
                  <a:cubicBezTo>
                    <a:pt x="7372" y="13754"/>
                    <a:pt x="6758" y="13618"/>
                    <a:pt x="6212" y="13319"/>
                  </a:cubicBezTo>
                  <a:cubicBezTo>
                    <a:pt x="5233" y="12784"/>
                    <a:pt x="4532" y="11671"/>
                    <a:pt x="4579" y="10540"/>
                  </a:cubicBezTo>
                  <a:cubicBezTo>
                    <a:pt x="4636" y="9179"/>
                    <a:pt x="5815" y="8465"/>
                    <a:pt x="6762" y="7694"/>
                  </a:cubicBezTo>
                  <a:cubicBezTo>
                    <a:pt x="6787" y="7672"/>
                    <a:pt x="6793" y="7647"/>
                    <a:pt x="6787" y="7625"/>
                  </a:cubicBezTo>
                  <a:lnTo>
                    <a:pt x="6787" y="7625"/>
                  </a:lnTo>
                  <a:cubicBezTo>
                    <a:pt x="7400" y="7750"/>
                    <a:pt x="8042" y="7847"/>
                    <a:pt x="8649" y="7847"/>
                  </a:cubicBezTo>
                  <a:cubicBezTo>
                    <a:pt x="9657" y="7847"/>
                    <a:pt x="10571" y="7579"/>
                    <a:pt x="11098" y="6727"/>
                  </a:cubicBezTo>
                  <a:close/>
                  <a:moveTo>
                    <a:pt x="21109" y="18323"/>
                  </a:moveTo>
                  <a:cubicBezTo>
                    <a:pt x="21273" y="18477"/>
                    <a:pt x="21433" y="18633"/>
                    <a:pt x="21596" y="18789"/>
                  </a:cubicBezTo>
                  <a:cubicBezTo>
                    <a:pt x="21552" y="18819"/>
                    <a:pt x="21527" y="18869"/>
                    <a:pt x="21544" y="18933"/>
                  </a:cubicBezTo>
                  <a:cubicBezTo>
                    <a:pt x="21796" y="19870"/>
                    <a:pt x="20925" y="20305"/>
                    <a:pt x="20150" y="20305"/>
                  </a:cubicBezTo>
                  <a:cubicBezTo>
                    <a:pt x="20005" y="20305"/>
                    <a:pt x="19863" y="20290"/>
                    <a:pt x="19733" y="20260"/>
                  </a:cubicBezTo>
                  <a:cubicBezTo>
                    <a:pt x="19462" y="20198"/>
                    <a:pt x="19197" y="20093"/>
                    <a:pt x="18940" y="19971"/>
                  </a:cubicBezTo>
                  <a:cubicBezTo>
                    <a:pt x="19284" y="19819"/>
                    <a:pt x="19543" y="19531"/>
                    <a:pt x="19734" y="19210"/>
                  </a:cubicBezTo>
                  <a:cubicBezTo>
                    <a:pt x="20169" y="19445"/>
                    <a:pt x="20610" y="19673"/>
                    <a:pt x="21046" y="19902"/>
                  </a:cubicBezTo>
                  <a:cubicBezTo>
                    <a:pt x="21065" y="19912"/>
                    <a:pt x="21084" y="19917"/>
                    <a:pt x="21101" y="19917"/>
                  </a:cubicBezTo>
                  <a:cubicBezTo>
                    <a:pt x="21179" y="19917"/>
                    <a:pt x="21235" y="19832"/>
                    <a:pt x="21196" y="19751"/>
                  </a:cubicBezTo>
                  <a:cubicBezTo>
                    <a:pt x="21009" y="19353"/>
                    <a:pt x="20769" y="19002"/>
                    <a:pt x="20474" y="18683"/>
                  </a:cubicBezTo>
                  <a:cubicBezTo>
                    <a:pt x="20703" y="18623"/>
                    <a:pt x="20903" y="18520"/>
                    <a:pt x="21086" y="18353"/>
                  </a:cubicBezTo>
                  <a:cubicBezTo>
                    <a:pt x="21096" y="18344"/>
                    <a:pt x="21104" y="18334"/>
                    <a:pt x="21109" y="18323"/>
                  </a:cubicBezTo>
                  <a:close/>
                  <a:moveTo>
                    <a:pt x="11947" y="0"/>
                  </a:moveTo>
                  <a:cubicBezTo>
                    <a:pt x="11896" y="0"/>
                    <a:pt x="11844" y="27"/>
                    <a:pt x="11817" y="72"/>
                  </a:cubicBezTo>
                  <a:cubicBezTo>
                    <a:pt x="11113" y="1271"/>
                    <a:pt x="10475" y="2557"/>
                    <a:pt x="10030" y="3893"/>
                  </a:cubicBezTo>
                  <a:cubicBezTo>
                    <a:pt x="9947" y="3548"/>
                    <a:pt x="9833" y="3211"/>
                    <a:pt x="9693" y="2884"/>
                  </a:cubicBezTo>
                  <a:cubicBezTo>
                    <a:pt x="9598" y="2662"/>
                    <a:pt x="9477" y="2308"/>
                    <a:pt x="9196" y="2258"/>
                  </a:cubicBezTo>
                  <a:cubicBezTo>
                    <a:pt x="9174" y="2254"/>
                    <a:pt x="9153" y="2252"/>
                    <a:pt x="9133" y="2252"/>
                  </a:cubicBezTo>
                  <a:cubicBezTo>
                    <a:pt x="8883" y="2252"/>
                    <a:pt x="8714" y="2522"/>
                    <a:pt x="8575" y="2698"/>
                  </a:cubicBezTo>
                  <a:cubicBezTo>
                    <a:pt x="8270" y="3095"/>
                    <a:pt x="8002" y="3523"/>
                    <a:pt x="7811" y="3986"/>
                  </a:cubicBezTo>
                  <a:cubicBezTo>
                    <a:pt x="7788" y="4038"/>
                    <a:pt x="7834" y="4075"/>
                    <a:pt x="7879" y="4077"/>
                  </a:cubicBezTo>
                  <a:cubicBezTo>
                    <a:pt x="7705" y="4160"/>
                    <a:pt x="7537" y="4262"/>
                    <a:pt x="7378" y="4390"/>
                  </a:cubicBezTo>
                  <a:cubicBezTo>
                    <a:pt x="6449" y="5122"/>
                    <a:pt x="5959" y="6266"/>
                    <a:pt x="4975" y="6945"/>
                  </a:cubicBezTo>
                  <a:cubicBezTo>
                    <a:pt x="4879" y="7011"/>
                    <a:pt x="4879" y="7184"/>
                    <a:pt x="5010" y="7214"/>
                  </a:cubicBezTo>
                  <a:cubicBezTo>
                    <a:pt x="5471" y="7317"/>
                    <a:pt x="6023" y="7462"/>
                    <a:pt x="6606" y="7588"/>
                  </a:cubicBezTo>
                  <a:cubicBezTo>
                    <a:pt x="6102" y="7852"/>
                    <a:pt x="5604" y="8185"/>
                    <a:pt x="5195" y="8594"/>
                  </a:cubicBezTo>
                  <a:cubicBezTo>
                    <a:pt x="4685" y="9106"/>
                    <a:pt x="4322" y="9738"/>
                    <a:pt x="4279" y="10496"/>
                  </a:cubicBezTo>
                  <a:cubicBezTo>
                    <a:pt x="4273" y="10494"/>
                    <a:pt x="4270" y="10488"/>
                    <a:pt x="4265" y="10487"/>
                  </a:cubicBezTo>
                  <a:cubicBezTo>
                    <a:pt x="3947" y="10309"/>
                    <a:pt x="3564" y="10126"/>
                    <a:pt x="3160" y="9981"/>
                  </a:cubicBezTo>
                  <a:cubicBezTo>
                    <a:pt x="3338" y="9800"/>
                    <a:pt x="3389" y="9553"/>
                    <a:pt x="3310" y="9297"/>
                  </a:cubicBezTo>
                  <a:cubicBezTo>
                    <a:pt x="3267" y="9158"/>
                    <a:pt x="3187" y="9044"/>
                    <a:pt x="3087" y="8946"/>
                  </a:cubicBezTo>
                  <a:lnTo>
                    <a:pt x="3087" y="8946"/>
                  </a:lnTo>
                  <a:cubicBezTo>
                    <a:pt x="3247" y="8987"/>
                    <a:pt x="3405" y="9027"/>
                    <a:pt x="3565" y="9070"/>
                  </a:cubicBezTo>
                  <a:cubicBezTo>
                    <a:pt x="3573" y="9072"/>
                    <a:pt x="3582" y="9073"/>
                    <a:pt x="3591" y="9073"/>
                  </a:cubicBezTo>
                  <a:cubicBezTo>
                    <a:pt x="3628" y="9073"/>
                    <a:pt x="3670" y="9055"/>
                    <a:pt x="3687" y="9019"/>
                  </a:cubicBezTo>
                  <a:cubicBezTo>
                    <a:pt x="3838" y="8688"/>
                    <a:pt x="4052" y="8433"/>
                    <a:pt x="4317" y="8198"/>
                  </a:cubicBezTo>
                  <a:cubicBezTo>
                    <a:pt x="4566" y="8348"/>
                    <a:pt x="4818" y="8486"/>
                    <a:pt x="5098" y="8572"/>
                  </a:cubicBezTo>
                  <a:cubicBezTo>
                    <a:pt x="5106" y="8574"/>
                    <a:pt x="5113" y="8575"/>
                    <a:pt x="5120" y="8575"/>
                  </a:cubicBezTo>
                  <a:cubicBezTo>
                    <a:pt x="5135" y="8575"/>
                    <a:pt x="5149" y="8570"/>
                    <a:pt x="5160" y="8561"/>
                  </a:cubicBezTo>
                  <a:cubicBezTo>
                    <a:pt x="5195" y="8535"/>
                    <a:pt x="5208" y="8480"/>
                    <a:pt x="5171" y="8446"/>
                  </a:cubicBezTo>
                  <a:cubicBezTo>
                    <a:pt x="4714" y="8040"/>
                    <a:pt x="4122" y="7764"/>
                    <a:pt x="3590" y="7468"/>
                  </a:cubicBezTo>
                  <a:cubicBezTo>
                    <a:pt x="3342" y="7331"/>
                    <a:pt x="3129" y="7216"/>
                    <a:pt x="2908" y="7216"/>
                  </a:cubicBezTo>
                  <a:cubicBezTo>
                    <a:pt x="2763" y="7216"/>
                    <a:pt x="2616" y="7265"/>
                    <a:pt x="2454" y="7389"/>
                  </a:cubicBezTo>
                  <a:cubicBezTo>
                    <a:pt x="1787" y="7902"/>
                    <a:pt x="1529" y="8894"/>
                    <a:pt x="1874" y="9656"/>
                  </a:cubicBezTo>
                  <a:cubicBezTo>
                    <a:pt x="1890" y="9695"/>
                    <a:pt x="1920" y="9711"/>
                    <a:pt x="1950" y="9711"/>
                  </a:cubicBezTo>
                  <a:cubicBezTo>
                    <a:pt x="2011" y="9711"/>
                    <a:pt x="2077" y="9648"/>
                    <a:pt x="2062" y="9577"/>
                  </a:cubicBezTo>
                  <a:cubicBezTo>
                    <a:pt x="1930" y="8894"/>
                    <a:pt x="2077" y="7592"/>
                    <a:pt x="2939" y="7592"/>
                  </a:cubicBezTo>
                  <a:cubicBezTo>
                    <a:pt x="3057" y="7592"/>
                    <a:pt x="3190" y="7617"/>
                    <a:pt x="3337" y="7671"/>
                  </a:cubicBezTo>
                  <a:cubicBezTo>
                    <a:pt x="3611" y="7773"/>
                    <a:pt x="3865" y="7924"/>
                    <a:pt x="4118" y="8076"/>
                  </a:cubicBezTo>
                  <a:cubicBezTo>
                    <a:pt x="3870" y="8286"/>
                    <a:pt x="3680" y="8547"/>
                    <a:pt x="3537" y="8840"/>
                  </a:cubicBezTo>
                  <a:cubicBezTo>
                    <a:pt x="3165" y="8743"/>
                    <a:pt x="2793" y="8644"/>
                    <a:pt x="2424" y="8539"/>
                  </a:cubicBezTo>
                  <a:cubicBezTo>
                    <a:pt x="2414" y="8537"/>
                    <a:pt x="2405" y="8535"/>
                    <a:pt x="2396" y="8535"/>
                  </a:cubicBezTo>
                  <a:cubicBezTo>
                    <a:pt x="2292" y="8535"/>
                    <a:pt x="2230" y="8694"/>
                    <a:pt x="2337" y="8745"/>
                  </a:cubicBezTo>
                  <a:cubicBezTo>
                    <a:pt x="2708" y="8924"/>
                    <a:pt x="3522" y="9426"/>
                    <a:pt x="2965" y="9898"/>
                  </a:cubicBezTo>
                  <a:cubicBezTo>
                    <a:pt x="2961" y="9902"/>
                    <a:pt x="2959" y="9907"/>
                    <a:pt x="2957" y="9912"/>
                  </a:cubicBezTo>
                  <a:cubicBezTo>
                    <a:pt x="2622" y="9807"/>
                    <a:pt x="2279" y="9736"/>
                    <a:pt x="1950" y="9722"/>
                  </a:cubicBezTo>
                  <a:cubicBezTo>
                    <a:pt x="1909" y="9720"/>
                    <a:pt x="1868" y="9719"/>
                    <a:pt x="1827" y="9719"/>
                  </a:cubicBezTo>
                  <a:cubicBezTo>
                    <a:pt x="1112" y="9719"/>
                    <a:pt x="483" y="10021"/>
                    <a:pt x="194" y="10907"/>
                  </a:cubicBezTo>
                  <a:cubicBezTo>
                    <a:pt x="1" y="11504"/>
                    <a:pt x="207" y="12070"/>
                    <a:pt x="761" y="12374"/>
                  </a:cubicBezTo>
                  <a:cubicBezTo>
                    <a:pt x="1182" y="12603"/>
                    <a:pt x="1696" y="12651"/>
                    <a:pt x="2158" y="12756"/>
                  </a:cubicBezTo>
                  <a:cubicBezTo>
                    <a:pt x="2789" y="12898"/>
                    <a:pt x="3415" y="13064"/>
                    <a:pt x="4032" y="13250"/>
                  </a:cubicBezTo>
                  <a:cubicBezTo>
                    <a:pt x="8879" y="14697"/>
                    <a:pt x="13268" y="17298"/>
                    <a:pt x="17702" y="19664"/>
                  </a:cubicBezTo>
                  <a:cubicBezTo>
                    <a:pt x="18440" y="20057"/>
                    <a:pt x="19335" y="20629"/>
                    <a:pt x="20221" y="20629"/>
                  </a:cubicBezTo>
                  <a:cubicBezTo>
                    <a:pt x="20434" y="20629"/>
                    <a:pt x="20646" y="20596"/>
                    <a:pt x="20855" y="20520"/>
                  </a:cubicBezTo>
                  <a:cubicBezTo>
                    <a:pt x="21541" y="20269"/>
                    <a:pt x="21998" y="19607"/>
                    <a:pt x="21818" y="18888"/>
                  </a:cubicBezTo>
                  <a:cubicBezTo>
                    <a:pt x="21836" y="18866"/>
                    <a:pt x="21843" y="18836"/>
                    <a:pt x="21826" y="18805"/>
                  </a:cubicBezTo>
                  <a:cubicBezTo>
                    <a:pt x="21816" y="18790"/>
                    <a:pt x="21806" y="18775"/>
                    <a:pt x="21797" y="18761"/>
                  </a:cubicBezTo>
                  <a:lnTo>
                    <a:pt x="21797" y="18761"/>
                  </a:lnTo>
                  <a:cubicBezTo>
                    <a:pt x="21914" y="18812"/>
                    <a:pt x="22032" y="18836"/>
                    <a:pt x="22149" y="18836"/>
                  </a:cubicBezTo>
                  <a:cubicBezTo>
                    <a:pt x="22696" y="18836"/>
                    <a:pt x="23191" y="18314"/>
                    <a:pt x="23194" y="17733"/>
                  </a:cubicBezTo>
                  <a:cubicBezTo>
                    <a:pt x="23195" y="17215"/>
                    <a:pt x="22950" y="16802"/>
                    <a:pt x="22594" y="16476"/>
                  </a:cubicBezTo>
                  <a:cubicBezTo>
                    <a:pt x="22619" y="16403"/>
                    <a:pt x="22559" y="16326"/>
                    <a:pt x="22491" y="16326"/>
                  </a:cubicBezTo>
                  <a:cubicBezTo>
                    <a:pt x="22474" y="16326"/>
                    <a:pt x="22456" y="16331"/>
                    <a:pt x="22438" y="16343"/>
                  </a:cubicBezTo>
                  <a:cubicBezTo>
                    <a:pt x="22330" y="16256"/>
                    <a:pt x="22218" y="16181"/>
                    <a:pt x="22099" y="16109"/>
                  </a:cubicBezTo>
                  <a:lnTo>
                    <a:pt x="22099" y="16109"/>
                  </a:lnTo>
                  <a:cubicBezTo>
                    <a:pt x="22425" y="16168"/>
                    <a:pt x="22755" y="16198"/>
                    <a:pt x="23085" y="16198"/>
                  </a:cubicBezTo>
                  <a:cubicBezTo>
                    <a:pt x="24668" y="16198"/>
                    <a:pt x="26240" y="15520"/>
                    <a:pt x="27355" y="14200"/>
                  </a:cubicBezTo>
                  <a:cubicBezTo>
                    <a:pt x="27427" y="14116"/>
                    <a:pt x="27396" y="13937"/>
                    <a:pt x="27267" y="13937"/>
                  </a:cubicBezTo>
                  <a:cubicBezTo>
                    <a:pt x="27261" y="13937"/>
                    <a:pt x="27255" y="13938"/>
                    <a:pt x="27248" y="13939"/>
                  </a:cubicBezTo>
                  <a:cubicBezTo>
                    <a:pt x="27173" y="13948"/>
                    <a:pt x="27099" y="13952"/>
                    <a:pt x="27028" y="13952"/>
                  </a:cubicBezTo>
                  <a:cubicBezTo>
                    <a:pt x="25821" y="13952"/>
                    <a:pt x="25180" y="12672"/>
                    <a:pt x="24364" y="11941"/>
                  </a:cubicBezTo>
                  <a:cubicBezTo>
                    <a:pt x="23736" y="11376"/>
                    <a:pt x="22971" y="10929"/>
                    <a:pt x="22126" y="10789"/>
                  </a:cubicBezTo>
                  <a:cubicBezTo>
                    <a:pt x="21963" y="10762"/>
                    <a:pt x="21797" y="10748"/>
                    <a:pt x="21632" y="10748"/>
                  </a:cubicBezTo>
                  <a:cubicBezTo>
                    <a:pt x="20438" y="10748"/>
                    <a:pt x="19263" y="11442"/>
                    <a:pt x="18962" y="12639"/>
                  </a:cubicBezTo>
                  <a:cubicBezTo>
                    <a:pt x="18812" y="12477"/>
                    <a:pt x="18636" y="12324"/>
                    <a:pt x="18431" y="12194"/>
                  </a:cubicBezTo>
                  <a:cubicBezTo>
                    <a:pt x="17630" y="11682"/>
                    <a:pt x="16650" y="11627"/>
                    <a:pt x="15748" y="11415"/>
                  </a:cubicBezTo>
                  <a:cubicBezTo>
                    <a:pt x="15203" y="11286"/>
                    <a:pt x="14646" y="11108"/>
                    <a:pt x="14240" y="10706"/>
                  </a:cubicBezTo>
                  <a:cubicBezTo>
                    <a:pt x="13911" y="10382"/>
                    <a:pt x="13742" y="9965"/>
                    <a:pt x="13644" y="9522"/>
                  </a:cubicBezTo>
                  <a:cubicBezTo>
                    <a:pt x="13597" y="9291"/>
                    <a:pt x="13567" y="9055"/>
                    <a:pt x="13557" y="8818"/>
                  </a:cubicBezTo>
                  <a:cubicBezTo>
                    <a:pt x="13579" y="8738"/>
                    <a:pt x="13579" y="8668"/>
                    <a:pt x="13558" y="8608"/>
                  </a:cubicBezTo>
                  <a:cubicBezTo>
                    <a:pt x="13569" y="8601"/>
                    <a:pt x="13582" y="8596"/>
                    <a:pt x="13592" y="8587"/>
                  </a:cubicBezTo>
                  <a:lnTo>
                    <a:pt x="13636" y="8547"/>
                  </a:lnTo>
                  <a:cubicBezTo>
                    <a:pt x="13696" y="8490"/>
                    <a:pt x="13689" y="8394"/>
                    <a:pt x="13636" y="8335"/>
                  </a:cubicBezTo>
                  <a:cubicBezTo>
                    <a:pt x="13618" y="8315"/>
                    <a:pt x="13598" y="8294"/>
                    <a:pt x="13580" y="8276"/>
                  </a:cubicBezTo>
                  <a:cubicBezTo>
                    <a:pt x="13567" y="8262"/>
                    <a:pt x="13552" y="8252"/>
                    <a:pt x="13535" y="8245"/>
                  </a:cubicBezTo>
                  <a:lnTo>
                    <a:pt x="13535" y="8245"/>
                  </a:lnTo>
                  <a:cubicBezTo>
                    <a:pt x="13543" y="8245"/>
                    <a:pt x="13551" y="8245"/>
                    <a:pt x="13559" y="8245"/>
                  </a:cubicBezTo>
                  <a:cubicBezTo>
                    <a:pt x="13929" y="8245"/>
                    <a:pt x="14299" y="8199"/>
                    <a:pt x="14628" y="8116"/>
                  </a:cubicBezTo>
                  <a:cubicBezTo>
                    <a:pt x="14724" y="8091"/>
                    <a:pt x="14765" y="7977"/>
                    <a:pt x="14718" y="7894"/>
                  </a:cubicBezTo>
                  <a:cubicBezTo>
                    <a:pt x="14448" y="7423"/>
                    <a:pt x="14444" y="6894"/>
                    <a:pt x="14264" y="6416"/>
                  </a:cubicBezTo>
                  <a:cubicBezTo>
                    <a:pt x="14443" y="5650"/>
                    <a:pt x="14351" y="4822"/>
                    <a:pt x="14121" y="4077"/>
                  </a:cubicBezTo>
                  <a:cubicBezTo>
                    <a:pt x="14103" y="4023"/>
                    <a:pt x="14049" y="3983"/>
                    <a:pt x="13994" y="3983"/>
                  </a:cubicBezTo>
                  <a:cubicBezTo>
                    <a:pt x="13973" y="3983"/>
                    <a:pt x="13952" y="3989"/>
                    <a:pt x="13932" y="4001"/>
                  </a:cubicBezTo>
                  <a:cubicBezTo>
                    <a:pt x="13439" y="4323"/>
                    <a:pt x="12965" y="4697"/>
                    <a:pt x="12537" y="5102"/>
                  </a:cubicBezTo>
                  <a:cubicBezTo>
                    <a:pt x="12597" y="4173"/>
                    <a:pt x="12610" y="3242"/>
                    <a:pt x="12562" y="2310"/>
                  </a:cubicBezTo>
                  <a:cubicBezTo>
                    <a:pt x="12525" y="1570"/>
                    <a:pt x="12589" y="624"/>
                    <a:pt x="12046" y="43"/>
                  </a:cubicBezTo>
                  <a:cubicBezTo>
                    <a:pt x="12020" y="14"/>
                    <a:pt x="11984" y="0"/>
                    <a:pt x="119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030;p64"/>
            <p:cNvSpPr/>
            <p:nvPr/>
          </p:nvSpPr>
          <p:spPr>
            <a:xfrm>
              <a:off x="5040850" y="812475"/>
              <a:ext cx="87075" cy="71500"/>
            </a:xfrm>
            <a:custGeom>
              <a:avLst/>
              <a:gdLst/>
              <a:ahLst/>
              <a:cxnLst/>
              <a:rect l="l" t="t" r="r" b="b"/>
              <a:pathLst>
                <a:path w="3483" h="2860" extrusionOk="0">
                  <a:moveTo>
                    <a:pt x="622" y="0"/>
                  </a:moveTo>
                  <a:cubicBezTo>
                    <a:pt x="542" y="607"/>
                    <a:pt x="321" y="1214"/>
                    <a:pt x="1" y="1735"/>
                  </a:cubicBezTo>
                  <a:cubicBezTo>
                    <a:pt x="713" y="1933"/>
                    <a:pt x="1448" y="2332"/>
                    <a:pt x="2036" y="2859"/>
                  </a:cubicBezTo>
                  <a:cubicBezTo>
                    <a:pt x="2127" y="2653"/>
                    <a:pt x="2225" y="2450"/>
                    <a:pt x="2317" y="2243"/>
                  </a:cubicBezTo>
                  <a:cubicBezTo>
                    <a:pt x="2331" y="2209"/>
                    <a:pt x="2360" y="2196"/>
                    <a:pt x="2391" y="2196"/>
                  </a:cubicBezTo>
                  <a:cubicBezTo>
                    <a:pt x="2419" y="2196"/>
                    <a:pt x="2448" y="2207"/>
                    <a:pt x="2468" y="2224"/>
                  </a:cubicBezTo>
                  <a:cubicBezTo>
                    <a:pt x="2623" y="2351"/>
                    <a:pt x="2778" y="2474"/>
                    <a:pt x="2945" y="2580"/>
                  </a:cubicBezTo>
                  <a:cubicBezTo>
                    <a:pt x="3048" y="2646"/>
                    <a:pt x="3225" y="2790"/>
                    <a:pt x="3353" y="2804"/>
                  </a:cubicBezTo>
                  <a:cubicBezTo>
                    <a:pt x="3366" y="2806"/>
                    <a:pt x="3377" y="2806"/>
                    <a:pt x="3387" y="2806"/>
                  </a:cubicBezTo>
                  <a:cubicBezTo>
                    <a:pt x="3482" y="2806"/>
                    <a:pt x="3425" y="2740"/>
                    <a:pt x="3352" y="2674"/>
                  </a:cubicBezTo>
                  <a:cubicBezTo>
                    <a:pt x="3265" y="2593"/>
                    <a:pt x="3151" y="2531"/>
                    <a:pt x="3053" y="2466"/>
                  </a:cubicBezTo>
                  <a:cubicBezTo>
                    <a:pt x="2902" y="2364"/>
                    <a:pt x="2749" y="2260"/>
                    <a:pt x="2597" y="2158"/>
                  </a:cubicBezTo>
                  <a:cubicBezTo>
                    <a:pt x="2514" y="2101"/>
                    <a:pt x="2531" y="1989"/>
                    <a:pt x="2623" y="1954"/>
                  </a:cubicBezTo>
                  <a:cubicBezTo>
                    <a:pt x="2871" y="1861"/>
                    <a:pt x="3080" y="1727"/>
                    <a:pt x="3270" y="1556"/>
                  </a:cubicBezTo>
                  <a:cubicBezTo>
                    <a:pt x="2907" y="1283"/>
                    <a:pt x="2462" y="1113"/>
                    <a:pt x="2058" y="919"/>
                  </a:cubicBezTo>
                  <a:cubicBezTo>
                    <a:pt x="2012" y="898"/>
                    <a:pt x="1996" y="855"/>
                    <a:pt x="2000" y="815"/>
                  </a:cubicBezTo>
                  <a:cubicBezTo>
                    <a:pt x="1515" y="616"/>
                    <a:pt x="1049" y="344"/>
                    <a:pt x="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031;p64"/>
            <p:cNvSpPr/>
            <p:nvPr/>
          </p:nvSpPr>
          <p:spPr>
            <a:xfrm>
              <a:off x="4679625" y="606450"/>
              <a:ext cx="410725" cy="329525"/>
            </a:xfrm>
            <a:custGeom>
              <a:avLst/>
              <a:gdLst/>
              <a:ahLst/>
              <a:cxnLst/>
              <a:rect l="l" t="t" r="r" b="b"/>
              <a:pathLst>
                <a:path w="16429" h="13181" extrusionOk="0">
                  <a:moveTo>
                    <a:pt x="2467" y="1487"/>
                  </a:moveTo>
                  <a:cubicBezTo>
                    <a:pt x="2569" y="1487"/>
                    <a:pt x="2672" y="1508"/>
                    <a:pt x="2775" y="1553"/>
                  </a:cubicBezTo>
                  <a:cubicBezTo>
                    <a:pt x="3143" y="1718"/>
                    <a:pt x="3461" y="2283"/>
                    <a:pt x="3117" y="2620"/>
                  </a:cubicBezTo>
                  <a:cubicBezTo>
                    <a:pt x="3093" y="2643"/>
                    <a:pt x="3067" y="2653"/>
                    <a:pt x="3043" y="2653"/>
                  </a:cubicBezTo>
                  <a:cubicBezTo>
                    <a:pt x="2971" y="2653"/>
                    <a:pt x="2911" y="2568"/>
                    <a:pt x="2946" y="2488"/>
                  </a:cubicBezTo>
                  <a:cubicBezTo>
                    <a:pt x="3102" y="2151"/>
                    <a:pt x="2899" y="1765"/>
                    <a:pt x="2514" y="1726"/>
                  </a:cubicBezTo>
                  <a:cubicBezTo>
                    <a:pt x="2493" y="1724"/>
                    <a:pt x="2471" y="1723"/>
                    <a:pt x="2450" y="1723"/>
                  </a:cubicBezTo>
                  <a:cubicBezTo>
                    <a:pt x="2073" y="1723"/>
                    <a:pt x="1771" y="2040"/>
                    <a:pt x="1561" y="2321"/>
                  </a:cubicBezTo>
                  <a:cubicBezTo>
                    <a:pt x="1545" y="2342"/>
                    <a:pt x="1524" y="2352"/>
                    <a:pt x="1505" y="2352"/>
                  </a:cubicBezTo>
                  <a:cubicBezTo>
                    <a:pt x="1461" y="2352"/>
                    <a:pt x="1422" y="2307"/>
                    <a:pt x="1447" y="2254"/>
                  </a:cubicBezTo>
                  <a:cubicBezTo>
                    <a:pt x="1624" y="1869"/>
                    <a:pt x="2029" y="1487"/>
                    <a:pt x="2467" y="1487"/>
                  </a:cubicBezTo>
                  <a:close/>
                  <a:moveTo>
                    <a:pt x="5751" y="3201"/>
                  </a:moveTo>
                  <a:cubicBezTo>
                    <a:pt x="5961" y="3201"/>
                    <a:pt x="6165" y="3268"/>
                    <a:pt x="6330" y="3430"/>
                  </a:cubicBezTo>
                  <a:cubicBezTo>
                    <a:pt x="6627" y="3724"/>
                    <a:pt x="6733" y="4400"/>
                    <a:pt x="6275" y="4595"/>
                  </a:cubicBezTo>
                  <a:cubicBezTo>
                    <a:pt x="6259" y="4603"/>
                    <a:pt x="6242" y="4606"/>
                    <a:pt x="6226" y="4606"/>
                  </a:cubicBezTo>
                  <a:cubicBezTo>
                    <a:pt x="6137" y="4606"/>
                    <a:pt x="6067" y="4506"/>
                    <a:pt x="6141" y="4424"/>
                  </a:cubicBezTo>
                  <a:cubicBezTo>
                    <a:pt x="6377" y="4174"/>
                    <a:pt x="6376" y="3771"/>
                    <a:pt x="6079" y="3558"/>
                  </a:cubicBezTo>
                  <a:cubicBezTo>
                    <a:pt x="5963" y="3474"/>
                    <a:pt x="5832" y="3440"/>
                    <a:pt x="5698" y="3440"/>
                  </a:cubicBezTo>
                  <a:cubicBezTo>
                    <a:pt x="5419" y="3440"/>
                    <a:pt x="5126" y="3588"/>
                    <a:pt x="4920" y="3747"/>
                  </a:cubicBezTo>
                  <a:cubicBezTo>
                    <a:pt x="4905" y="3759"/>
                    <a:pt x="4889" y="3764"/>
                    <a:pt x="4873" y="3764"/>
                  </a:cubicBezTo>
                  <a:cubicBezTo>
                    <a:pt x="4803" y="3764"/>
                    <a:pt x="4743" y="3657"/>
                    <a:pt x="4806" y="3600"/>
                  </a:cubicBezTo>
                  <a:cubicBezTo>
                    <a:pt x="5047" y="3377"/>
                    <a:pt x="5408" y="3201"/>
                    <a:pt x="5751" y="3201"/>
                  </a:cubicBezTo>
                  <a:close/>
                  <a:moveTo>
                    <a:pt x="987" y="3527"/>
                  </a:moveTo>
                  <a:cubicBezTo>
                    <a:pt x="1108" y="3527"/>
                    <a:pt x="1183" y="3597"/>
                    <a:pt x="1218" y="3688"/>
                  </a:cubicBezTo>
                  <a:cubicBezTo>
                    <a:pt x="1242" y="3714"/>
                    <a:pt x="1262" y="3742"/>
                    <a:pt x="1278" y="3775"/>
                  </a:cubicBezTo>
                  <a:cubicBezTo>
                    <a:pt x="1373" y="3961"/>
                    <a:pt x="1278" y="4172"/>
                    <a:pt x="1193" y="4342"/>
                  </a:cubicBezTo>
                  <a:cubicBezTo>
                    <a:pt x="1170" y="4388"/>
                    <a:pt x="1122" y="4409"/>
                    <a:pt x="1074" y="4409"/>
                  </a:cubicBezTo>
                  <a:cubicBezTo>
                    <a:pt x="1049" y="4409"/>
                    <a:pt x="1024" y="4404"/>
                    <a:pt x="1003" y="4393"/>
                  </a:cubicBezTo>
                  <a:cubicBezTo>
                    <a:pt x="960" y="4372"/>
                    <a:pt x="918" y="4347"/>
                    <a:pt x="876" y="4317"/>
                  </a:cubicBezTo>
                  <a:lnTo>
                    <a:pt x="876" y="4317"/>
                  </a:lnTo>
                  <a:cubicBezTo>
                    <a:pt x="884" y="4388"/>
                    <a:pt x="898" y="4458"/>
                    <a:pt x="914" y="4528"/>
                  </a:cubicBezTo>
                  <a:cubicBezTo>
                    <a:pt x="930" y="4593"/>
                    <a:pt x="872" y="4645"/>
                    <a:pt x="817" y="4645"/>
                  </a:cubicBezTo>
                  <a:cubicBezTo>
                    <a:pt x="789" y="4645"/>
                    <a:pt x="762" y="4631"/>
                    <a:pt x="746" y="4600"/>
                  </a:cubicBezTo>
                  <a:cubicBezTo>
                    <a:pt x="682" y="4473"/>
                    <a:pt x="623" y="4229"/>
                    <a:pt x="630" y="4010"/>
                  </a:cubicBezTo>
                  <a:cubicBezTo>
                    <a:pt x="624" y="3983"/>
                    <a:pt x="619" y="3957"/>
                    <a:pt x="618" y="3928"/>
                  </a:cubicBezTo>
                  <a:cubicBezTo>
                    <a:pt x="608" y="3747"/>
                    <a:pt x="741" y="3570"/>
                    <a:pt x="921" y="3533"/>
                  </a:cubicBezTo>
                  <a:cubicBezTo>
                    <a:pt x="944" y="3529"/>
                    <a:pt x="966" y="3527"/>
                    <a:pt x="987" y="3527"/>
                  </a:cubicBezTo>
                  <a:close/>
                  <a:moveTo>
                    <a:pt x="3472" y="4998"/>
                  </a:moveTo>
                  <a:cubicBezTo>
                    <a:pt x="3810" y="4998"/>
                    <a:pt x="3956" y="5429"/>
                    <a:pt x="3839" y="5718"/>
                  </a:cubicBezTo>
                  <a:cubicBezTo>
                    <a:pt x="3733" y="5977"/>
                    <a:pt x="3490" y="6087"/>
                    <a:pt x="3238" y="6087"/>
                  </a:cubicBezTo>
                  <a:cubicBezTo>
                    <a:pt x="3077" y="6087"/>
                    <a:pt x="2913" y="6042"/>
                    <a:pt x="2777" y="5964"/>
                  </a:cubicBezTo>
                  <a:cubicBezTo>
                    <a:pt x="2701" y="5921"/>
                    <a:pt x="2741" y="5801"/>
                    <a:pt x="2817" y="5801"/>
                  </a:cubicBezTo>
                  <a:cubicBezTo>
                    <a:pt x="2826" y="5801"/>
                    <a:pt x="2835" y="5802"/>
                    <a:pt x="2845" y="5806"/>
                  </a:cubicBezTo>
                  <a:cubicBezTo>
                    <a:pt x="2949" y="5843"/>
                    <a:pt x="3071" y="5873"/>
                    <a:pt x="3190" y="5873"/>
                  </a:cubicBezTo>
                  <a:cubicBezTo>
                    <a:pt x="3305" y="5873"/>
                    <a:pt x="3417" y="5845"/>
                    <a:pt x="3506" y="5767"/>
                  </a:cubicBezTo>
                  <a:cubicBezTo>
                    <a:pt x="3534" y="5744"/>
                    <a:pt x="3559" y="5713"/>
                    <a:pt x="3577" y="5677"/>
                  </a:cubicBezTo>
                  <a:lnTo>
                    <a:pt x="3577" y="5677"/>
                  </a:lnTo>
                  <a:cubicBezTo>
                    <a:pt x="3503" y="5740"/>
                    <a:pt x="3410" y="5779"/>
                    <a:pt x="3316" y="5779"/>
                  </a:cubicBezTo>
                  <a:cubicBezTo>
                    <a:pt x="3266" y="5779"/>
                    <a:pt x="3216" y="5768"/>
                    <a:pt x="3167" y="5744"/>
                  </a:cubicBezTo>
                  <a:cubicBezTo>
                    <a:pt x="2803" y="5562"/>
                    <a:pt x="3074" y="5071"/>
                    <a:pt x="3380" y="5008"/>
                  </a:cubicBezTo>
                  <a:cubicBezTo>
                    <a:pt x="3412" y="5001"/>
                    <a:pt x="3443" y="4998"/>
                    <a:pt x="3472" y="4998"/>
                  </a:cubicBezTo>
                  <a:close/>
                  <a:moveTo>
                    <a:pt x="6566" y="0"/>
                  </a:moveTo>
                  <a:cubicBezTo>
                    <a:pt x="6039" y="853"/>
                    <a:pt x="5127" y="1121"/>
                    <a:pt x="4120" y="1121"/>
                  </a:cubicBezTo>
                  <a:cubicBezTo>
                    <a:pt x="3512" y="1121"/>
                    <a:pt x="2869" y="1024"/>
                    <a:pt x="2255" y="898"/>
                  </a:cubicBezTo>
                  <a:lnTo>
                    <a:pt x="2255" y="898"/>
                  </a:lnTo>
                  <a:cubicBezTo>
                    <a:pt x="2261" y="921"/>
                    <a:pt x="2255" y="945"/>
                    <a:pt x="2230" y="968"/>
                  </a:cubicBezTo>
                  <a:cubicBezTo>
                    <a:pt x="1283" y="1738"/>
                    <a:pt x="105" y="2451"/>
                    <a:pt x="47" y="3813"/>
                  </a:cubicBezTo>
                  <a:cubicBezTo>
                    <a:pt x="0" y="4944"/>
                    <a:pt x="701" y="6057"/>
                    <a:pt x="1680" y="6592"/>
                  </a:cubicBezTo>
                  <a:cubicBezTo>
                    <a:pt x="2226" y="6891"/>
                    <a:pt x="2840" y="7027"/>
                    <a:pt x="3466" y="7027"/>
                  </a:cubicBezTo>
                  <a:cubicBezTo>
                    <a:pt x="5457" y="7027"/>
                    <a:pt x="7567" y="5646"/>
                    <a:pt x="7965" y="3709"/>
                  </a:cubicBezTo>
                  <a:cubicBezTo>
                    <a:pt x="7981" y="3633"/>
                    <a:pt x="8036" y="3600"/>
                    <a:pt x="8095" y="3600"/>
                  </a:cubicBezTo>
                  <a:cubicBezTo>
                    <a:pt x="8184" y="3600"/>
                    <a:pt x="8281" y="3676"/>
                    <a:pt x="8258" y="3791"/>
                  </a:cubicBezTo>
                  <a:cubicBezTo>
                    <a:pt x="7835" y="5867"/>
                    <a:pt x="5587" y="7333"/>
                    <a:pt x="3460" y="7333"/>
                  </a:cubicBezTo>
                  <a:cubicBezTo>
                    <a:pt x="3038" y="7333"/>
                    <a:pt x="2621" y="7275"/>
                    <a:pt x="2224" y="7154"/>
                  </a:cubicBezTo>
                  <a:lnTo>
                    <a:pt x="2224" y="7154"/>
                  </a:lnTo>
                  <a:cubicBezTo>
                    <a:pt x="3001" y="7454"/>
                    <a:pt x="3769" y="7780"/>
                    <a:pt x="4526" y="8123"/>
                  </a:cubicBezTo>
                  <a:cubicBezTo>
                    <a:pt x="6561" y="9044"/>
                    <a:pt x="8534" y="10089"/>
                    <a:pt x="10499" y="11149"/>
                  </a:cubicBezTo>
                  <a:cubicBezTo>
                    <a:pt x="11483" y="11679"/>
                    <a:pt x="12465" y="12211"/>
                    <a:pt x="13450" y="12735"/>
                  </a:cubicBezTo>
                  <a:cubicBezTo>
                    <a:pt x="13720" y="12880"/>
                    <a:pt x="13998" y="13039"/>
                    <a:pt x="14283" y="13181"/>
                  </a:cubicBezTo>
                  <a:cubicBezTo>
                    <a:pt x="14284" y="13174"/>
                    <a:pt x="14288" y="13170"/>
                    <a:pt x="14293" y="13165"/>
                  </a:cubicBezTo>
                  <a:cubicBezTo>
                    <a:pt x="14616" y="12901"/>
                    <a:pt x="14882" y="12671"/>
                    <a:pt x="15073" y="12290"/>
                  </a:cubicBezTo>
                  <a:cubicBezTo>
                    <a:pt x="15090" y="12254"/>
                    <a:pt x="15126" y="12239"/>
                    <a:pt x="15162" y="12239"/>
                  </a:cubicBezTo>
                  <a:cubicBezTo>
                    <a:pt x="15182" y="12239"/>
                    <a:pt x="15200" y="12243"/>
                    <a:pt x="15217" y="12251"/>
                  </a:cubicBezTo>
                  <a:cubicBezTo>
                    <a:pt x="15583" y="12437"/>
                    <a:pt x="15946" y="12626"/>
                    <a:pt x="16310" y="12818"/>
                  </a:cubicBezTo>
                  <a:cubicBezTo>
                    <a:pt x="16128" y="12505"/>
                    <a:pt x="15910" y="12222"/>
                    <a:pt x="15648" y="11963"/>
                  </a:cubicBezTo>
                  <a:cubicBezTo>
                    <a:pt x="15592" y="11910"/>
                    <a:pt x="15611" y="11791"/>
                    <a:pt x="15695" y="11779"/>
                  </a:cubicBezTo>
                  <a:cubicBezTo>
                    <a:pt x="15977" y="11734"/>
                    <a:pt x="16200" y="11626"/>
                    <a:pt x="16429" y="11461"/>
                  </a:cubicBezTo>
                  <a:cubicBezTo>
                    <a:pt x="16253" y="11301"/>
                    <a:pt x="16068" y="11148"/>
                    <a:pt x="15869" y="11009"/>
                  </a:cubicBezTo>
                  <a:cubicBezTo>
                    <a:pt x="15382" y="10671"/>
                    <a:pt x="14860" y="10447"/>
                    <a:pt x="14312" y="10227"/>
                  </a:cubicBezTo>
                  <a:cubicBezTo>
                    <a:pt x="14305" y="10222"/>
                    <a:pt x="14299" y="10219"/>
                    <a:pt x="14291" y="10213"/>
                  </a:cubicBezTo>
                  <a:cubicBezTo>
                    <a:pt x="14245" y="10278"/>
                    <a:pt x="14198" y="10343"/>
                    <a:pt x="14148" y="10405"/>
                  </a:cubicBezTo>
                  <a:cubicBezTo>
                    <a:pt x="14126" y="10432"/>
                    <a:pt x="14099" y="10444"/>
                    <a:pt x="14072" y="10444"/>
                  </a:cubicBezTo>
                  <a:cubicBezTo>
                    <a:pt x="13992" y="10444"/>
                    <a:pt x="13912" y="10346"/>
                    <a:pt x="13963" y="10262"/>
                  </a:cubicBezTo>
                  <a:cubicBezTo>
                    <a:pt x="14372" y="9586"/>
                    <a:pt x="14734" y="8781"/>
                    <a:pt x="14801" y="7990"/>
                  </a:cubicBezTo>
                  <a:cubicBezTo>
                    <a:pt x="14786" y="7952"/>
                    <a:pt x="14791" y="7915"/>
                    <a:pt x="14807" y="7882"/>
                  </a:cubicBezTo>
                  <a:cubicBezTo>
                    <a:pt x="14839" y="7222"/>
                    <a:pt x="14661" y="6579"/>
                    <a:pt x="14120" y="6030"/>
                  </a:cubicBezTo>
                  <a:cubicBezTo>
                    <a:pt x="13347" y="5247"/>
                    <a:pt x="12141" y="5216"/>
                    <a:pt x="11133" y="4979"/>
                  </a:cubicBezTo>
                  <a:cubicBezTo>
                    <a:pt x="10375" y="4802"/>
                    <a:pt x="9623" y="4497"/>
                    <a:pt x="9185" y="3817"/>
                  </a:cubicBezTo>
                  <a:cubicBezTo>
                    <a:pt x="8897" y="3373"/>
                    <a:pt x="8400" y="2009"/>
                    <a:pt x="8828" y="1545"/>
                  </a:cubicBezTo>
                  <a:cubicBezTo>
                    <a:pt x="8841" y="1530"/>
                    <a:pt x="8860" y="1519"/>
                    <a:pt x="8878" y="1513"/>
                  </a:cubicBezTo>
                  <a:cubicBezTo>
                    <a:pt x="7819" y="1476"/>
                    <a:pt x="6778" y="1046"/>
                    <a:pt x="6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032;p64"/>
            <p:cNvSpPr/>
            <p:nvPr/>
          </p:nvSpPr>
          <p:spPr>
            <a:xfrm>
              <a:off x="4850350" y="577325"/>
              <a:ext cx="75200" cy="59625"/>
            </a:xfrm>
            <a:custGeom>
              <a:avLst/>
              <a:gdLst/>
              <a:ahLst/>
              <a:cxnLst/>
              <a:rect l="l" t="t" r="r" b="b"/>
              <a:pathLst>
                <a:path w="3008" h="2385" extrusionOk="0">
                  <a:moveTo>
                    <a:pt x="1144" y="1"/>
                  </a:moveTo>
                  <a:cubicBezTo>
                    <a:pt x="1136" y="109"/>
                    <a:pt x="1127" y="215"/>
                    <a:pt x="1118" y="322"/>
                  </a:cubicBezTo>
                  <a:cubicBezTo>
                    <a:pt x="1110" y="405"/>
                    <a:pt x="1048" y="449"/>
                    <a:pt x="982" y="459"/>
                  </a:cubicBezTo>
                  <a:cubicBezTo>
                    <a:pt x="980" y="486"/>
                    <a:pt x="965" y="512"/>
                    <a:pt x="935" y="528"/>
                  </a:cubicBezTo>
                  <a:cubicBezTo>
                    <a:pt x="652" y="683"/>
                    <a:pt x="328" y="755"/>
                    <a:pt x="0" y="756"/>
                  </a:cubicBezTo>
                  <a:cubicBezTo>
                    <a:pt x="8" y="1969"/>
                    <a:pt x="1095" y="2385"/>
                    <a:pt x="2162" y="2385"/>
                  </a:cubicBezTo>
                  <a:cubicBezTo>
                    <a:pt x="2452" y="2385"/>
                    <a:pt x="2742" y="2354"/>
                    <a:pt x="3007" y="2300"/>
                  </a:cubicBezTo>
                  <a:cubicBezTo>
                    <a:pt x="2860" y="1949"/>
                    <a:pt x="2840" y="1595"/>
                    <a:pt x="2733" y="1215"/>
                  </a:cubicBezTo>
                  <a:cubicBezTo>
                    <a:pt x="2519" y="457"/>
                    <a:pt x="1890" y="30"/>
                    <a:pt x="1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033;p64"/>
            <p:cNvSpPr/>
            <p:nvPr/>
          </p:nvSpPr>
          <p:spPr>
            <a:xfrm>
              <a:off x="4880525" y="546075"/>
              <a:ext cx="37625" cy="42250"/>
            </a:xfrm>
            <a:custGeom>
              <a:avLst/>
              <a:gdLst/>
              <a:ahLst/>
              <a:cxnLst/>
              <a:rect l="l" t="t" r="r" b="b"/>
              <a:pathLst>
                <a:path w="1505" h="1690" extrusionOk="0">
                  <a:moveTo>
                    <a:pt x="1347" y="0"/>
                  </a:moveTo>
                  <a:cubicBezTo>
                    <a:pt x="877" y="295"/>
                    <a:pt x="436" y="610"/>
                    <a:pt x="0" y="958"/>
                  </a:cubicBezTo>
                  <a:cubicBezTo>
                    <a:pt x="515" y="972"/>
                    <a:pt x="991" y="1171"/>
                    <a:pt x="1358" y="1554"/>
                  </a:cubicBezTo>
                  <a:cubicBezTo>
                    <a:pt x="1400" y="1598"/>
                    <a:pt x="1436" y="1643"/>
                    <a:pt x="1472" y="1689"/>
                  </a:cubicBezTo>
                  <a:cubicBezTo>
                    <a:pt x="1505" y="1116"/>
                    <a:pt x="1483" y="571"/>
                    <a:pt x="1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034;p64"/>
            <p:cNvSpPr/>
            <p:nvPr/>
          </p:nvSpPr>
          <p:spPr>
            <a:xfrm>
              <a:off x="4837050" y="478775"/>
              <a:ext cx="37000" cy="55500"/>
            </a:xfrm>
            <a:custGeom>
              <a:avLst/>
              <a:gdLst/>
              <a:ahLst/>
              <a:cxnLst/>
              <a:rect l="l" t="t" r="r" b="b"/>
              <a:pathLst>
                <a:path w="1480" h="2220" extrusionOk="0">
                  <a:moveTo>
                    <a:pt x="500" y="0"/>
                  </a:moveTo>
                  <a:cubicBezTo>
                    <a:pt x="324" y="367"/>
                    <a:pt x="159" y="739"/>
                    <a:pt x="1" y="1113"/>
                  </a:cubicBezTo>
                  <a:cubicBezTo>
                    <a:pt x="377" y="1568"/>
                    <a:pt x="816" y="1880"/>
                    <a:pt x="1352" y="2142"/>
                  </a:cubicBezTo>
                  <a:cubicBezTo>
                    <a:pt x="1391" y="2160"/>
                    <a:pt x="1407" y="2190"/>
                    <a:pt x="1407" y="2220"/>
                  </a:cubicBezTo>
                  <a:lnTo>
                    <a:pt x="1470" y="2220"/>
                  </a:lnTo>
                  <a:cubicBezTo>
                    <a:pt x="1474" y="2007"/>
                    <a:pt x="1474" y="1797"/>
                    <a:pt x="1471" y="1585"/>
                  </a:cubicBezTo>
                  <a:cubicBezTo>
                    <a:pt x="1469" y="1368"/>
                    <a:pt x="1476" y="1107"/>
                    <a:pt x="1479" y="827"/>
                  </a:cubicBezTo>
                  <a:cubicBezTo>
                    <a:pt x="1472" y="823"/>
                    <a:pt x="1466" y="823"/>
                    <a:pt x="1462" y="818"/>
                  </a:cubicBezTo>
                  <a:cubicBezTo>
                    <a:pt x="1127" y="559"/>
                    <a:pt x="796" y="304"/>
                    <a:pt x="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035;p64"/>
            <p:cNvSpPr/>
            <p:nvPr/>
          </p:nvSpPr>
          <p:spPr>
            <a:xfrm>
              <a:off x="4823425" y="510325"/>
              <a:ext cx="50375" cy="66900"/>
            </a:xfrm>
            <a:custGeom>
              <a:avLst/>
              <a:gdLst/>
              <a:ahLst/>
              <a:cxnLst/>
              <a:rect l="l" t="t" r="r" b="b"/>
              <a:pathLst>
                <a:path w="2015" h="2676" extrusionOk="0">
                  <a:moveTo>
                    <a:pt x="483" y="0"/>
                  </a:moveTo>
                  <a:cubicBezTo>
                    <a:pt x="315" y="411"/>
                    <a:pt x="154" y="824"/>
                    <a:pt x="1" y="1243"/>
                  </a:cubicBezTo>
                  <a:cubicBezTo>
                    <a:pt x="305" y="1499"/>
                    <a:pt x="567" y="1799"/>
                    <a:pt x="887" y="2043"/>
                  </a:cubicBezTo>
                  <a:cubicBezTo>
                    <a:pt x="1214" y="2292"/>
                    <a:pt x="1570" y="2481"/>
                    <a:pt x="1929" y="2676"/>
                  </a:cubicBezTo>
                  <a:cubicBezTo>
                    <a:pt x="1931" y="2657"/>
                    <a:pt x="1931" y="2637"/>
                    <a:pt x="1932" y="2617"/>
                  </a:cubicBezTo>
                  <a:cubicBezTo>
                    <a:pt x="1905" y="2566"/>
                    <a:pt x="1908" y="2497"/>
                    <a:pt x="1945" y="2450"/>
                  </a:cubicBezTo>
                  <a:cubicBezTo>
                    <a:pt x="1983" y="1950"/>
                    <a:pt x="2006" y="1455"/>
                    <a:pt x="2014" y="958"/>
                  </a:cubicBezTo>
                  <a:lnTo>
                    <a:pt x="1950" y="958"/>
                  </a:lnTo>
                  <a:cubicBezTo>
                    <a:pt x="1950" y="1013"/>
                    <a:pt x="1899" y="1070"/>
                    <a:pt x="1833" y="1070"/>
                  </a:cubicBezTo>
                  <a:cubicBezTo>
                    <a:pt x="1819" y="1070"/>
                    <a:pt x="1804" y="1067"/>
                    <a:pt x="1788" y="1061"/>
                  </a:cubicBezTo>
                  <a:cubicBezTo>
                    <a:pt x="1278" y="846"/>
                    <a:pt x="817" y="451"/>
                    <a:pt x="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036;p64"/>
            <p:cNvSpPr/>
            <p:nvPr/>
          </p:nvSpPr>
          <p:spPr>
            <a:xfrm>
              <a:off x="4851150" y="448450"/>
              <a:ext cx="22900" cy="45025"/>
            </a:xfrm>
            <a:custGeom>
              <a:avLst/>
              <a:gdLst/>
              <a:ahLst/>
              <a:cxnLst/>
              <a:rect l="l" t="t" r="r" b="b"/>
              <a:pathLst>
                <a:path w="916" h="1801" extrusionOk="0">
                  <a:moveTo>
                    <a:pt x="570" y="0"/>
                  </a:moveTo>
                  <a:cubicBezTo>
                    <a:pt x="367" y="357"/>
                    <a:pt x="180" y="716"/>
                    <a:pt x="1" y="1078"/>
                  </a:cubicBezTo>
                  <a:cubicBezTo>
                    <a:pt x="283" y="1346"/>
                    <a:pt x="580" y="1604"/>
                    <a:pt x="915" y="1801"/>
                  </a:cubicBezTo>
                  <a:cubicBezTo>
                    <a:pt x="911" y="1150"/>
                    <a:pt x="858" y="447"/>
                    <a:pt x="5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037;p64"/>
            <p:cNvSpPr/>
            <p:nvPr/>
          </p:nvSpPr>
          <p:spPr>
            <a:xfrm>
              <a:off x="4810500" y="544575"/>
              <a:ext cx="60725" cy="44650"/>
            </a:xfrm>
            <a:custGeom>
              <a:avLst/>
              <a:gdLst/>
              <a:ahLst/>
              <a:cxnLst/>
              <a:rect l="l" t="t" r="r" b="b"/>
              <a:pathLst>
                <a:path w="2429" h="1786" extrusionOk="0">
                  <a:moveTo>
                    <a:pt x="472" y="0"/>
                  </a:moveTo>
                  <a:cubicBezTo>
                    <a:pt x="470" y="8"/>
                    <a:pt x="466" y="16"/>
                    <a:pt x="464" y="25"/>
                  </a:cubicBezTo>
                  <a:cubicBezTo>
                    <a:pt x="516" y="79"/>
                    <a:pt x="480" y="164"/>
                    <a:pt x="413" y="170"/>
                  </a:cubicBezTo>
                  <a:cubicBezTo>
                    <a:pt x="294" y="496"/>
                    <a:pt x="179" y="824"/>
                    <a:pt x="65" y="1154"/>
                  </a:cubicBezTo>
                  <a:cubicBezTo>
                    <a:pt x="53" y="1192"/>
                    <a:pt x="27" y="1212"/>
                    <a:pt x="1" y="1222"/>
                  </a:cubicBezTo>
                  <a:cubicBezTo>
                    <a:pt x="438" y="1559"/>
                    <a:pt x="873" y="1736"/>
                    <a:pt x="1336" y="1776"/>
                  </a:cubicBezTo>
                  <a:cubicBezTo>
                    <a:pt x="1368" y="1741"/>
                    <a:pt x="1413" y="1725"/>
                    <a:pt x="1457" y="1725"/>
                  </a:cubicBezTo>
                  <a:cubicBezTo>
                    <a:pt x="1506" y="1725"/>
                    <a:pt x="1553" y="1745"/>
                    <a:pt x="1580" y="1785"/>
                  </a:cubicBezTo>
                  <a:cubicBezTo>
                    <a:pt x="1848" y="1782"/>
                    <a:pt x="2125" y="1738"/>
                    <a:pt x="2422" y="1655"/>
                  </a:cubicBezTo>
                  <a:cubicBezTo>
                    <a:pt x="2422" y="1646"/>
                    <a:pt x="2419" y="1640"/>
                    <a:pt x="2420" y="1632"/>
                  </a:cubicBezTo>
                  <a:cubicBezTo>
                    <a:pt x="2423" y="1598"/>
                    <a:pt x="2425" y="1559"/>
                    <a:pt x="2428" y="1523"/>
                  </a:cubicBezTo>
                  <a:cubicBezTo>
                    <a:pt x="2420" y="1523"/>
                    <a:pt x="2412" y="1522"/>
                    <a:pt x="2403" y="1518"/>
                  </a:cubicBezTo>
                  <a:cubicBezTo>
                    <a:pt x="1710" y="1236"/>
                    <a:pt x="876" y="668"/>
                    <a:pt x="4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038;p64"/>
            <p:cNvSpPr/>
            <p:nvPr/>
          </p:nvSpPr>
          <p:spPr>
            <a:xfrm>
              <a:off x="4798250" y="686500"/>
              <a:ext cx="49775" cy="35125"/>
            </a:xfrm>
            <a:custGeom>
              <a:avLst/>
              <a:gdLst/>
              <a:ahLst/>
              <a:cxnLst/>
              <a:rect l="l" t="t" r="r" b="b"/>
              <a:pathLst>
                <a:path w="1991" h="1405" extrusionOk="0">
                  <a:moveTo>
                    <a:pt x="1008" y="0"/>
                  </a:moveTo>
                  <a:cubicBezTo>
                    <a:pt x="665" y="0"/>
                    <a:pt x="304" y="177"/>
                    <a:pt x="64" y="400"/>
                  </a:cubicBezTo>
                  <a:cubicBezTo>
                    <a:pt x="1" y="458"/>
                    <a:pt x="60" y="565"/>
                    <a:pt x="131" y="565"/>
                  </a:cubicBezTo>
                  <a:cubicBezTo>
                    <a:pt x="147" y="565"/>
                    <a:pt x="163" y="560"/>
                    <a:pt x="178" y="548"/>
                  </a:cubicBezTo>
                  <a:cubicBezTo>
                    <a:pt x="384" y="388"/>
                    <a:pt x="677" y="240"/>
                    <a:pt x="955" y="240"/>
                  </a:cubicBezTo>
                  <a:cubicBezTo>
                    <a:pt x="1090" y="240"/>
                    <a:pt x="1221" y="274"/>
                    <a:pt x="1337" y="358"/>
                  </a:cubicBezTo>
                  <a:cubicBezTo>
                    <a:pt x="1634" y="571"/>
                    <a:pt x="1635" y="974"/>
                    <a:pt x="1400" y="1226"/>
                  </a:cubicBezTo>
                  <a:cubicBezTo>
                    <a:pt x="1323" y="1306"/>
                    <a:pt x="1393" y="1405"/>
                    <a:pt x="1482" y="1405"/>
                  </a:cubicBezTo>
                  <a:cubicBezTo>
                    <a:pt x="1498" y="1405"/>
                    <a:pt x="1515" y="1402"/>
                    <a:pt x="1531" y="1394"/>
                  </a:cubicBezTo>
                  <a:cubicBezTo>
                    <a:pt x="1990" y="1200"/>
                    <a:pt x="1883" y="522"/>
                    <a:pt x="1587" y="229"/>
                  </a:cubicBezTo>
                  <a:cubicBezTo>
                    <a:pt x="1422" y="66"/>
                    <a:pt x="1218" y="0"/>
                    <a:pt x="1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39;p64"/>
            <p:cNvSpPr/>
            <p:nvPr/>
          </p:nvSpPr>
          <p:spPr>
            <a:xfrm>
              <a:off x="4764850" y="503000"/>
              <a:ext cx="46275" cy="36350"/>
            </a:xfrm>
            <a:custGeom>
              <a:avLst/>
              <a:gdLst/>
              <a:ahLst/>
              <a:cxnLst/>
              <a:rect l="l" t="t" r="r" b="b"/>
              <a:pathLst>
                <a:path w="1851" h="1454" extrusionOk="0">
                  <a:moveTo>
                    <a:pt x="1202" y="0"/>
                  </a:moveTo>
                  <a:cubicBezTo>
                    <a:pt x="759" y="0"/>
                    <a:pt x="167" y="1176"/>
                    <a:pt x="5" y="1449"/>
                  </a:cubicBezTo>
                  <a:lnTo>
                    <a:pt x="0" y="1454"/>
                  </a:lnTo>
                  <a:cubicBezTo>
                    <a:pt x="306" y="1319"/>
                    <a:pt x="628" y="1249"/>
                    <a:pt x="951" y="1249"/>
                  </a:cubicBezTo>
                  <a:cubicBezTo>
                    <a:pt x="1255" y="1249"/>
                    <a:pt x="1559" y="1311"/>
                    <a:pt x="1851" y="1437"/>
                  </a:cubicBezTo>
                  <a:cubicBezTo>
                    <a:pt x="1810" y="1264"/>
                    <a:pt x="1767" y="1092"/>
                    <a:pt x="1712" y="922"/>
                  </a:cubicBezTo>
                  <a:cubicBezTo>
                    <a:pt x="1640" y="694"/>
                    <a:pt x="1537" y="197"/>
                    <a:pt x="1353" y="54"/>
                  </a:cubicBezTo>
                  <a:cubicBezTo>
                    <a:pt x="1306" y="17"/>
                    <a:pt x="1255" y="0"/>
                    <a:pt x="1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40;p64"/>
            <p:cNvSpPr/>
            <p:nvPr/>
          </p:nvSpPr>
          <p:spPr>
            <a:xfrm>
              <a:off x="4747125" y="731375"/>
              <a:ext cx="31400" cy="27250"/>
            </a:xfrm>
            <a:custGeom>
              <a:avLst/>
              <a:gdLst/>
              <a:ahLst/>
              <a:cxnLst/>
              <a:rect l="l" t="t" r="r" b="b"/>
              <a:pathLst>
                <a:path w="1256" h="1090" extrusionOk="0">
                  <a:moveTo>
                    <a:pt x="772" y="1"/>
                  </a:moveTo>
                  <a:cubicBezTo>
                    <a:pt x="743" y="1"/>
                    <a:pt x="712" y="4"/>
                    <a:pt x="680" y="11"/>
                  </a:cubicBezTo>
                  <a:cubicBezTo>
                    <a:pt x="372" y="75"/>
                    <a:pt x="103" y="565"/>
                    <a:pt x="467" y="746"/>
                  </a:cubicBezTo>
                  <a:cubicBezTo>
                    <a:pt x="515" y="770"/>
                    <a:pt x="565" y="781"/>
                    <a:pt x="615" y="781"/>
                  </a:cubicBezTo>
                  <a:cubicBezTo>
                    <a:pt x="710" y="781"/>
                    <a:pt x="803" y="741"/>
                    <a:pt x="877" y="679"/>
                  </a:cubicBezTo>
                  <a:lnTo>
                    <a:pt x="877" y="679"/>
                  </a:lnTo>
                  <a:cubicBezTo>
                    <a:pt x="859" y="715"/>
                    <a:pt x="835" y="746"/>
                    <a:pt x="806" y="769"/>
                  </a:cubicBezTo>
                  <a:cubicBezTo>
                    <a:pt x="717" y="847"/>
                    <a:pt x="605" y="875"/>
                    <a:pt x="491" y="875"/>
                  </a:cubicBezTo>
                  <a:cubicBezTo>
                    <a:pt x="372" y="875"/>
                    <a:pt x="249" y="845"/>
                    <a:pt x="145" y="807"/>
                  </a:cubicBezTo>
                  <a:cubicBezTo>
                    <a:pt x="135" y="803"/>
                    <a:pt x="126" y="802"/>
                    <a:pt x="118" y="802"/>
                  </a:cubicBezTo>
                  <a:cubicBezTo>
                    <a:pt x="41" y="802"/>
                    <a:pt x="1" y="923"/>
                    <a:pt x="77" y="966"/>
                  </a:cubicBezTo>
                  <a:cubicBezTo>
                    <a:pt x="213" y="1045"/>
                    <a:pt x="378" y="1089"/>
                    <a:pt x="539" y="1089"/>
                  </a:cubicBezTo>
                  <a:cubicBezTo>
                    <a:pt x="791" y="1089"/>
                    <a:pt x="1033" y="980"/>
                    <a:pt x="1139" y="721"/>
                  </a:cubicBezTo>
                  <a:cubicBezTo>
                    <a:pt x="1256" y="432"/>
                    <a:pt x="1110" y="1"/>
                    <a:pt x="7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041;p64"/>
            <p:cNvSpPr/>
            <p:nvPr/>
          </p:nvSpPr>
          <p:spPr>
            <a:xfrm>
              <a:off x="4715175" y="643625"/>
              <a:ext cx="51025" cy="29150"/>
            </a:xfrm>
            <a:custGeom>
              <a:avLst/>
              <a:gdLst/>
              <a:ahLst/>
              <a:cxnLst/>
              <a:rect l="l" t="t" r="r" b="b"/>
              <a:pathLst>
                <a:path w="2041" h="1166" extrusionOk="0">
                  <a:moveTo>
                    <a:pt x="1048" y="1"/>
                  </a:moveTo>
                  <a:cubicBezTo>
                    <a:pt x="608" y="1"/>
                    <a:pt x="203" y="382"/>
                    <a:pt x="26" y="767"/>
                  </a:cubicBezTo>
                  <a:cubicBezTo>
                    <a:pt x="1" y="820"/>
                    <a:pt x="40" y="865"/>
                    <a:pt x="84" y="865"/>
                  </a:cubicBezTo>
                  <a:cubicBezTo>
                    <a:pt x="104" y="865"/>
                    <a:pt x="124" y="855"/>
                    <a:pt x="140" y="834"/>
                  </a:cubicBezTo>
                  <a:cubicBezTo>
                    <a:pt x="350" y="553"/>
                    <a:pt x="653" y="236"/>
                    <a:pt x="1029" y="236"/>
                  </a:cubicBezTo>
                  <a:cubicBezTo>
                    <a:pt x="1050" y="236"/>
                    <a:pt x="1072" y="237"/>
                    <a:pt x="1093" y="239"/>
                  </a:cubicBezTo>
                  <a:cubicBezTo>
                    <a:pt x="1480" y="278"/>
                    <a:pt x="1682" y="664"/>
                    <a:pt x="1526" y="1001"/>
                  </a:cubicBezTo>
                  <a:cubicBezTo>
                    <a:pt x="1489" y="1081"/>
                    <a:pt x="1550" y="1166"/>
                    <a:pt x="1623" y="1166"/>
                  </a:cubicBezTo>
                  <a:cubicBezTo>
                    <a:pt x="1647" y="1166"/>
                    <a:pt x="1673" y="1156"/>
                    <a:pt x="1697" y="1133"/>
                  </a:cubicBezTo>
                  <a:cubicBezTo>
                    <a:pt x="2040" y="796"/>
                    <a:pt x="1723" y="229"/>
                    <a:pt x="1355" y="66"/>
                  </a:cubicBezTo>
                  <a:cubicBezTo>
                    <a:pt x="1252" y="21"/>
                    <a:pt x="1149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042;p64"/>
            <p:cNvSpPr/>
            <p:nvPr/>
          </p:nvSpPr>
          <p:spPr>
            <a:xfrm>
              <a:off x="4599150" y="692175"/>
              <a:ext cx="124700" cy="88750"/>
            </a:xfrm>
            <a:custGeom>
              <a:avLst/>
              <a:gdLst/>
              <a:ahLst/>
              <a:cxnLst/>
              <a:rect l="l" t="t" r="r" b="b"/>
              <a:pathLst>
                <a:path w="4988" h="3550" extrusionOk="0">
                  <a:moveTo>
                    <a:pt x="1558" y="1"/>
                  </a:moveTo>
                  <a:cubicBezTo>
                    <a:pt x="1557" y="15"/>
                    <a:pt x="1553" y="30"/>
                    <a:pt x="1547" y="43"/>
                  </a:cubicBezTo>
                  <a:cubicBezTo>
                    <a:pt x="1303" y="557"/>
                    <a:pt x="896" y="738"/>
                    <a:pt x="443" y="738"/>
                  </a:cubicBezTo>
                  <a:cubicBezTo>
                    <a:pt x="299" y="738"/>
                    <a:pt x="150" y="719"/>
                    <a:pt x="0" y="688"/>
                  </a:cubicBezTo>
                  <a:lnTo>
                    <a:pt x="0" y="688"/>
                  </a:lnTo>
                  <a:cubicBezTo>
                    <a:pt x="231" y="870"/>
                    <a:pt x="485" y="1011"/>
                    <a:pt x="782" y="1105"/>
                  </a:cubicBezTo>
                  <a:cubicBezTo>
                    <a:pt x="854" y="1129"/>
                    <a:pt x="877" y="1201"/>
                    <a:pt x="848" y="1266"/>
                  </a:cubicBezTo>
                  <a:cubicBezTo>
                    <a:pt x="699" y="1584"/>
                    <a:pt x="558" y="1906"/>
                    <a:pt x="396" y="2218"/>
                  </a:cubicBezTo>
                  <a:cubicBezTo>
                    <a:pt x="883" y="2348"/>
                    <a:pt x="1398" y="2421"/>
                    <a:pt x="1731" y="2507"/>
                  </a:cubicBezTo>
                  <a:cubicBezTo>
                    <a:pt x="2836" y="2796"/>
                    <a:pt x="3920" y="3151"/>
                    <a:pt x="4987" y="3549"/>
                  </a:cubicBezTo>
                  <a:cubicBezTo>
                    <a:pt x="4874" y="3499"/>
                    <a:pt x="4761" y="3442"/>
                    <a:pt x="4652" y="3379"/>
                  </a:cubicBezTo>
                  <a:cubicBezTo>
                    <a:pt x="3672" y="2802"/>
                    <a:pt x="2973" y="1678"/>
                    <a:pt x="2959" y="528"/>
                  </a:cubicBezTo>
                  <a:cubicBezTo>
                    <a:pt x="2937" y="545"/>
                    <a:pt x="2912" y="555"/>
                    <a:pt x="2883" y="555"/>
                  </a:cubicBezTo>
                  <a:cubicBezTo>
                    <a:pt x="2865" y="555"/>
                    <a:pt x="2845" y="550"/>
                    <a:pt x="2825" y="541"/>
                  </a:cubicBezTo>
                  <a:cubicBezTo>
                    <a:pt x="2464" y="357"/>
                    <a:pt x="2017" y="145"/>
                    <a:pt x="1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043;p64"/>
            <p:cNvSpPr/>
            <p:nvPr/>
          </p:nvSpPr>
          <p:spPr>
            <a:xfrm>
              <a:off x="4694800" y="694575"/>
              <a:ext cx="19125" cy="28000"/>
            </a:xfrm>
            <a:custGeom>
              <a:avLst/>
              <a:gdLst/>
              <a:ahLst/>
              <a:cxnLst/>
              <a:rect l="l" t="t" r="r" b="b"/>
              <a:pathLst>
                <a:path w="765" h="1120" extrusionOk="0">
                  <a:moveTo>
                    <a:pt x="380" y="1"/>
                  </a:moveTo>
                  <a:cubicBezTo>
                    <a:pt x="359" y="1"/>
                    <a:pt x="337" y="3"/>
                    <a:pt x="314" y="7"/>
                  </a:cubicBezTo>
                  <a:cubicBezTo>
                    <a:pt x="134" y="44"/>
                    <a:pt x="1" y="221"/>
                    <a:pt x="11" y="402"/>
                  </a:cubicBezTo>
                  <a:cubicBezTo>
                    <a:pt x="13" y="431"/>
                    <a:pt x="17" y="458"/>
                    <a:pt x="23" y="484"/>
                  </a:cubicBezTo>
                  <a:cubicBezTo>
                    <a:pt x="16" y="702"/>
                    <a:pt x="75" y="946"/>
                    <a:pt x="139" y="1074"/>
                  </a:cubicBezTo>
                  <a:cubicBezTo>
                    <a:pt x="156" y="1106"/>
                    <a:pt x="183" y="1119"/>
                    <a:pt x="211" y="1119"/>
                  </a:cubicBezTo>
                  <a:cubicBezTo>
                    <a:pt x="265" y="1119"/>
                    <a:pt x="323" y="1067"/>
                    <a:pt x="307" y="1002"/>
                  </a:cubicBezTo>
                  <a:cubicBezTo>
                    <a:pt x="291" y="931"/>
                    <a:pt x="277" y="861"/>
                    <a:pt x="269" y="791"/>
                  </a:cubicBezTo>
                  <a:lnTo>
                    <a:pt x="269" y="791"/>
                  </a:lnTo>
                  <a:cubicBezTo>
                    <a:pt x="311" y="821"/>
                    <a:pt x="353" y="846"/>
                    <a:pt x="396" y="867"/>
                  </a:cubicBezTo>
                  <a:cubicBezTo>
                    <a:pt x="418" y="878"/>
                    <a:pt x="443" y="884"/>
                    <a:pt x="467" y="884"/>
                  </a:cubicBezTo>
                  <a:cubicBezTo>
                    <a:pt x="515" y="884"/>
                    <a:pt x="563" y="863"/>
                    <a:pt x="586" y="817"/>
                  </a:cubicBezTo>
                  <a:cubicBezTo>
                    <a:pt x="671" y="647"/>
                    <a:pt x="764" y="437"/>
                    <a:pt x="671" y="250"/>
                  </a:cubicBezTo>
                  <a:cubicBezTo>
                    <a:pt x="655" y="216"/>
                    <a:pt x="637" y="189"/>
                    <a:pt x="611" y="162"/>
                  </a:cubicBezTo>
                  <a:cubicBezTo>
                    <a:pt x="576" y="71"/>
                    <a:pt x="501" y="1"/>
                    <a:pt x="3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044;p64"/>
            <p:cNvSpPr/>
            <p:nvPr/>
          </p:nvSpPr>
          <p:spPr>
            <a:xfrm>
              <a:off x="4643450" y="643100"/>
              <a:ext cx="52700" cy="57500"/>
            </a:xfrm>
            <a:custGeom>
              <a:avLst/>
              <a:gdLst/>
              <a:ahLst/>
              <a:cxnLst/>
              <a:rect l="l" t="t" r="r" b="b"/>
              <a:pathLst>
                <a:path w="2108" h="2300" extrusionOk="0">
                  <a:moveTo>
                    <a:pt x="1231" y="0"/>
                  </a:moveTo>
                  <a:cubicBezTo>
                    <a:pt x="965" y="237"/>
                    <a:pt x="751" y="493"/>
                    <a:pt x="600" y="823"/>
                  </a:cubicBezTo>
                  <a:cubicBezTo>
                    <a:pt x="583" y="858"/>
                    <a:pt x="542" y="877"/>
                    <a:pt x="503" y="877"/>
                  </a:cubicBezTo>
                  <a:cubicBezTo>
                    <a:pt x="494" y="877"/>
                    <a:pt x="486" y="876"/>
                    <a:pt x="478" y="874"/>
                  </a:cubicBezTo>
                  <a:cubicBezTo>
                    <a:pt x="319" y="832"/>
                    <a:pt x="160" y="792"/>
                    <a:pt x="0" y="750"/>
                  </a:cubicBezTo>
                  <a:lnTo>
                    <a:pt x="0" y="750"/>
                  </a:lnTo>
                  <a:cubicBezTo>
                    <a:pt x="101" y="848"/>
                    <a:pt x="179" y="962"/>
                    <a:pt x="223" y="1100"/>
                  </a:cubicBezTo>
                  <a:cubicBezTo>
                    <a:pt x="303" y="1357"/>
                    <a:pt x="251" y="1604"/>
                    <a:pt x="73" y="1784"/>
                  </a:cubicBezTo>
                  <a:cubicBezTo>
                    <a:pt x="477" y="1929"/>
                    <a:pt x="860" y="2113"/>
                    <a:pt x="1179" y="2290"/>
                  </a:cubicBezTo>
                  <a:cubicBezTo>
                    <a:pt x="1184" y="2291"/>
                    <a:pt x="1186" y="2296"/>
                    <a:pt x="1192" y="2300"/>
                  </a:cubicBezTo>
                  <a:cubicBezTo>
                    <a:pt x="1236" y="1542"/>
                    <a:pt x="1599" y="910"/>
                    <a:pt x="2107" y="398"/>
                  </a:cubicBezTo>
                  <a:lnTo>
                    <a:pt x="2073" y="364"/>
                  </a:lnTo>
                  <a:cubicBezTo>
                    <a:pt x="2062" y="373"/>
                    <a:pt x="2048" y="378"/>
                    <a:pt x="2033" y="378"/>
                  </a:cubicBezTo>
                  <a:cubicBezTo>
                    <a:pt x="2026" y="378"/>
                    <a:pt x="2019" y="377"/>
                    <a:pt x="2011" y="374"/>
                  </a:cubicBezTo>
                  <a:cubicBezTo>
                    <a:pt x="1733" y="289"/>
                    <a:pt x="1481" y="151"/>
                    <a:pt x="1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045;p64"/>
            <p:cNvSpPr/>
            <p:nvPr/>
          </p:nvSpPr>
          <p:spPr>
            <a:xfrm>
              <a:off x="4700925" y="540750"/>
              <a:ext cx="140175" cy="86875"/>
            </a:xfrm>
            <a:custGeom>
              <a:avLst/>
              <a:gdLst/>
              <a:ahLst/>
              <a:cxnLst/>
              <a:rect l="l" t="t" r="r" b="b"/>
              <a:pathLst>
                <a:path w="5607" h="3475" extrusionOk="0">
                  <a:moveTo>
                    <a:pt x="3584" y="1"/>
                  </a:moveTo>
                  <a:cubicBezTo>
                    <a:pt x="2039" y="1"/>
                    <a:pt x="1205" y="1888"/>
                    <a:pt x="0" y="2897"/>
                  </a:cubicBezTo>
                  <a:cubicBezTo>
                    <a:pt x="918" y="3120"/>
                    <a:pt x="2159" y="3474"/>
                    <a:pt x="3262" y="3474"/>
                  </a:cubicBezTo>
                  <a:cubicBezTo>
                    <a:pt x="4280" y="3474"/>
                    <a:pt x="5181" y="3173"/>
                    <a:pt x="5606" y="2192"/>
                  </a:cubicBezTo>
                  <a:cubicBezTo>
                    <a:pt x="5080" y="2110"/>
                    <a:pt x="4575" y="1851"/>
                    <a:pt x="4248" y="1455"/>
                  </a:cubicBezTo>
                  <a:cubicBezTo>
                    <a:pt x="4213" y="1411"/>
                    <a:pt x="4231" y="1363"/>
                    <a:pt x="4265" y="1343"/>
                  </a:cubicBezTo>
                  <a:cubicBezTo>
                    <a:pt x="4246" y="1321"/>
                    <a:pt x="4236" y="1290"/>
                    <a:pt x="4243" y="1251"/>
                  </a:cubicBezTo>
                  <a:cubicBezTo>
                    <a:pt x="4311" y="927"/>
                    <a:pt x="4396" y="602"/>
                    <a:pt x="4490" y="281"/>
                  </a:cubicBezTo>
                  <a:cubicBezTo>
                    <a:pt x="4486" y="272"/>
                    <a:pt x="4481" y="267"/>
                    <a:pt x="4480" y="259"/>
                  </a:cubicBezTo>
                  <a:lnTo>
                    <a:pt x="4465" y="188"/>
                  </a:lnTo>
                  <a:cubicBezTo>
                    <a:pt x="4145" y="58"/>
                    <a:pt x="3854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046;p64"/>
            <p:cNvSpPr/>
            <p:nvPr/>
          </p:nvSpPr>
          <p:spPr>
            <a:xfrm>
              <a:off x="5044350" y="715650"/>
              <a:ext cx="194275" cy="119900"/>
            </a:xfrm>
            <a:custGeom>
              <a:avLst/>
              <a:gdLst/>
              <a:ahLst/>
              <a:cxnLst/>
              <a:rect l="l" t="t" r="r" b="b"/>
              <a:pathLst>
                <a:path w="7771" h="4796" extrusionOk="0">
                  <a:moveTo>
                    <a:pt x="2408" y="1"/>
                  </a:moveTo>
                  <a:cubicBezTo>
                    <a:pt x="1341" y="1"/>
                    <a:pt x="347" y="513"/>
                    <a:pt x="1" y="1736"/>
                  </a:cubicBezTo>
                  <a:cubicBezTo>
                    <a:pt x="379" y="2248"/>
                    <a:pt x="531" y="2868"/>
                    <a:pt x="514" y="3507"/>
                  </a:cubicBezTo>
                  <a:cubicBezTo>
                    <a:pt x="1530" y="4371"/>
                    <a:pt x="2754" y="4795"/>
                    <a:pt x="3969" y="4795"/>
                  </a:cubicBezTo>
                  <a:cubicBezTo>
                    <a:pt x="5355" y="4795"/>
                    <a:pt x="6730" y="4243"/>
                    <a:pt x="7770" y="3161"/>
                  </a:cubicBezTo>
                  <a:cubicBezTo>
                    <a:pt x="6378" y="3081"/>
                    <a:pt x="5646" y="1465"/>
                    <a:pt x="4595" y="710"/>
                  </a:cubicBezTo>
                  <a:cubicBezTo>
                    <a:pt x="3968" y="261"/>
                    <a:pt x="3169" y="1"/>
                    <a:pt x="24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1" name="Рисунок 40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63" y="3150175"/>
            <a:ext cx="1984669" cy="1984669"/>
          </a:xfrm>
          <a:prstGeom prst="rect">
            <a:avLst/>
          </a:prstGeom>
        </p:spPr>
      </p:pic>
      <p:pic>
        <p:nvPicPr>
          <p:cNvPr id="402" name="Рисунок 40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599" y="3152906"/>
            <a:ext cx="1981938" cy="198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94234"/>
      </p:ext>
    </p:extLst>
  </p:cSld>
  <p:clrMapOvr>
    <a:masterClrMapping/>
  </p:clrMapOvr>
</p:sld>
</file>

<file path=ppt/theme/theme1.xml><?xml version="1.0" encoding="utf-8"?>
<a:theme xmlns:a="http://schemas.openxmlformats.org/drawingml/2006/main" name="Kawaii Chalkboard Style Newsletter XL by Slidesgo">
  <a:themeElements>
    <a:clrScheme name="Simple Light">
      <a:dk1>
        <a:srgbClr val="1B4865"/>
      </a:dk1>
      <a:lt1>
        <a:srgbClr val="6CA5CA"/>
      </a:lt1>
      <a:dk2>
        <a:srgbClr val="FFFFFF"/>
      </a:dk2>
      <a:lt2>
        <a:srgbClr val="F3AEE3"/>
      </a:lt2>
      <a:accent1>
        <a:srgbClr val="F2E007"/>
      </a:accent1>
      <a:accent2>
        <a:srgbClr val="B6D5EB"/>
      </a:accent2>
      <a:accent3>
        <a:srgbClr val="F29F6C"/>
      </a:accent3>
      <a:accent4>
        <a:srgbClr val="000000"/>
      </a:accent4>
      <a:accent5>
        <a:srgbClr val="B7C0BD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315</Words>
  <Application>Microsoft Office PowerPoint</Application>
  <PresentationFormat>Экран (16:9)</PresentationFormat>
  <Paragraphs>49</Paragraphs>
  <Slides>8</Slides>
  <Notes>6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Roboto Slab</vt:lpstr>
      <vt:lpstr>Roboto Condensed Light</vt:lpstr>
      <vt:lpstr>Arial</vt:lpstr>
      <vt:lpstr>Open Sans</vt:lpstr>
      <vt:lpstr>Patrick Hand</vt:lpstr>
      <vt:lpstr>Kawaii Chalkboard Style Newsletter XL by Slidesgo</vt:lpstr>
      <vt:lpstr>Презентация PowerPoint</vt:lpstr>
      <vt:lpstr>А это точно телеграм-бот?..</vt:lpstr>
      <vt:lpstr>Наша команда! </vt:lpstr>
      <vt:lpstr>Роборука</vt:lpstr>
      <vt:lpstr>CV-часть</vt:lpstr>
      <vt:lpstr>Алгоритм</vt:lpstr>
      <vt:lpstr>Пример работы нашего кода: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шапкин</dc:creator>
  <cp:lastModifiedBy>Динар Гиндуллин</cp:lastModifiedBy>
  <cp:revision>16</cp:revision>
  <dcterms:modified xsi:type="dcterms:W3CDTF">2025-07-19T12:50:34Z</dcterms:modified>
</cp:coreProperties>
</file>